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62CE6-5916-C44C-8B2D-CBDB58F76810}" v="4" dt="2025-09-16T01:19:29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/>
    <p:restoredTop sz="91338"/>
  </p:normalViewPr>
  <p:slideViewPr>
    <p:cSldViewPr snapToGrid="0" showGuides="1">
      <p:cViewPr varScale="1">
        <p:scale>
          <a:sx n="108" d="100"/>
          <a:sy n="108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2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hongming" userId="57b61de0-a4db-46da-bbdf-d2c5d7242f33" providerId="ADAL" clId="{9EC62CE6-5916-C44C-8B2D-CBDB58F76810}"/>
    <pc:docChg chg="custSel addSld delSld modSld">
      <pc:chgData name="Zhang, Zhongming" userId="57b61de0-a4db-46da-bbdf-d2c5d7242f33" providerId="ADAL" clId="{9EC62CE6-5916-C44C-8B2D-CBDB58F76810}" dt="2025-09-16T01:20:20.720" v="163" actId="1076"/>
      <pc:docMkLst>
        <pc:docMk/>
      </pc:docMkLst>
      <pc:sldChg chg="modSp mod">
        <pc:chgData name="Zhang, Zhongming" userId="57b61de0-a4db-46da-bbdf-d2c5d7242f33" providerId="ADAL" clId="{9EC62CE6-5916-C44C-8B2D-CBDB58F76810}" dt="2025-09-16T01:14:19.266" v="32" actId="1076"/>
        <pc:sldMkLst>
          <pc:docMk/>
          <pc:sldMk cId="3006271079" sldId="256"/>
        </pc:sldMkLst>
        <pc:spChg chg="mod">
          <ac:chgData name="Zhang, Zhongming" userId="57b61de0-a4db-46da-bbdf-d2c5d7242f33" providerId="ADAL" clId="{9EC62CE6-5916-C44C-8B2D-CBDB58F76810}" dt="2025-09-16T01:14:19.266" v="32" actId="1076"/>
          <ac:spMkLst>
            <pc:docMk/>
            <pc:sldMk cId="3006271079" sldId="256"/>
            <ac:spMk id="2" creationId="{2054C7F0-D420-B538-168A-073F0A74A2B3}"/>
          </ac:spMkLst>
        </pc:spChg>
      </pc:sldChg>
      <pc:sldChg chg="addSp modSp new mod setBg modNotesTx">
        <pc:chgData name="Zhang, Zhongming" userId="57b61de0-a4db-46da-bbdf-d2c5d7242f33" providerId="ADAL" clId="{9EC62CE6-5916-C44C-8B2D-CBDB58F76810}" dt="2025-09-16T01:20:20.720" v="163" actId="1076"/>
        <pc:sldMkLst>
          <pc:docMk/>
          <pc:sldMk cId="2493004523" sldId="262"/>
        </pc:sldMkLst>
        <pc:spChg chg="mod">
          <ac:chgData name="Zhang, Zhongming" userId="57b61de0-a4db-46da-bbdf-d2c5d7242f33" providerId="ADAL" clId="{9EC62CE6-5916-C44C-8B2D-CBDB58F76810}" dt="2025-09-16T01:13:53.215" v="30" actId="1076"/>
          <ac:spMkLst>
            <pc:docMk/>
            <pc:sldMk cId="2493004523" sldId="262"/>
            <ac:spMk id="2" creationId="{D39F73E2-B17D-A4F6-A0DC-05F8347841DD}"/>
          </ac:spMkLst>
        </pc:spChg>
        <pc:spChg chg="mod">
          <ac:chgData name="Zhang, Zhongming" userId="57b61de0-a4db-46da-bbdf-d2c5d7242f33" providerId="ADAL" clId="{9EC62CE6-5916-C44C-8B2D-CBDB58F76810}" dt="2025-09-16T01:20:15.751" v="162" actId="1076"/>
          <ac:spMkLst>
            <pc:docMk/>
            <pc:sldMk cId="2493004523" sldId="262"/>
            <ac:spMk id="3" creationId="{D767F331-6889-1F43-2321-604D2487D7E8}"/>
          </ac:spMkLst>
        </pc:spChg>
        <pc:spChg chg="add mod">
          <ac:chgData name="Zhang, Zhongming" userId="57b61de0-a4db-46da-bbdf-d2c5d7242f33" providerId="ADAL" clId="{9EC62CE6-5916-C44C-8B2D-CBDB58F76810}" dt="2025-09-16T01:20:20.720" v="163" actId="1076"/>
          <ac:spMkLst>
            <pc:docMk/>
            <pc:sldMk cId="2493004523" sldId="262"/>
            <ac:spMk id="6" creationId="{089C2438-45D2-4676-7171-22BFF09936E2}"/>
          </ac:spMkLst>
        </pc:spChg>
        <pc:spChg chg="add">
          <ac:chgData name="Zhang, Zhongming" userId="57b61de0-a4db-46da-bbdf-d2c5d7242f33" providerId="ADAL" clId="{9EC62CE6-5916-C44C-8B2D-CBDB58F76810}" dt="2025-09-16T01:13:41.293" v="28" actId="26606"/>
          <ac:spMkLst>
            <pc:docMk/>
            <pc:sldMk cId="2493004523" sldId="262"/>
            <ac:spMk id="10" creationId="{F13C74B1-5B17-4795-BED0-7140497B445A}"/>
          </ac:spMkLst>
        </pc:spChg>
        <pc:spChg chg="add">
          <ac:chgData name="Zhang, Zhongming" userId="57b61de0-a4db-46da-bbdf-d2c5d7242f33" providerId="ADAL" clId="{9EC62CE6-5916-C44C-8B2D-CBDB58F76810}" dt="2025-09-16T01:13:41.293" v="28" actId="26606"/>
          <ac:spMkLst>
            <pc:docMk/>
            <pc:sldMk cId="2493004523" sldId="262"/>
            <ac:spMk id="12" creationId="{D4974D33-8DC5-464E-8C6D-BE58F0669C17}"/>
          </ac:spMkLst>
        </pc:spChg>
        <pc:picChg chg="add mod">
          <ac:chgData name="Zhang, Zhongming" userId="57b61de0-a4db-46da-bbdf-d2c5d7242f33" providerId="ADAL" clId="{9EC62CE6-5916-C44C-8B2D-CBDB58F76810}" dt="2025-09-16T01:13:41.293" v="28" actId="26606"/>
          <ac:picMkLst>
            <pc:docMk/>
            <pc:sldMk cId="2493004523" sldId="262"/>
            <ac:picMk id="5" creationId="{AA297644-2C86-FF8E-6AB4-F23A2E8D093A}"/>
          </ac:picMkLst>
        </pc:picChg>
      </pc:sldChg>
      <pc:sldChg chg="del">
        <pc:chgData name="Zhang, Zhongming" userId="57b61de0-a4db-46da-bbdf-d2c5d7242f33" providerId="ADAL" clId="{9EC62CE6-5916-C44C-8B2D-CBDB58F76810}" dt="2025-09-16T01:11:06.414" v="0" actId="2696"/>
        <pc:sldMkLst>
          <pc:docMk/>
          <pc:sldMk cId="3701175392" sldId="262"/>
        </pc:sldMkLst>
      </pc:sldChg>
    </pc:docChg>
  </pc:docChgLst>
  <pc:docChgLst>
    <pc:chgData name="Zhang, Zhongming" userId="57b61de0-a4db-46da-bbdf-d2c5d7242f33" providerId="ADAL" clId="{D863D4CD-31AA-5A4F-B922-5C55BFC53F47}"/>
    <pc:docChg chg="custSel addSld delSld modSld sldOrd">
      <pc:chgData name="Zhang, Zhongming" userId="57b61de0-a4db-46da-bbdf-d2c5d7242f33" providerId="ADAL" clId="{D863D4CD-31AA-5A4F-B922-5C55BFC53F47}" dt="2024-09-23T11:50:13.724" v="77" actId="27636"/>
      <pc:docMkLst>
        <pc:docMk/>
      </pc:docMkLst>
      <pc:sldChg chg="modSp mod">
        <pc:chgData name="Zhang, Zhongming" userId="57b61de0-a4db-46da-bbdf-d2c5d7242f33" providerId="ADAL" clId="{D863D4CD-31AA-5A4F-B922-5C55BFC53F47}" dt="2024-09-23T11:50:13.724" v="77" actId="27636"/>
        <pc:sldMkLst>
          <pc:docMk/>
          <pc:sldMk cId="3006271079" sldId="256"/>
        </pc:sldMkLst>
      </pc:sldChg>
      <pc:sldChg chg="addSp delSp modSp new mod modAnim">
        <pc:chgData name="Zhang, Zhongming" userId="57b61de0-a4db-46da-bbdf-d2c5d7242f33" providerId="ADAL" clId="{D863D4CD-31AA-5A4F-B922-5C55BFC53F47}" dt="2024-09-23T08:53:30.893" v="14"/>
        <pc:sldMkLst>
          <pc:docMk/>
          <pc:sldMk cId="72259756" sldId="257"/>
        </pc:sldMkLst>
      </pc:sldChg>
      <pc:sldChg chg="del">
        <pc:chgData name="Zhang, Zhongming" userId="57b61de0-a4db-46da-bbdf-d2c5d7242f33" providerId="ADAL" clId="{D863D4CD-31AA-5A4F-B922-5C55BFC53F47}" dt="2024-09-23T06:19:04.272" v="3" actId="2696"/>
        <pc:sldMkLst>
          <pc:docMk/>
          <pc:sldMk cId="4225825924" sldId="257"/>
        </pc:sldMkLst>
      </pc:sldChg>
      <pc:sldChg chg="del">
        <pc:chgData name="Zhang, Zhongming" userId="57b61de0-a4db-46da-bbdf-d2c5d7242f33" providerId="ADAL" clId="{D863D4CD-31AA-5A4F-B922-5C55BFC53F47}" dt="2024-09-23T06:19:06.527" v="4" actId="2696"/>
        <pc:sldMkLst>
          <pc:docMk/>
          <pc:sldMk cId="2313049699" sldId="258"/>
        </pc:sldMkLst>
      </pc:sldChg>
      <pc:sldChg chg="addSp delSp modSp new mod ord">
        <pc:chgData name="Zhang, Zhongming" userId="57b61de0-a4db-46da-bbdf-d2c5d7242f33" providerId="ADAL" clId="{D863D4CD-31AA-5A4F-B922-5C55BFC53F47}" dt="2024-09-23T09:07:07.814" v="33" actId="1076"/>
        <pc:sldMkLst>
          <pc:docMk/>
          <pc:sldMk cId="4183332604" sldId="258"/>
        </pc:sldMkLst>
      </pc:sldChg>
      <pc:sldChg chg="addSp delSp modSp new mod modAnim">
        <pc:chgData name="Zhang, Zhongming" userId="57b61de0-a4db-46da-bbdf-d2c5d7242f33" providerId="ADAL" clId="{D863D4CD-31AA-5A4F-B922-5C55BFC53F47}" dt="2024-09-23T09:06:16.483" v="27"/>
        <pc:sldMkLst>
          <pc:docMk/>
          <pc:sldMk cId="1325103521" sldId="259"/>
        </pc:sldMkLst>
      </pc:sldChg>
      <pc:sldChg chg="del">
        <pc:chgData name="Zhang, Zhongming" userId="57b61de0-a4db-46da-bbdf-d2c5d7242f33" providerId="ADAL" clId="{D863D4CD-31AA-5A4F-B922-5C55BFC53F47}" dt="2024-09-23T06:19:08.641" v="5" actId="2696"/>
        <pc:sldMkLst>
          <pc:docMk/>
          <pc:sldMk cId="4246897911" sldId="259"/>
        </pc:sldMkLst>
      </pc:sldChg>
      <pc:sldChg chg="addSp delSp modSp new mod">
        <pc:chgData name="Zhang, Zhongming" userId="57b61de0-a4db-46da-bbdf-d2c5d7242f33" providerId="ADAL" clId="{D863D4CD-31AA-5A4F-B922-5C55BFC53F47}" dt="2024-09-23T09:07:45.347" v="40" actId="14100"/>
        <pc:sldMkLst>
          <pc:docMk/>
          <pc:sldMk cId="488640755" sldId="260"/>
        </pc:sldMkLst>
      </pc:sldChg>
      <pc:sldChg chg="addSp delSp modSp new mod modAnim">
        <pc:chgData name="Zhang, Zhongming" userId="57b61de0-a4db-46da-bbdf-d2c5d7242f33" providerId="ADAL" clId="{D863D4CD-31AA-5A4F-B922-5C55BFC53F47}" dt="2024-09-23T09:09:17.583" v="52"/>
        <pc:sldMkLst>
          <pc:docMk/>
          <pc:sldMk cId="1515892753" sldId="261"/>
        </pc:sldMkLst>
      </pc:sldChg>
      <pc:sldChg chg="new">
        <pc:chgData name="Zhang, Zhongming" userId="57b61de0-a4db-46da-bbdf-d2c5d7242f33" providerId="ADAL" clId="{D863D4CD-31AA-5A4F-B922-5C55BFC53F47}" dt="2024-09-23T09:08:38.175" v="45" actId="680"/>
        <pc:sldMkLst>
          <pc:docMk/>
          <pc:sldMk cId="3701175392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8E40C-39FD-D543-B420-48EED03723C3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88AAB-5F9C-BF42-B68A-B7D4F37FB5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093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  <a:p>
            <a:r>
              <a:rPr kumimoji="1" lang="en" altLang="zh-CN" dirty="0"/>
              <a:t>Alright class, that was a lively and insightful debate! As your lecturer for *Digital Electronics*, I want to add a final perspective, especially since our course focuses heavily on **FPGA** design.</a:t>
            </a:r>
          </a:p>
          <a:p>
            <a:endParaRPr kumimoji="1" lang="en" altLang="zh-CN" dirty="0"/>
          </a:p>
          <a:p>
            <a:r>
              <a:rPr kumimoji="1" lang="en" altLang="zh-CN" dirty="0"/>
              <a:t>What makes this debate so fascinating for us is that the **FPGA sits precisely at the convergence point of hardware and software**.</a:t>
            </a:r>
          </a:p>
          <a:p>
            <a:endParaRPr kumimoji="1" lang="en" altLang="zh-CN" dirty="0"/>
          </a:p>
          <a:p>
            <a:r>
              <a:rPr kumimoji="1" lang="en" altLang="zh-CN" dirty="0"/>
              <a:t>Think about it:</a:t>
            </a:r>
          </a:p>
          <a:p>
            <a:r>
              <a:rPr kumimoji="1" lang="en" altLang="zh-CN" dirty="0"/>
              <a:t>*   You **program** the chip, which feels like software. You write code in HDLs like VHDL or Verilog.</a:t>
            </a:r>
          </a:p>
          <a:p>
            <a:r>
              <a:rPr kumimoji="1" lang="en" altLang="zh-CN" dirty="0"/>
              <a:t>*   But you are **designing digital circuits**, which is the core of hardware engineering. You are defining the actual logic gates, registers, and data paths.</a:t>
            </a:r>
          </a:p>
          <a:p>
            <a:endParaRPr kumimoji="1" lang="en" altLang="zh-CN" dirty="0"/>
          </a:p>
          <a:p>
            <a:r>
              <a:rPr kumimoji="1" lang="en" altLang="zh-CN" dirty="0"/>
              <a:t>So, rather than choosing a side, this debate highlights the unique and powerful skill set you are developing. You are not *just* hardware engineers and not *just* software engineers. You are learning to be **architects of both**.</a:t>
            </a:r>
          </a:p>
          <a:p>
            <a:endParaRPr kumimoji="1" lang="en" altLang="zh-CN" dirty="0"/>
          </a:p>
          <a:p>
            <a:r>
              <a:rPr kumimoji="1" lang="en" altLang="zh-CN" dirty="0"/>
              <a:t>This ability to think across the boundary—to understand how a software algorithm can be directly implemented in silicon—is what makes digital electronics and FPGA design so critical. It's the key to creating efficient, high-speed, and innovative solutions for everything from AI accelerators to advanced communication systems.</a:t>
            </a:r>
          </a:p>
          <a:p>
            <a:endParaRPr kumimoji="1" lang="en" altLang="zh-CN" dirty="0"/>
          </a:p>
          <a:p>
            <a:r>
              <a:rPr kumimoji="1" lang="en" altLang="zh-CN" dirty="0"/>
              <a:t>My conclusion for you is this: **The most important engineer is the one who understands both.** Don't see them as separate worlds. Embrace the synergy. The depth of understanding you gain in this course about how hardware *actually* works will make you a better programmer, designer, and problem-solver, no matter which path you choose to follow.</a:t>
            </a:r>
          </a:p>
          <a:p>
            <a:endParaRPr kumimoji="1" lang="en" altLang="zh-CN" dirty="0"/>
          </a:p>
          <a:p>
            <a:r>
              <a:rPr kumimoji="1" lang="en" altLang="zh-CN" dirty="0"/>
              <a:t>Excellent work today, everyone. I'm excited to see the systems you will all design and build.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88AAB-5F9C-BF42-B68A-B7D4F37FB5D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718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00E59-F415-EC60-4AC0-DFCA1037D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922437-05C7-82B1-ECE3-7D2402F88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781B22-6888-EBBB-F351-865163BA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F40BB-806A-E6B7-C921-A4064FA2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881EE0-CED8-D760-7A14-F9F86924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99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F070C-4F41-1FF0-14E1-2C115E38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7C0AB-346B-989E-EEC1-2F3A9324C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2C8DA-57CA-62B4-27D9-6F57F190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8370E-830C-8551-6B76-CFEF9C8C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D414C-D000-033D-86F6-DECFD34F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511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DD450-5C32-C2BB-88AA-9CEEDB44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98FCF-BA7A-B61F-559E-B8BEE4DC0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A703D-F74A-BF8C-A399-B36A258D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4EF44-D605-F2F9-D42E-998FE702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81A23-BD62-CEAD-93EA-2A1D939C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365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5C588-A10D-3B72-68C1-ACC0FC37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2597A-2D1B-0C1F-BEEB-1712997F9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82E430-8455-6AE9-29EB-CF8AFD67E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796E3F-10F8-7026-FD8B-32BE60E9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326F7-7320-D1A6-6AFB-A8004F75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E2588-60BF-A235-FB00-CC0B4155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14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C3BEC-D0A3-19F3-C51D-EB50A8E9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BD95F-6799-ED0D-3889-953D8355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CF96E0-B7DF-D284-7426-C8985DFE6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AADFA0-9DDA-848D-892B-CD66138B5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359383-6931-4D51-3405-07A5B9F4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01DF62-9204-C18E-F168-EA780890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F27C8B-8055-249E-882C-CB1AAA39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7A5A0C-9CC1-D793-0010-6DF16942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1624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7A6B8-C906-BA12-D3CD-C7625D5A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0A5F06-33AE-CCE4-691E-B531C024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E7C067-A1D4-8723-3815-CAFEB154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84178A-EE42-2433-3358-9D569E64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78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BA8D95-0704-C7F2-B33F-B0DD02CE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58E951-7A9C-AE4F-EE4C-F49F2AF0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CB4686-1902-8124-64FF-D17F6169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842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CCA47-8A0D-CAF5-98CB-D460F648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01ADFC-2A14-5FBD-7BC1-CE77E4A3A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51FEF2-759E-53A7-71A3-0E43522A1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0561A7-02D2-DF31-90BC-C2010D9A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1A3855-F2B3-CA5A-3C2D-E3B838F0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CDF05C-BF5A-E5AD-DD01-45DD0D62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50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54DF1-9158-C44B-3CD5-55217076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2F7503-B2A3-68C4-85D8-D21061A50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F8351A-4BFD-EE77-D4E0-DEA9EB97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4B30A7-1616-AA74-149F-EEB5FE2F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D0EE1-D53B-F30B-AC2B-659707A3F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99C336-4471-97C6-DDDD-5738609D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635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5B2DE-81A5-695C-B998-B12C735D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024BC0-5950-06EA-F064-77630881A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F66C6-966D-20E0-BA59-9BD69D6D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44ED6-0126-993E-CF1B-07B47AB9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912E6-3EE5-909F-FA61-9FF96786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743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1A9B71-A6DE-921A-E040-790A87B15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9812D4-347D-6083-0EE1-1B4AF7832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B786D-B4B9-8C5A-B17D-1C11DE0E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D9ABB-E63D-9D49-3804-08DEFC1C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485B5-BF2C-162D-DC7A-D97D2B31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66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0E6096-8A84-C0E9-4718-AF119809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FCF3E-3A6B-0E73-CE5A-69A19B182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4203D-B1CB-D7BE-2768-D6B358F19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F5CCD-4769-D14B-A451-E539F8681A07}" type="datetimeFigureOut">
              <a:rPr kumimoji="1" lang="zh-CN" altLang="en-US" smtClean="0"/>
              <a:t>2025/9/16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588CB-C230-D459-AC9D-74F53A73F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0ACFE-4F64-4989-08A0-C603B7AB5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9F64D-C094-3D40-A368-23EDB992DE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58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4C7F0-D420-B538-168A-073F0A74A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835" y="160020"/>
            <a:ext cx="11022330" cy="2387600"/>
          </a:xfrm>
        </p:spPr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CNENGR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228 Digital Electronics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73229D-4C46-8682-A6E4-FCFB9875C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kumimoji="1"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Zhongming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</a:t>
            </a:r>
          </a:p>
          <a:p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00627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E581E-47DB-6412-F007-A1805241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9B1557-7DBD-FE9A-0DF8-2CB5BCA67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365125"/>
            <a:ext cx="10134600" cy="901700"/>
          </a:xfrm>
        </p:spPr>
      </p:pic>
      <p:pic>
        <p:nvPicPr>
          <p:cNvPr id="7" name="图片 6" descr="图示, 示意图&#10;&#10;描述已自动生成">
            <a:extLst>
              <a:ext uri="{FF2B5EF4-FFF2-40B4-BE49-F238E27FC236}">
                <a16:creationId xmlns:a16="http://schemas.microsoft.com/office/drawing/2014/main" id="{739002A4-07B3-5915-37CE-C1283CE9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226" y="1929785"/>
            <a:ext cx="61976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F6FC9-D3F1-11F2-35A6-01077D47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文本&#10;&#10;描述已自动生成">
            <a:extLst>
              <a:ext uri="{FF2B5EF4-FFF2-40B4-BE49-F238E27FC236}">
                <a16:creationId xmlns:a16="http://schemas.microsoft.com/office/drawing/2014/main" id="{F0267042-2C77-63D9-8AB9-B65E87D75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850" y="399256"/>
            <a:ext cx="10020300" cy="1257300"/>
          </a:xfrm>
        </p:spPr>
      </p:pic>
      <p:pic>
        <p:nvPicPr>
          <p:cNvPr id="7" name="图片 6" descr="图示, 示意图&#10;&#10;描述已自动生成">
            <a:extLst>
              <a:ext uri="{FF2B5EF4-FFF2-40B4-BE49-F238E27FC236}">
                <a16:creationId xmlns:a16="http://schemas.microsoft.com/office/drawing/2014/main" id="{A913CFEB-E45A-AECC-FA00-2C76E6BE2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580" y="2063750"/>
            <a:ext cx="62611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20053-D38D-B62E-6D55-15FF6307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图示, 示意图&#10;&#10;描述已自动生成">
            <a:extLst>
              <a:ext uri="{FF2B5EF4-FFF2-40B4-BE49-F238E27FC236}">
                <a16:creationId xmlns:a16="http://schemas.microsoft.com/office/drawing/2014/main" id="{CA76DECD-819F-106F-3EC6-43AED8EEF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427" y="959525"/>
            <a:ext cx="10668751" cy="5175803"/>
          </a:xfrm>
        </p:spPr>
      </p:pic>
    </p:spTree>
    <p:extLst>
      <p:ext uri="{BB962C8B-B14F-4D97-AF65-F5344CB8AC3E}">
        <p14:creationId xmlns:p14="http://schemas.microsoft.com/office/powerpoint/2010/main" val="418333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5017A-799F-1059-D96D-E5D356F8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图示, 示意图&#10;&#10;描述已自动生成">
            <a:extLst>
              <a:ext uri="{FF2B5EF4-FFF2-40B4-BE49-F238E27FC236}">
                <a16:creationId xmlns:a16="http://schemas.microsoft.com/office/drawing/2014/main" id="{E5897451-47A2-F902-2DC1-4C540699D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088" y="129561"/>
            <a:ext cx="6194428" cy="6751838"/>
          </a:xfrm>
        </p:spPr>
      </p:pic>
    </p:spTree>
    <p:extLst>
      <p:ext uri="{BB962C8B-B14F-4D97-AF65-F5344CB8AC3E}">
        <p14:creationId xmlns:p14="http://schemas.microsoft.com/office/powerpoint/2010/main" val="488640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69207-9000-8708-3D74-300C067D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6736388-14C6-046B-D80A-95599A411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31006"/>
            <a:ext cx="10109200" cy="1193800"/>
          </a:xfrm>
        </p:spPr>
      </p:pic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7B0E05EE-0411-90FC-F2B6-A7B2AA1E4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42" y="1690687"/>
            <a:ext cx="9303774" cy="483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9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9F73E2-B17D-A4F6-A0DC-05F8347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58" y="145487"/>
            <a:ext cx="4368602" cy="1956841"/>
          </a:xfrm>
        </p:spPr>
        <p:txBody>
          <a:bodyPr anchor="b">
            <a:normAutofit/>
          </a:bodyPr>
          <a:lstStyle/>
          <a:p>
            <a:pPr algn="ctr"/>
            <a:r>
              <a:rPr kumimoji="1" lang="en-US" altLang="zh-CN" sz="5400" b="1" dirty="0"/>
              <a:t>Debate</a:t>
            </a:r>
            <a:endParaRPr kumimoji="1" lang="zh-CN" altLang="en-US" sz="5400" b="1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7F331-6889-1F43-2321-604D2487D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58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200" dirty="0"/>
              <a:t>In today's society, are hardware engineers more important or software engineers more important?</a:t>
            </a:r>
            <a:endParaRPr kumimoji="1" lang="zh-CN" altLang="en-US" sz="2200" dirty="0"/>
          </a:p>
        </p:txBody>
      </p:sp>
      <p:pic>
        <p:nvPicPr>
          <p:cNvPr id="5" name="图片 4" descr="白色背景上的电子元件">
            <a:extLst>
              <a:ext uri="{FF2B5EF4-FFF2-40B4-BE49-F238E27FC236}">
                <a16:creationId xmlns:a16="http://schemas.microsoft.com/office/drawing/2014/main" id="{AA297644-2C86-FF8E-6AB4-F23A2E8D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48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89C2438-45D2-4676-7171-22BFF09936E2}"/>
              </a:ext>
            </a:extLst>
          </p:cNvPr>
          <p:cNvSpPr txBox="1"/>
          <p:nvPr/>
        </p:nvSpPr>
        <p:spPr>
          <a:xfrm>
            <a:off x="298790" y="4755673"/>
            <a:ext cx="50113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Proposition: Hardware engineers are more important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Opposition: Software engineers are more important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300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351</Words>
  <Application>Microsoft Macintosh PowerPoint</Application>
  <PresentationFormat>宽屏</PresentationFormat>
  <Paragraphs>28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CNENGR 228 Digital Electronics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Debate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CNENGR 228</dc:title>
  <dc:creator>Zhang, Zhongming</dc:creator>
  <cp:lastModifiedBy>Zhang, Zhongming</cp:lastModifiedBy>
  <cp:revision>1</cp:revision>
  <dcterms:created xsi:type="dcterms:W3CDTF">2022-10-18T08:50:33Z</dcterms:created>
  <dcterms:modified xsi:type="dcterms:W3CDTF">2025-09-16T01:20:23Z</dcterms:modified>
</cp:coreProperties>
</file>