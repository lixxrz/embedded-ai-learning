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3.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 id="2147483650" r:id="rId3"/>
  </p:sldMasterIdLst>
  <p:notesMasterIdLst>
    <p:notesMasterId r:id="rId38"/>
  </p:notesMasterIdLst>
  <p:sldIdLst>
    <p:sldId id="256" r:id="rId4"/>
    <p:sldId id="355" r:id="rId5"/>
    <p:sldId id="257" r:id="rId6"/>
    <p:sldId id="267" r:id="rId7"/>
    <p:sldId id="305" r:id="rId8"/>
    <p:sldId id="268" r:id="rId9"/>
    <p:sldId id="314" r:id="rId10"/>
    <p:sldId id="343" r:id="rId11"/>
    <p:sldId id="349" r:id="rId12"/>
    <p:sldId id="347" r:id="rId13"/>
    <p:sldId id="350" r:id="rId14"/>
    <p:sldId id="273" r:id="rId15"/>
    <p:sldId id="338" r:id="rId16"/>
    <p:sldId id="339" r:id="rId17"/>
    <p:sldId id="331" r:id="rId18"/>
    <p:sldId id="283" r:id="rId19"/>
    <p:sldId id="317" r:id="rId20"/>
    <p:sldId id="341" r:id="rId21"/>
    <p:sldId id="335" r:id="rId22"/>
    <p:sldId id="340" r:id="rId23"/>
    <p:sldId id="336" r:id="rId24"/>
    <p:sldId id="316" r:id="rId25"/>
    <p:sldId id="284" r:id="rId26"/>
    <p:sldId id="344" r:id="rId27"/>
    <p:sldId id="345" r:id="rId28"/>
    <p:sldId id="346" r:id="rId29"/>
    <p:sldId id="354" r:id="rId30"/>
    <p:sldId id="353" r:id="rId31"/>
    <p:sldId id="270" r:id="rId32"/>
    <p:sldId id="271" r:id="rId33"/>
    <p:sldId id="342" r:id="rId34"/>
    <p:sldId id="351" r:id="rId35"/>
    <p:sldId id="352" r:id="rId36"/>
    <p:sldId id="356" r:id="rId37"/>
  </p:sldIdLst>
  <p:sldSz cx="9144000" cy="6858000" type="screen4x3"/>
  <p:notesSz cx="7099300" cy="10234613"/>
  <p:defaultTextStyle>
    <a:defPPr>
      <a:defRPr lang="en-GB"/>
    </a:defPPr>
    <a:lvl1pPr algn="l" defTabSz="449263" rtl="0" eaLnBrk="0" fontAlgn="base" hangingPunct="0">
      <a:spcBef>
        <a:spcPct val="0"/>
      </a:spcBef>
      <a:spcAft>
        <a:spcPct val="0"/>
      </a:spcAft>
      <a:defRPr kern="1200">
        <a:solidFill>
          <a:schemeClr val="tx1"/>
        </a:solidFill>
        <a:latin typeface="Arial" panose="020B0604020202020204" pitchFamily="34" charset="0"/>
        <a:ea typeface="DejaVu Sans" pitchFamily="34" charset="0"/>
        <a:cs typeface="DejaVu Sans" pitchFamily="34" charset="0"/>
      </a:defRPr>
    </a:lvl1pPr>
    <a:lvl2pPr marL="742950" indent="-285750" algn="l" defTabSz="449263" rtl="0" eaLnBrk="0" fontAlgn="base" hangingPunct="0">
      <a:spcBef>
        <a:spcPct val="0"/>
      </a:spcBef>
      <a:spcAft>
        <a:spcPct val="0"/>
      </a:spcAft>
      <a:defRPr kern="1200">
        <a:solidFill>
          <a:schemeClr val="tx1"/>
        </a:solidFill>
        <a:latin typeface="Arial" panose="020B0604020202020204" pitchFamily="34" charset="0"/>
        <a:ea typeface="DejaVu Sans" pitchFamily="34" charset="0"/>
        <a:cs typeface="DejaVu Sans" pitchFamily="34" charset="0"/>
      </a:defRPr>
    </a:lvl2pPr>
    <a:lvl3pPr marL="1143000" indent="-228600" algn="l" defTabSz="449263" rtl="0" eaLnBrk="0" fontAlgn="base" hangingPunct="0">
      <a:spcBef>
        <a:spcPct val="0"/>
      </a:spcBef>
      <a:spcAft>
        <a:spcPct val="0"/>
      </a:spcAft>
      <a:defRPr kern="1200">
        <a:solidFill>
          <a:schemeClr val="tx1"/>
        </a:solidFill>
        <a:latin typeface="Arial" panose="020B0604020202020204" pitchFamily="34" charset="0"/>
        <a:ea typeface="DejaVu Sans" pitchFamily="34" charset="0"/>
        <a:cs typeface="DejaVu Sans" pitchFamily="34" charset="0"/>
      </a:defRPr>
    </a:lvl3pPr>
    <a:lvl4pPr marL="1600200" indent="-228600" algn="l" defTabSz="449263" rtl="0" eaLnBrk="0" fontAlgn="base" hangingPunct="0">
      <a:spcBef>
        <a:spcPct val="0"/>
      </a:spcBef>
      <a:spcAft>
        <a:spcPct val="0"/>
      </a:spcAft>
      <a:defRPr kern="1200">
        <a:solidFill>
          <a:schemeClr val="tx1"/>
        </a:solidFill>
        <a:latin typeface="Arial" panose="020B0604020202020204" pitchFamily="34" charset="0"/>
        <a:ea typeface="DejaVu Sans" pitchFamily="34" charset="0"/>
        <a:cs typeface="DejaVu Sans" pitchFamily="34" charset="0"/>
      </a:defRPr>
    </a:lvl4pPr>
    <a:lvl5pPr marL="2057400" indent="-228600" algn="l" defTabSz="449263" rtl="0" eaLnBrk="0" fontAlgn="base" hangingPunct="0">
      <a:spcBef>
        <a:spcPct val="0"/>
      </a:spcBef>
      <a:spcAft>
        <a:spcPct val="0"/>
      </a:spcAft>
      <a:defRPr kern="1200">
        <a:solidFill>
          <a:schemeClr val="tx1"/>
        </a:solidFill>
        <a:latin typeface="Arial" panose="020B0604020202020204" pitchFamily="34" charset="0"/>
        <a:ea typeface="DejaVu Sans" pitchFamily="34" charset="0"/>
        <a:cs typeface="DejaVu Sans" pitchFamily="34" charset="0"/>
      </a:defRPr>
    </a:lvl5pPr>
    <a:lvl6pPr marL="2286000" algn="l" defTabSz="914400" rtl="0" eaLnBrk="1" latinLnBrk="0" hangingPunct="1">
      <a:defRPr kern="1200">
        <a:solidFill>
          <a:schemeClr val="tx1"/>
        </a:solidFill>
        <a:latin typeface="Arial" panose="020B0604020202020204" pitchFamily="34" charset="0"/>
        <a:ea typeface="DejaVu Sans" pitchFamily="34" charset="0"/>
        <a:cs typeface="DejaVu Sans" pitchFamily="34" charset="0"/>
      </a:defRPr>
    </a:lvl6pPr>
    <a:lvl7pPr marL="2743200" algn="l" defTabSz="914400" rtl="0" eaLnBrk="1" latinLnBrk="0" hangingPunct="1">
      <a:defRPr kern="1200">
        <a:solidFill>
          <a:schemeClr val="tx1"/>
        </a:solidFill>
        <a:latin typeface="Arial" panose="020B0604020202020204" pitchFamily="34" charset="0"/>
        <a:ea typeface="DejaVu Sans" pitchFamily="34" charset="0"/>
        <a:cs typeface="DejaVu Sans" pitchFamily="34" charset="0"/>
      </a:defRPr>
    </a:lvl7pPr>
    <a:lvl8pPr marL="3200400" algn="l" defTabSz="914400" rtl="0" eaLnBrk="1" latinLnBrk="0" hangingPunct="1">
      <a:defRPr kern="1200">
        <a:solidFill>
          <a:schemeClr val="tx1"/>
        </a:solidFill>
        <a:latin typeface="Arial" panose="020B0604020202020204" pitchFamily="34" charset="0"/>
        <a:ea typeface="DejaVu Sans" pitchFamily="34" charset="0"/>
        <a:cs typeface="DejaVu Sans" pitchFamily="34" charset="0"/>
      </a:defRPr>
    </a:lvl8pPr>
    <a:lvl9pPr marL="3657600" algn="l" defTabSz="914400" rtl="0" eaLnBrk="1" latinLnBrk="0" hangingPunct="1">
      <a:defRPr kern="1200">
        <a:solidFill>
          <a:schemeClr val="tx1"/>
        </a:solidFill>
        <a:latin typeface="Arial" panose="020B0604020202020204" pitchFamily="34" charset="0"/>
        <a:ea typeface="DejaVu Sans" pitchFamily="34" charset="0"/>
        <a:cs typeface="DejaVu Sans"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854" autoAdjust="0"/>
    <p:restoredTop sz="70845"/>
  </p:normalViewPr>
  <p:slideViewPr>
    <p:cSldViewPr>
      <p:cViewPr varScale="1">
        <p:scale>
          <a:sx n="81" d="100"/>
          <a:sy n="81" d="100"/>
        </p:scale>
        <p:origin x="2984" y="176"/>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sorterViewPr>
    <p:cViewPr varScale="1">
      <p:scale>
        <a:sx n="1" d="1"/>
        <a:sy n="1" d="1"/>
      </p:scale>
      <p:origin x="0" y="0"/>
    </p:cViewPr>
  </p:sorter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microsoft.com/office/2016/11/relationships/changesInfo" Target="changesInfos/changesInfo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ng, Zhongming" userId="57b61de0-a4db-46da-bbdf-d2c5d7242f33" providerId="ADAL" clId="{98CA8623-D94A-6D46-BA6D-A65E8F411061}"/>
    <pc:docChg chg="custSel modSld">
      <pc:chgData name="Zhang, Zhongming" userId="57b61de0-a4db-46da-bbdf-d2c5d7242f33" providerId="ADAL" clId="{98CA8623-D94A-6D46-BA6D-A65E8F411061}" dt="2024-09-09T02:38:39.452" v="26" actId="20577"/>
      <pc:docMkLst>
        <pc:docMk/>
      </pc:docMkLst>
      <pc:sldChg chg="modSp mod">
        <pc:chgData name="Zhang, Zhongming" userId="57b61de0-a4db-46da-bbdf-d2c5d7242f33" providerId="ADAL" clId="{98CA8623-D94A-6D46-BA6D-A65E8F411061}" dt="2024-09-09T02:38:39.452" v="26" actId="20577"/>
        <pc:sldMkLst>
          <pc:docMk/>
          <pc:sldMk cId="0" sldId="256"/>
        </pc:sldMkLst>
        <pc:spChg chg="mod">
          <ac:chgData name="Zhang, Zhongming" userId="57b61de0-a4db-46da-bbdf-d2c5d7242f33" providerId="ADAL" clId="{98CA8623-D94A-6D46-BA6D-A65E8F411061}" dt="2024-09-09T02:38:39.452" v="26" actId="20577"/>
          <ac:spMkLst>
            <pc:docMk/>
            <pc:sldMk cId="0" sldId="256"/>
            <ac:spMk id="11" creationId="{E1E987C4-F106-4462-880D-452B1769B813}"/>
          </ac:spMkLst>
        </pc:spChg>
      </pc:sldChg>
    </pc:docChg>
  </pc:docChgLst>
  <pc:docChgLst>
    <pc:chgData name="Hasan" userId="c822c386-02ec-452f-9f8e-99a5f765bc4f" providerId="ADAL" clId="{02210C53-A5E2-4600-BFF9-543FA9B5185E}"/>
    <pc:docChg chg="modSld">
      <pc:chgData name="Hasan" userId="c822c386-02ec-452f-9f8e-99a5f765bc4f" providerId="ADAL" clId="{02210C53-A5E2-4600-BFF9-543FA9B5185E}" dt="2021-09-19T14:41:37.930" v="3"/>
      <pc:docMkLst>
        <pc:docMk/>
      </pc:docMkLst>
      <pc:sldChg chg="addSp delSp modSp mod">
        <pc:chgData name="Hasan" userId="c822c386-02ec-452f-9f8e-99a5f765bc4f" providerId="ADAL" clId="{02210C53-A5E2-4600-BFF9-543FA9B5185E}" dt="2021-09-19T14:41:37.930" v="3"/>
        <pc:sldMkLst>
          <pc:docMk/>
          <pc:sldMk cId="0" sldId="256"/>
        </pc:sldMkLst>
        <pc:spChg chg="mod">
          <ac:chgData name="Hasan" userId="c822c386-02ec-452f-9f8e-99a5f765bc4f" providerId="ADAL" clId="{02210C53-A5E2-4600-BFF9-543FA9B5185E}" dt="2021-09-19T14:41:36.557" v="2" actId="6549"/>
          <ac:spMkLst>
            <pc:docMk/>
            <pc:sldMk cId="0" sldId="256"/>
            <ac:spMk id="6" creationId="{21C3D5B7-0D2A-1948-9979-1793EA6D2DD8}"/>
          </ac:spMkLst>
        </pc:spChg>
        <pc:spChg chg="add del mod">
          <ac:chgData name="Hasan" userId="c822c386-02ec-452f-9f8e-99a5f765bc4f" providerId="ADAL" clId="{02210C53-A5E2-4600-BFF9-543FA9B5185E}" dt="2021-09-19T14:41:34.646" v="1"/>
          <ac:spMkLst>
            <pc:docMk/>
            <pc:sldMk cId="0" sldId="256"/>
            <ac:spMk id="10" creationId="{C14B8002-1361-467A-BE4C-5C3AB622BAC5}"/>
          </ac:spMkLst>
        </pc:spChg>
        <pc:spChg chg="add mod">
          <ac:chgData name="Hasan" userId="c822c386-02ec-452f-9f8e-99a5f765bc4f" providerId="ADAL" clId="{02210C53-A5E2-4600-BFF9-543FA9B5185E}" dt="2021-09-19T14:41:37.930" v="3"/>
          <ac:spMkLst>
            <pc:docMk/>
            <pc:sldMk cId="0" sldId="256"/>
            <ac:spMk id="11" creationId="{E1E987C4-F106-4462-880D-452B1769B813}"/>
          </ac:spMkLst>
        </pc:spChg>
      </pc:sldChg>
    </pc:docChg>
  </pc:docChgLst>
  <pc:docChgLst>
    <pc:chgData name="Zhang, Zhongming" userId="57b61de0-a4db-46da-bbdf-d2c5d7242f33" providerId="ADAL" clId="{BC7A92EA-FDE2-454B-912A-229FCB2A75DB}"/>
    <pc:docChg chg="custSel modSld">
      <pc:chgData name="Zhang, Zhongming" userId="57b61de0-a4db-46da-bbdf-d2c5d7242f33" providerId="ADAL" clId="{BC7A92EA-FDE2-454B-912A-229FCB2A75DB}" dt="2022-09-04T13:27:27.327" v="133" actId="478"/>
      <pc:docMkLst>
        <pc:docMk/>
      </pc:docMkLst>
      <pc:sldChg chg="delSp modSp mod delAnim">
        <pc:chgData name="Zhang, Zhongming" userId="57b61de0-a4db-46da-bbdf-d2c5d7242f33" providerId="ADAL" clId="{BC7A92EA-FDE2-454B-912A-229FCB2A75DB}" dt="2022-09-04T13:26:25.505" v="106" actId="478"/>
        <pc:sldMkLst>
          <pc:docMk/>
          <pc:sldMk cId="0" sldId="256"/>
        </pc:sldMkLst>
        <pc:spChg chg="mod">
          <ac:chgData name="Zhang, Zhongming" userId="57b61de0-a4db-46da-bbdf-d2c5d7242f33" providerId="ADAL" clId="{BC7A92EA-FDE2-454B-912A-229FCB2A75DB}" dt="2022-09-04T13:20:28.496" v="105" actId="20577"/>
          <ac:spMkLst>
            <pc:docMk/>
            <pc:sldMk cId="0" sldId="256"/>
            <ac:spMk id="11" creationId="{E1E987C4-F106-4462-880D-452B1769B813}"/>
          </ac:spMkLst>
        </pc:spChg>
        <pc:picChg chg="del">
          <ac:chgData name="Zhang, Zhongming" userId="57b61de0-a4db-46da-bbdf-d2c5d7242f33" providerId="ADAL" clId="{BC7A92EA-FDE2-454B-912A-229FCB2A75DB}" dt="2022-09-04T13:26:25.505" v="106" actId="478"/>
          <ac:picMkLst>
            <pc:docMk/>
            <pc:sldMk cId="0" sldId="256"/>
            <ac:picMk id="7" creationId="{CC371384-C0D6-6347-9F78-2C529DD1E147}"/>
          </ac:picMkLst>
        </pc:picChg>
      </pc:sldChg>
      <pc:sldChg chg="delSp mod delAnim">
        <pc:chgData name="Zhang, Zhongming" userId="57b61de0-a4db-46da-bbdf-d2c5d7242f33" providerId="ADAL" clId="{BC7A92EA-FDE2-454B-912A-229FCB2A75DB}" dt="2022-09-04T13:26:29.606" v="108" actId="478"/>
        <pc:sldMkLst>
          <pc:docMk/>
          <pc:sldMk cId="0" sldId="257"/>
        </pc:sldMkLst>
        <pc:picChg chg="del">
          <ac:chgData name="Zhang, Zhongming" userId="57b61de0-a4db-46da-bbdf-d2c5d7242f33" providerId="ADAL" clId="{BC7A92EA-FDE2-454B-912A-229FCB2A75DB}" dt="2022-09-04T13:26:29.606" v="108" actId="478"/>
          <ac:picMkLst>
            <pc:docMk/>
            <pc:sldMk cId="0" sldId="257"/>
            <ac:picMk id="2" creationId="{8F690987-B668-7D41-B990-29682E8D7842}"/>
          </ac:picMkLst>
        </pc:picChg>
      </pc:sldChg>
      <pc:sldChg chg="delSp mod delAnim">
        <pc:chgData name="Zhang, Zhongming" userId="57b61de0-a4db-46da-bbdf-d2c5d7242f33" providerId="ADAL" clId="{BC7A92EA-FDE2-454B-912A-229FCB2A75DB}" dt="2022-09-04T13:26:31.544" v="109" actId="478"/>
        <pc:sldMkLst>
          <pc:docMk/>
          <pc:sldMk cId="0" sldId="267"/>
        </pc:sldMkLst>
        <pc:picChg chg="del">
          <ac:chgData name="Zhang, Zhongming" userId="57b61de0-a4db-46da-bbdf-d2c5d7242f33" providerId="ADAL" clId="{BC7A92EA-FDE2-454B-912A-229FCB2A75DB}" dt="2022-09-04T13:26:31.544" v="109" actId="478"/>
          <ac:picMkLst>
            <pc:docMk/>
            <pc:sldMk cId="0" sldId="267"/>
            <ac:picMk id="6" creationId="{A6F5650E-F05C-CC4B-9782-6E0641E3528F}"/>
          </ac:picMkLst>
        </pc:picChg>
      </pc:sldChg>
      <pc:sldChg chg="delSp mod delAnim">
        <pc:chgData name="Zhang, Zhongming" userId="57b61de0-a4db-46da-bbdf-d2c5d7242f33" providerId="ADAL" clId="{BC7A92EA-FDE2-454B-912A-229FCB2A75DB}" dt="2022-09-04T13:26:35.231" v="111" actId="478"/>
        <pc:sldMkLst>
          <pc:docMk/>
          <pc:sldMk cId="0" sldId="268"/>
        </pc:sldMkLst>
        <pc:picChg chg="del">
          <ac:chgData name="Zhang, Zhongming" userId="57b61de0-a4db-46da-bbdf-d2c5d7242f33" providerId="ADAL" clId="{BC7A92EA-FDE2-454B-912A-229FCB2A75DB}" dt="2022-09-04T13:26:35.231" v="111" actId="478"/>
          <ac:picMkLst>
            <pc:docMk/>
            <pc:sldMk cId="0" sldId="268"/>
            <ac:picMk id="4" creationId="{6D923CB1-2472-684B-BDCD-438E9F0855E0}"/>
          </ac:picMkLst>
        </pc:picChg>
      </pc:sldChg>
      <pc:sldChg chg="delSp mod delAnim">
        <pc:chgData name="Zhang, Zhongming" userId="57b61de0-a4db-46da-bbdf-d2c5d7242f33" providerId="ADAL" clId="{BC7A92EA-FDE2-454B-912A-229FCB2A75DB}" dt="2022-09-04T13:26:47.004" v="117" actId="478"/>
        <pc:sldMkLst>
          <pc:docMk/>
          <pc:sldMk cId="0" sldId="273"/>
        </pc:sldMkLst>
        <pc:picChg chg="del">
          <ac:chgData name="Zhang, Zhongming" userId="57b61de0-a4db-46da-bbdf-d2c5d7242f33" providerId="ADAL" clId="{BC7A92EA-FDE2-454B-912A-229FCB2A75DB}" dt="2022-09-04T13:26:47.004" v="117" actId="478"/>
          <ac:picMkLst>
            <pc:docMk/>
            <pc:sldMk cId="0" sldId="273"/>
            <ac:picMk id="3" creationId="{76D07901-7EB4-D84D-8478-F1DF4498B3F0}"/>
          </ac:picMkLst>
        </pc:picChg>
      </pc:sldChg>
      <pc:sldChg chg="delSp mod delAnim">
        <pc:chgData name="Zhang, Zhongming" userId="57b61de0-a4db-46da-bbdf-d2c5d7242f33" providerId="ADAL" clId="{BC7A92EA-FDE2-454B-912A-229FCB2A75DB}" dt="2022-09-04T13:26:54.192" v="121" actId="478"/>
        <pc:sldMkLst>
          <pc:docMk/>
          <pc:sldMk cId="0" sldId="283"/>
        </pc:sldMkLst>
        <pc:picChg chg="del">
          <ac:chgData name="Zhang, Zhongming" userId="57b61de0-a4db-46da-bbdf-d2c5d7242f33" providerId="ADAL" clId="{BC7A92EA-FDE2-454B-912A-229FCB2A75DB}" dt="2022-09-04T13:26:54.192" v="121" actId="478"/>
          <ac:picMkLst>
            <pc:docMk/>
            <pc:sldMk cId="0" sldId="283"/>
            <ac:picMk id="4" creationId="{4CBAD159-AE39-6D46-99F9-2DEB52EEB57B}"/>
          </ac:picMkLst>
        </pc:picChg>
      </pc:sldChg>
      <pc:sldChg chg="delSp mod delAnim">
        <pc:chgData name="Zhang, Zhongming" userId="57b61de0-a4db-46da-bbdf-d2c5d7242f33" providerId="ADAL" clId="{BC7A92EA-FDE2-454B-912A-229FCB2A75DB}" dt="2022-09-04T13:27:18.126" v="128" actId="478"/>
        <pc:sldMkLst>
          <pc:docMk/>
          <pc:sldMk cId="0" sldId="284"/>
        </pc:sldMkLst>
        <pc:picChg chg="del">
          <ac:chgData name="Zhang, Zhongming" userId="57b61de0-a4db-46da-bbdf-d2c5d7242f33" providerId="ADAL" clId="{BC7A92EA-FDE2-454B-912A-229FCB2A75DB}" dt="2022-09-04T13:27:18.126" v="128" actId="478"/>
          <ac:picMkLst>
            <pc:docMk/>
            <pc:sldMk cId="0" sldId="284"/>
            <ac:picMk id="2" creationId="{EA103EEC-BE28-7E4E-A493-4786BAA4D309}"/>
          </ac:picMkLst>
        </pc:picChg>
      </pc:sldChg>
      <pc:sldChg chg="delSp mod delAnim">
        <pc:chgData name="Zhang, Zhongming" userId="57b61de0-a4db-46da-bbdf-d2c5d7242f33" providerId="ADAL" clId="{BC7A92EA-FDE2-454B-912A-229FCB2A75DB}" dt="2022-09-04T13:26:33.400" v="110" actId="478"/>
        <pc:sldMkLst>
          <pc:docMk/>
          <pc:sldMk cId="0" sldId="305"/>
        </pc:sldMkLst>
        <pc:picChg chg="del">
          <ac:chgData name="Zhang, Zhongming" userId="57b61de0-a4db-46da-bbdf-d2c5d7242f33" providerId="ADAL" clId="{BC7A92EA-FDE2-454B-912A-229FCB2A75DB}" dt="2022-09-04T13:26:33.400" v="110" actId="478"/>
          <ac:picMkLst>
            <pc:docMk/>
            <pc:sldMk cId="0" sldId="305"/>
            <ac:picMk id="3" creationId="{1FA0B9C1-7366-CB41-9131-FFC7190C65D2}"/>
          </ac:picMkLst>
        </pc:picChg>
      </pc:sldChg>
      <pc:sldChg chg="delSp mod delAnim">
        <pc:chgData name="Zhang, Zhongming" userId="57b61de0-a4db-46da-bbdf-d2c5d7242f33" providerId="ADAL" clId="{BC7A92EA-FDE2-454B-912A-229FCB2A75DB}" dt="2022-09-04T13:26:37.055" v="112" actId="478"/>
        <pc:sldMkLst>
          <pc:docMk/>
          <pc:sldMk cId="0" sldId="314"/>
        </pc:sldMkLst>
        <pc:picChg chg="del">
          <ac:chgData name="Zhang, Zhongming" userId="57b61de0-a4db-46da-bbdf-d2c5d7242f33" providerId="ADAL" clId="{BC7A92EA-FDE2-454B-912A-229FCB2A75DB}" dt="2022-09-04T13:26:37.055" v="112" actId="478"/>
          <ac:picMkLst>
            <pc:docMk/>
            <pc:sldMk cId="0" sldId="314"/>
            <ac:picMk id="3" creationId="{32C3ED32-6403-744C-A5AC-BFCAE9A4D9F1}"/>
          </ac:picMkLst>
        </pc:picChg>
      </pc:sldChg>
      <pc:sldChg chg="delSp mod delAnim">
        <pc:chgData name="Zhang, Zhongming" userId="57b61de0-a4db-46da-bbdf-d2c5d7242f33" providerId="ADAL" clId="{BC7A92EA-FDE2-454B-912A-229FCB2A75DB}" dt="2022-09-04T13:27:16.267" v="127" actId="478"/>
        <pc:sldMkLst>
          <pc:docMk/>
          <pc:sldMk cId="0" sldId="316"/>
        </pc:sldMkLst>
        <pc:picChg chg="del">
          <ac:chgData name="Zhang, Zhongming" userId="57b61de0-a4db-46da-bbdf-d2c5d7242f33" providerId="ADAL" clId="{BC7A92EA-FDE2-454B-912A-229FCB2A75DB}" dt="2022-09-04T13:27:16.267" v="127" actId="478"/>
          <ac:picMkLst>
            <pc:docMk/>
            <pc:sldMk cId="0" sldId="316"/>
            <ac:picMk id="4" creationId="{350917A2-A15E-5948-959F-63B72114CAD8}"/>
          </ac:picMkLst>
        </pc:picChg>
      </pc:sldChg>
      <pc:sldChg chg="delSp mod delAnim">
        <pc:chgData name="Zhang, Zhongming" userId="57b61de0-a4db-46da-bbdf-d2c5d7242f33" providerId="ADAL" clId="{BC7A92EA-FDE2-454B-912A-229FCB2A75DB}" dt="2022-09-04T13:27:06.807" v="122" actId="478"/>
        <pc:sldMkLst>
          <pc:docMk/>
          <pc:sldMk cId="0" sldId="317"/>
        </pc:sldMkLst>
        <pc:picChg chg="del">
          <ac:chgData name="Zhang, Zhongming" userId="57b61de0-a4db-46da-bbdf-d2c5d7242f33" providerId="ADAL" clId="{BC7A92EA-FDE2-454B-912A-229FCB2A75DB}" dt="2022-09-04T13:27:06.807" v="122" actId="478"/>
          <ac:picMkLst>
            <pc:docMk/>
            <pc:sldMk cId="0" sldId="317"/>
            <ac:picMk id="3" creationId="{A6676D02-CF72-C04A-BA47-7D3F997C91C9}"/>
          </ac:picMkLst>
        </pc:picChg>
      </pc:sldChg>
      <pc:sldChg chg="delSp mod delAnim">
        <pc:chgData name="Zhang, Zhongming" userId="57b61de0-a4db-46da-bbdf-d2c5d7242f33" providerId="ADAL" clId="{BC7A92EA-FDE2-454B-912A-229FCB2A75DB}" dt="2022-09-04T13:26:52.414" v="120" actId="478"/>
        <pc:sldMkLst>
          <pc:docMk/>
          <pc:sldMk cId="0" sldId="331"/>
        </pc:sldMkLst>
        <pc:picChg chg="del">
          <ac:chgData name="Zhang, Zhongming" userId="57b61de0-a4db-46da-bbdf-d2c5d7242f33" providerId="ADAL" clId="{BC7A92EA-FDE2-454B-912A-229FCB2A75DB}" dt="2022-09-04T13:26:52.414" v="120" actId="478"/>
          <ac:picMkLst>
            <pc:docMk/>
            <pc:sldMk cId="0" sldId="331"/>
            <ac:picMk id="2" creationId="{F4C39CC1-F34A-5C40-8944-36F10E578115}"/>
          </ac:picMkLst>
        </pc:picChg>
      </pc:sldChg>
      <pc:sldChg chg="delSp mod delAnim">
        <pc:chgData name="Zhang, Zhongming" userId="57b61de0-a4db-46da-bbdf-d2c5d7242f33" providerId="ADAL" clId="{BC7A92EA-FDE2-454B-912A-229FCB2A75DB}" dt="2022-09-04T13:27:10.603" v="124" actId="478"/>
        <pc:sldMkLst>
          <pc:docMk/>
          <pc:sldMk cId="0" sldId="335"/>
        </pc:sldMkLst>
        <pc:picChg chg="del">
          <ac:chgData name="Zhang, Zhongming" userId="57b61de0-a4db-46da-bbdf-d2c5d7242f33" providerId="ADAL" clId="{BC7A92EA-FDE2-454B-912A-229FCB2A75DB}" dt="2022-09-04T13:27:10.603" v="124" actId="478"/>
          <ac:picMkLst>
            <pc:docMk/>
            <pc:sldMk cId="0" sldId="335"/>
            <ac:picMk id="3" creationId="{3645032B-4739-8A4A-A075-84DD6F02FD45}"/>
          </ac:picMkLst>
        </pc:picChg>
      </pc:sldChg>
      <pc:sldChg chg="delSp mod delAnim">
        <pc:chgData name="Zhang, Zhongming" userId="57b61de0-a4db-46da-bbdf-d2c5d7242f33" providerId="ADAL" clId="{BC7A92EA-FDE2-454B-912A-229FCB2A75DB}" dt="2022-09-04T13:27:14.365" v="126" actId="478"/>
        <pc:sldMkLst>
          <pc:docMk/>
          <pc:sldMk cId="0" sldId="336"/>
        </pc:sldMkLst>
        <pc:picChg chg="del">
          <ac:chgData name="Zhang, Zhongming" userId="57b61de0-a4db-46da-bbdf-d2c5d7242f33" providerId="ADAL" clId="{BC7A92EA-FDE2-454B-912A-229FCB2A75DB}" dt="2022-09-04T13:27:14.365" v="126" actId="478"/>
          <ac:picMkLst>
            <pc:docMk/>
            <pc:sldMk cId="0" sldId="336"/>
            <ac:picMk id="5" creationId="{23970D28-E99B-D641-8BEB-2408DAB28D1E}"/>
          </ac:picMkLst>
        </pc:picChg>
      </pc:sldChg>
      <pc:sldChg chg="delSp mod delAnim">
        <pc:chgData name="Zhang, Zhongming" userId="57b61de0-a4db-46da-bbdf-d2c5d7242f33" providerId="ADAL" clId="{BC7A92EA-FDE2-454B-912A-229FCB2A75DB}" dt="2022-09-04T13:26:48.870" v="118" actId="478"/>
        <pc:sldMkLst>
          <pc:docMk/>
          <pc:sldMk cId="0" sldId="338"/>
        </pc:sldMkLst>
        <pc:picChg chg="del">
          <ac:chgData name="Zhang, Zhongming" userId="57b61de0-a4db-46da-bbdf-d2c5d7242f33" providerId="ADAL" clId="{BC7A92EA-FDE2-454B-912A-229FCB2A75DB}" dt="2022-09-04T13:26:48.870" v="118" actId="478"/>
          <ac:picMkLst>
            <pc:docMk/>
            <pc:sldMk cId="0" sldId="338"/>
            <ac:picMk id="2" creationId="{919FFD07-D7BF-B74C-843F-5C0B74870F45}"/>
          </ac:picMkLst>
        </pc:picChg>
      </pc:sldChg>
      <pc:sldChg chg="delSp mod delAnim">
        <pc:chgData name="Zhang, Zhongming" userId="57b61de0-a4db-46da-bbdf-d2c5d7242f33" providerId="ADAL" clId="{BC7A92EA-FDE2-454B-912A-229FCB2A75DB}" dt="2022-09-04T13:26:50.431" v="119" actId="478"/>
        <pc:sldMkLst>
          <pc:docMk/>
          <pc:sldMk cId="0" sldId="339"/>
        </pc:sldMkLst>
        <pc:picChg chg="del">
          <ac:chgData name="Zhang, Zhongming" userId="57b61de0-a4db-46da-bbdf-d2c5d7242f33" providerId="ADAL" clId="{BC7A92EA-FDE2-454B-912A-229FCB2A75DB}" dt="2022-09-04T13:26:50.431" v="119" actId="478"/>
          <ac:picMkLst>
            <pc:docMk/>
            <pc:sldMk cId="0" sldId="339"/>
            <ac:picMk id="2" creationId="{7F135DE3-A173-B446-8FC5-CC244AE645B2}"/>
          </ac:picMkLst>
        </pc:picChg>
      </pc:sldChg>
      <pc:sldChg chg="delSp mod delAnim">
        <pc:chgData name="Zhang, Zhongming" userId="57b61de0-a4db-46da-bbdf-d2c5d7242f33" providerId="ADAL" clId="{BC7A92EA-FDE2-454B-912A-229FCB2A75DB}" dt="2022-09-04T13:27:12.516" v="125" actId="478"/>
        <pc:sldMkLst>
          <pc:docMk/>
          <pc:sldMk cId="0" sldId="340"/>
        </pc:sldMkLst>
        <pc:picChg chg="del">
          <ac:chgData name="Zhang, Zhongming" userId="57b61de0-a4db-46da-bbdf-d2c5d7242f33" providerId="ADAL" clId="{BC7A92EA-FDE2-454B-912A-229FCB2A75DB}" dt="2022-09-04T13:27:12.516" v="125" actId="478"/>
          <ac:picMkLst>
            <pc:docMk/>
            <pc:sldMk cId="0" sldId="340"/>
            <ac:picMk id="3" creationId="{6F8BE616-1728-0843-BAE2-1F5B3741CDEA}"/>
          </ac:picMkLst>
        </pc:picChg>
      </pc:sldChg>
      <pc:sldChg chg="delSp mod delAnim">
        <pc:chgData name="Zhang, Zhongming" userId="57b61de0-a4db-46da-bbdf-d2c5d7242f33" providerId="ADAL" clId="{BC7A92EA-FDE2-454B-912A-229FCB2A75DB}" dt="2022-09-04T13:27:08.639" v="123" actId="478"/>
        <pc:sldMkLst>
          <pc:docMk/>
          <pc:sldMk cId="0" sldId="341"/>
        </pc:sldMkLst>
        <pc:picChg chg="del">
          <ac:chgData name="Zhang, Zhongming" userId="57b61de0-a4db-46da-bbdf-d2c5d7242f33" providerId="ADAL" clId="{BC7A92EA-FDE2-454B-912A-229FCB2A75DB}" dt="2022-09-04T13:27:08.639" v="123" actId="478"/>
          <ac:picMkLst>
            <pc:docMk/>
            <pc:sldMk cId="0" sldId="341"/>
            <ac:picMk id="2" creationId="{357BEDC2-4B22-094D-A56A-29F79D1C76EC}"/>
          </ac:picMkLst>
        </pc:picChg>
      </pc:sldChg>
      <pc:sldChg chg="delSp mod delAnim">
        <pc:chgData name="Zhang, Zhongming" userId="57b61de0-a4db-46da-bbdf-d2c5d7242f33" providerId="ADAL" clId="{BC7A92EA-FDE2-454B-912A-229FCB2A75DB}" dt="2022-09-04T13:26:38.723" v="113" actId="478"/>
        <pc:sldMkLst>
          <pc:docMk/>
          <pc:sldMk cId="0" sldId="343"/>
        </pc:sldMkLst>
        <pc:picChg chg="del">
          <ac:chgData name="Zhang, Zhongming" userId="57b61de0-a4db-46da-bbdf-d2c5d7242f33" providerId="ADAL" clId="{BC7A92EA-FDE2-454B-912A-229FCB2A75DB}" dt="2022-09-04T13:26:38.723" v="113" actId="478"/>
          <ac:picMkLst>
            <pc:docMk/>
            <pc:sldMk cId="0" sldId="343"/>
            <ac:picMk id="2" creationId="{CCEE2552-9785-6749-B27E-A94C6EC45C6B}"/>
          </ac:picMkLst>
        </pc:picChg>
      </pc:sldChg>
      <pc:sldChg chg="delSp mod delAnim">
        <pc:chgData name="Zhang, Zhongming" userId="57b61de0-a4db-46da-bbdf-d2c5d7242f33" providerId="ADAL" clId="{BC7A92EA-FDE2-454B-912A-229FCB2A75DB}" dt="2022-09-04T13:27:19.859" v="129" actId="478"/>
        <pc:sldMkLst>
          <pc:docMk/>
          <pc:sldMk cId="0" sldId="344"/>
        </pc:sldMkLst>
        <pc:picChg chg="del">
          <ac:chgData name="Zhang, Zhongming" userId="57b61de0-a4db-46da-bbdf-d2c5d7242f33" providerId="ADAL" clId="{BC7A92EA-FDE2-454B-912A-229FCB2A75DB}" dt="2022-09-04T13:27:19.859" v="129" actId="478"/>
          <ac:picMkLst>
            <pc:docMk/>
            <pc:sldMk cId="0" sldId="344"/>
            <ac:picMk id="3" creationId="{E89389AB-A90B-0A49-B8F0-54A195D02EC4}"/>
          </ac:picMkLst>
        </pc:picChg>
      </pc:sldChg>
      <pc:sldChg chg="delSp mod delAnim">
        <pc:chgData name="Zhang, Zhongming" userId="57b61de0-a4db-46da-bbdf-d2c5d7242f33" providerId="ADAL" clId="{BC7A92EA-FDE2-454B-912A-229FCB2A75DB}" dt="2022-09-04T13:27:21.678" v="130" actId="478"/>
        <pc:sldMkLst>
          <pc:docMk/>
          <pc:sldMk cId="0" sldId="345"/>
        </pc:sldMkLst>
        <pc:picChg chg="del">
          <ac:chgData name="Zhang, Zhongming" userId="57b61de0-a4db-46da-bbdf-d2c5d7242f33" providerId="ADAL" clId="{BC7A92EA-FDE2-454B-912A-229FCB2A75DB}" dt="2022-09-04T13:27:21.678" v="130" actId="478"/>
          <ac:picMkLst>
            <pc:docMk/>
            <pc:sldMk cId="0" sldId="345"/>
            <ac:picMk id="4" creationId="{11D3D1D0-84CB-D54F-BD59-BA9DDEC41F2D}"/>
          </ac:picMkLst>
        </pc:picChg>
      </pc:sldChg>
      <pc:sldChg chg="delSp mod delAnim">
        <pc:chgData name="Zhang, Zhongming" userId="57b61de0-a4db-46da-bbdf-d2c5d7242f33" providerId="ADAL" clId="{BC7A92EA-FDE2-454B-912A-229FCB2A75DB}" dt="2022-09-04T13:27:23.619" v="131" actId="478"/>
        <pc:sldMkLst>
          <pc:docMk/>
          <pc:sldMk cId="0" sldId="346"/>
        </pc:sldMkLst>
        <pc:picChg chg="del">
          <ac:chgData name="Zhang, Zhongming" userId="57b61de0-a4db-46da-bbdf-d2c5d7242f33" providerId="ADAL" clId="{BC7A92EA-FDE2-454B-912A-229FCB2A75DB}" dt="2022-09-04T13:27:23.619" v="131" actId="478"/>
          <ac:picMkLst>
            <pc:docMk/>
            <pc:sldMk cId="0" sldId="346"/>
            <ac:picMk id="9" creationId="{D406B8F0-D417-1746-BADE-A3EE132785D9}"/>
          </ac:picMkLst>
        </pc:picChg>
      </pc:sldChg>
      <pc:sldChg chg="delSp mod delAnim">
        <pc:chgData name="Zhang, Zhongming" userId="57b61de0-a4db-46da-bbdf-d2c5d7242f33" providerId="ADAL" clId="{BC7A92EA-FDE2-454B-912A-229FCB2A75DB}" dt="2022-09-04T13:26:43.410" v="115" actId="478"/>
        <pc:sldMkLst>
          <pc:docMk/>
          <pc:sldMk cId="0" sldId="347"/>
        </pc:sldMkLst>
        <pc:picChg chg="del">
          <ac:chgData name="Zhang, Zhongming" userId="57b61de0-a4db-46da-bbdf-d2c5d7242f33" providerId="ADAL" clId="{BC7A92EA-FDE2-454B-912A-229FCB2A75DB}" dt="2022-09-04T13:26:43.410" v="115" actId="478"/>
          <ac:picMkLst>
            <pc:docMk/>
            <pc:sldMk cId="0" sldId="347"/>
            <ac:picMk id="2" creationId="{85AF257A-E580-7347-8663-ECB5A7B51886}"/>
          </ac:picMkLst>
        </pc:picChg>
      </pc:sldChg>
      <pc:sldChg chg="delSp mod delAnim">
        <pc:chgData name="Zhang, Zhongming" userId="57b61de0-a4db-46da-bbdf-d2c5d7242f33" providerId="ADAL" clId="{BC7A92EA-FDE2-454B-912A-229FCB2A75DB}" dt="2022-09-04T13:26:40.303" v="114" actId="478"/>
        <pc:sldMkLst>
          <pc:docMk/>
          <pc:sldMk cId="0" sldId="349"/>
        </pc:sldMkLst>
        <pc:picChg chg="del">
          <ac:chgData name="Zhang, Zhongming" userId="57b61de0-a4db-46da-bbdf-d2c5d7242f33" providerId="ADAL" clId="{BC7A92EA-FDE2-454B-912A-229FCB2A75DB}" dt="2022-09-04T13:26:40.303" v="114" actId="478"/>
          <ac:picMkLst>
            <pc:docMk/>
            <pc:sldMk cId="0" sldId="349"/>
            <ac:picMk id="2" creationId="{77D18AF8-651C-8F41-8D76-433E976442C2}"/>
          </ac:picMkLst>
        </pc:picChg>
      </pc:sldChg>
      <pc:sldChg chg="delSp mod delAnim">
        <pc:chgData name="Zhang, Zhongming" userId="57b61de0-a4db-46da-bbdf-d2c5d7242f33" providerId="ADAL" clId="{BC7A92EA-FDE2-454B-912A-229FCB2A75DB}" dt="2022-09-04T13:26:45.403" v="116" actId="478"/>
        <pc:sldMkLst>
          <pc:docMk/>
          <pc:sldMk cId="0" sldId="350"/>
        </pc:sldMkLst>
        <pc:picChg chg="del">
          <ac:chgData name="Zhang, Zhongming" userId="57b61de0-a4db-46da-bbdf-d2c5d7242f33" providerId="ADAL" clId="{BC7A92EA-FDE2-454B-912A-229FCB2A75DB}" dt="2022-09-04T13:26:45.403" v="116" actId="478"/>
          <ac:picMkLst>
            <pc:docMk/>
            <pc:sldMk cId="0" sldId="350"/>
            <ac:picMk id="4" creationId="{AF105545-E860-2E4D-9D79-6196DE62609E}"/>
          </ac:picMkLst>
        </pc:picChg>
      </pc:sldChg>
      <pc:sldChg chg="delSp mod delAnim">
        <pc:chgData name="Zhang, Zhongming" userId="57b61de0-a4db-46da-bbdf-d2c5d7242f33" providerId="ADAL" clId="{BC7A92EA-FDE2-454B-912A-229FCB2A75DB}" dt="2022-09-04T13:27:27.327" v="133" actId="478"/>
        <pc:sldMkLst>
          <pc:docMk/>
          <pc:sldMk cId="0" sldId="353"/>
        </pc:sldMkLst>
        <pc:picChg chg="del">
          <ac:chgData name="Zhang, Zhongming" userId="57b61de0-a4db-46da-bbdf-d2c5d7242f33" providerId="ADAL" clId="{BC7A92EA-FDE2-454B-912A-229FCB2A75DB}" dt="2022-09-04T13:27:27.327" v="133" actId="478"/>
          <ac:picMkLst>
            <pc:docMk/>
            <pc:sldMk cId="0" sldId="353"/>
            <ac:picMk id="4" creationId="{BAA92F55-0A27-DF49-BFC9-835B12A4C700}"/>
          </ac:picMkLst>
        </pc:picChg>
      </pc:sldChg>
      <pc:sldChg chg="delSp mod delAnim">
        <pc:chgData name="Zhang, Zhongming" userId="57b61de0-a4db-46da-bbdf-d2c5d7242f33" providerId="ADAL" clId="{BC7A92EA-FDE2-454B-912A-229FCB2A75DB}" dt="2022-09-04T13:27:25.451" v="132" actId="478"/>
        <pc:sldMkLst>
          <pc:docMk/>
          <pc:sldMk cId="0" sldId="354"/>
        </pc:sldMkLst>
        <pc:picChg chg="del">
          <ac:chgData name="Zhang, Zhongming" userId="57b61de0-a4db-46da-bbdf-d2c5d7242f33" providerId="ADAL" clId="{BC7A92EA-FDE2-454B-912A-229FCB2A75DB}" dt="2022-09-04T13:27:25.451" v="132" actId="478"/>
          <ac:picMkLst>
            <pc:docMk/>
            <pc:sldMk cId="0" sldId="354"/>
            <ac:picMk id="3" creationId="{91E225A8-5E0C-554B-94C5-176E0A8B6F7A}"/>
          </ac:picMkLst>
        </pc:picChg>
      </pc:sldChg>
      <pc:sldChg chg="delSp mod delAnim">
        <pc:chgData name="Zhang, Zhongming" userId="57b61de0-a4db-46da-bbdf-d2c5d7242f33" providerId="ADAL" clId="{BC7A92EA-FDE2-454B-912A-229FCB2A75DB}" dt="2022-09-04T13:26:27.435" v="107" actId="478"/>
        <pc:sldMkLst>
          <pc:docMk/>
          <pc:sldMk cId="0" sldId="355"/>
        </pc:sldMkLst>
        <pc:picChg chg="del">
          <ac:chgData name="Zhang, Zhongming" userId="57b61de0-a4db-46da-bbdf-d2c5d7242f33" providerId="ADAL" clId="{BC7A92EA-FDE2-454B-912A-229FCB2A75DB}" dt="2022-09-04T13:26:27.435" v="107" actId="478"/>
          <ac:picMkLst>
            <pc:docMk/>
            <pc:sldMk cId="0" sldId="355"/>
            <ac:picMk id="3" creationId="{D3FD399E-1621-5A4B-93D0-71CC938E965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1">
            <a:extLst>
              <a:ext uri="{FF2B5EF4-FFF2-40B4-BE49-F238E27FC236}">
                <a16:creationId xmlns:a16="http://schemas.microsoft.com/office/drawing/2014/main" id="{0131D095-C07E-B245-8EAD-ADD151D6F8A5}"/>
              </a:ext>
            </a:extLst>
          </p:cNvPr>
          <p:cNvSpPr>
            <a:spLocks noGrp="1" noRot="1" noChangeAspect="1" noChangeArrowheads="1"/>
          </p:cNvSpPr>
          <p:nvPr>
            <p:ph type="sldImg"/>
          </p:nvPr>
        </p:nvSpPr>
        <p:spPr bwMode="auto">
          <a:xfrm>
            <a:off x="1106488" y="812800"/>
            <a:ext cx="5343525" cy="400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 name="Rectangle 2">
            <a:extLst>
              <a:ext uri="{FF2B5EF4-FFF2-40B4-BE49-F238E27FC236}">
                <a16:creationId xmlns:a16="http://schemas.microsoft.com/office/drawing/2014/main" id="{80846EBB-F1D0-A14D-B0ED-E33E90A0CBC1}"/>
              </a:ext>
            </a:extLst>
          </p:cNvPr>
          <p:cNvSpPr>
            <a:spLocks noGrp="1" noChangeArrowheads="1"/>
          </p:cNvSpPr>
          <p:nvPr>
            <p:ph type="body"/>
          </p:nvPr>
        </p:nvSpPr>
        <p:spPr bwMode="auto">
          <a:xfrm>
            <a:off x="755650" y="5078413"/>
            <a:ext cx="6046788" cy="4810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US" noProof="0"/>
          </a:p>
        </p:txBody>
      </p:sp>
      <p:sp>
        <p:nvSpPr>
          <p:cNvPr id="4099" name="Rectangle 3">
            <a:extLst>
              <a:ext uri="{FF2B5EF4-FFF2-40B4-BE49-F238E27FC236}">
                <a16:creationId xmlns:a16="http://schemas.microsoft.com/office/drawing/2014/main" id="{D40027D9-7F05-404B-8D64-5A23934C1586}"/>
              </a:ext>
            </a:extLst>
          </p:cNvPr>
          <p:cNvSpPr>
            <a:spLocks noGrp="1" noChangeArrowheads="1"/>
          </p:cNvSpPr>
          <p:nvPr>
            <p:ph type="hdr"/>
          </p:nvPr>
        </p:nvSpPr>
        <p:spPr bwMode="auto">
          <a:xfrm>
            <a:off x="0" y="0"/>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eaLnBrk="1">
              <a:lnSpc>
                <a:spcPct val="93000"/>
              </a:lnSpc>
              <a:buClr>
                <a:srgbClr val="000000"/>
              </a:buClr>
              <a:buSzPct val="100000"/>
              <a:buFont typeface="Times New Roman" pitchFamily="16" charset="0"/>
              <a:buNone/>
              <a:tabLst>
                <a:tab pos="449263" algn="l"/>
                <a:tab pos="898525" algn="l"/>
                <a:tab pos="1347788" algn="l"/>
                <a:tab pos="1797050" algn="l"/>
                <a:tab pos="2246313" algn="l"/>
                <a:tab pos="2695575" algn="l"/>
                <a:tab pos="3144838" algn="l"/>
              </a:tabLst>
              <a:defRPr sz="1400">
                <a:solidFill>
                  <a:srgbClr val="000000"/>
                </a:solidFill>
                <a:latin typeface="Times New Roman" pitchFamily="16" charset="0"/>
                <a:ea typeface="DejaVu Sans" charset="0"/>
                <a:cs typeface="DejaVu Sans" charset="0"/>
              </a:defRPr>
            </a:lvl1pPr>
          </a:lstStyle>
          <a:p>
            <a:pPr>
              <a:defRPr/>
            </a:pPr>
            <a:endParaRPr lang="de-DE"/>
          </a:p>
        </p:txBody>
      </p:sp>
      <p:sp>
        <p:nvSpPr>
          <p:cNvPr id="4100" name="Rectangle 4">
            <a:extLst>
              <a:ext uri="{FF2B5EF4-FFF2-40B4-BE49-F238E27FC236}">
                <a16:creationId xmlns:a16="http://schemas.microsoft.com/office/drawing/2014/main" id="{B101DF17-E0F7-C14D-8F21-7DC561601275}"/>
              </a:ext>
            </a:extLst>
          </p:cNvPr>
          <p:cNvSpPr>
            <a:spLocks noGrp="1" noChangeArrowheads="1"/>
          </p:cNvSpPr>
          <p:nvPr>
            <p:ph type="dt"/>
          </p:nvPr>
        </p:nvSpPr>
        <p:spPr bwMode="auto">
          <a:xfrm>
            <a:off x="4279900" y="0"/>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eaLnBrk="1">
              <a:lnSpc>
                <a:spcPct val="93000"/>
              </a:lnSpc>
              <a:buClr>
                <a:srgbClr val="000000"/>
              </a:buClr>
              <a:buSzPct val="100000"/>
              <a:buFont typeface="Times New Roman" pitchFamily="16" charset="0"/>
              <a:buNone/>
              <a:tabLst>
                <a:tab pos="449263" algn="l"/>
                <a:tab pos="898525" algn="l"/>
                <a:tab pos="1347788" algn="l"/>
                <a:tab pos="1797050" algn="l"/>
                <a:tab pos="2246313" algn="l"/>
                <a:tab pos="2695575" algn="l"/>
                <a:tab pos="3144838" algn="l"/>
              </a:tabLst>
              <a:defRPr sz="1400">
                <a:solidFill>
                  <a:srgbClr val="000000"/>
                </a:solidFill>
                <a:latin typeface="Times New Roman" pitchFamily="16" charset="0"/>
                <a:ea typeface="DejaVu Sans" charset="0"/>
                <a:cs typeface="DejaVu Sans" charset="0"/>
              </a:defRPr>
            </a:lvl1pPr>
          </a:lstStyle>
          <a:p>
            <a:pPr>
              <a:defRPr/>
            </a:pPr>
            <a:endParaRPr lang="de-DE"/>
          </a:p>
        </p:txBody>
      </p:sp>
      <p:sp>
        <p:nvSpPr>
          <p:cNvPr id="4101" name="Rectangle 5">
            <a:extLst>
              <a:ext uri="{FF2B5EF4-FFF2-40B4-BE49-F238E27FC236}">
                <a16:creationId xmlns:a16="http://schemas.microsoft.com/office/drawing/2014/main" id="{1DCBF1C6-B8A4-F74F-8BF1-8FF89B6AD665}"/>
              </a:ext>
            </a:extLst>
          </p:cNvPr>
          <p:cNvSpPr>
            <a:spLocks noGrp="1" noChangeArrowheads="1"/>
          </p:cNvSpPr>
          <p:nvPr>
            <p:ph type="ftr"/>
          </p:nvPr>
        </p:nvSpPr>
        <p:spPr bwMode="auto">
          <a:xfrm>
            <a:off x="0" y="10156825"/>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eaLnBrk="1">
              <a:lnSpc>
                <a:spcPct val="93000"/>
              </a:lnSpc>
              <a:buClr>
                <a:srgbClr val="000000"/>
              </a:buClr>
              <a:buSzPct val="100000"/>
              <a:buFont typeface="Times New Roman" pitchFamily="16" charset="0"/>
              <a:buNone/>
              <a:tabLst>
                <a:tab pos="449263" algn="l"/>
                <a:tab pos="898525" algn="l"/>
                <a:tab pos="1347788" algn="l"/>
                <a:tab pos="1797050" algn="l"/>
                <a:tab pos="2246313" algn="l"/>
                <a:tab pos="2695575" algn="l"/>
                <a:tab pos="3144838" algn="l"/>
              </a:tabLst>
              <a:defRPr sz="1400">
                <a:solidFill>
                  <a:srgbClr val="000000"/>
                </a:solidFill>
                <a:latin typeface="Times New Roman" pitchFamily="16" charset="0"/>
                <a:ea typeface="DejaVu Sans" charset="0"/>
                <a:cs typeface="DejaVu Sans" charset="0"/>
              </a:defRPr>
            </a:lvl1pPr>
          </a:lstStyle>
          <a:p>
            <a:pPr>
              <a:defRPr/>
            </a:pPr>
            <a:endParaRPr lang="de-DE"/>
          </a:p>
        </p:txBody>
      </p:sp>
      <p:sp>
        <p:nvSpPr>
          <p:cNvPr id="4102" name="Rectangle 6">
            <a:extLst>
              <a:ext uri="{FF2B5EF4-FFF2-40B4-BE49-F238E27FC236}">
                <a16:creationId xmlns:a16="http://schemas.microsoft.com/office/drawing/2014/main" id="{D1B2708C-B97A-074A-854B-177E0363F8F1}"/>
              </a:ext>
            </a:extLst>
          </p:cNvPr>
          <p:cNvSpPr>
            <a:spLocks noGrp="1" noChangeArrowheads="1"/>
          </p:cNvSpPr>
          <p:nvPr>
            <p:ph type="sldNum"/>
          </p:nvPr>
        </p:nvSpPr>
        <p:spPr bwMode="auto">
          <a:xfrm>
            <a:off x="4279900" y="10156825"/>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eaLnBrk="1">
              <a:lnSpc>
                <a:spcPct val="93000"/>
              </a:lnSpc>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defRPr>
            </a:lvl1pPr>
          </a:lstStyle>
          <a:p>
            <a:fld id="{948C9B16-E2A8-4345-A95B-336C913D8D15}" type="slidenum">
              <a:rPr lang="de-DE" altLang="en-US"/>
              <a:pPr/>
              <a:t>‹#›</a:t>
            </a:fld>
            <a:endParaRPr lang="de-DE" alt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6">
            <a:extLst>
              <a:ext uri="{FF2B5EF4-FFF2-40B4-BE49-F238E27FC236}">
                <a16:creationId xmlns:a16="http://schemas.microsoft.com/office/drawing/2014/main" id="{E9B8AE2A-453A-0746-9C9A-0F263243E0D8}"/>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EA4D60F9-4138-DD42-8D66-35E585A76C54}" type="slidenum">
              <a:rPr lang="de-DE" altLang="en-US" sz="1400"/>
              <a:pPr>
                <a:spcBef>
                  <a:spcPct val="0"/>
                </a:spcBef>
              </a:pPr>
              <a:t>1</a:t>
            </a:fld>
            <a:endParaRPr lang="de-DE" altLang="en-US" sz="1400"/>
          </a:p>
        </p:txBody>
      </p:sp>
      <p:sp>
        <p:nvSpPr>
          <p:cNvPr id="38915" name="Rectangle 1">
            <a:extLst>
              <a:ext uri="{FF2B5EF4-FFF2-40B4-BE49-F238E27FC236}">
                <a16:creationId xmlns:a16="http://schemas.microsoft.com/office/drawing/2014/main" id="{77E211A2-CB82-C445-921C-E7FA32E19777}"/>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916" name="Rectangle 2">
            <a:extLst>
              <a:ext uri="{FF2B5EF4-FFF2-40B4-BE49-F238E27FC236}">
                <a16:creationId xmlns:a16="http://schemas.microsoft.com/office/drawing/2014/main" id="{EC9E6D2E-18E2-8C4C-A5D1-40856DE7710D}"/>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6">
            <a:extLst>
              <a:ext uri="{FF2B5EF4-FFF2-40B4-BE49-F238E27FC236}">
                <a16:creationId xmlns:a16="http://schemas.microsoft.com/office/drawing/2014/main" id="{C604C611-AA11-1345-B471-26BC4AA1A33C}"/>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CF18CE8A-72F6-AB45-9955-D4D64C9A3FE7}" type="slidenum">
              <a:rPr lang="de-DE" altLang="en-US" sz="1400"/>
              <a:pPr>
                <a:spcBef>
                  <a:spcPct val="0"/>
                </a:spcBef>
              </a:pPr>
              <a:t>2</a:t>
            </a:fld>
            <a:endParaRPr lang="de-DE" altLang="en-US" sz="1400"/>
          </a:p>
        </p:txBody>
      </p:sp>
      <p:sp>
        <p:nvSpPr>
          <p:cNvPr id="39939" name="Rectangle 1">
            <a:extLst>
              <a:ext uri="{FF2B5EF4-FFF2-40B4-BE49-F238E27FC236}">
                <a16:creationId xmlns:a16="http://schemas.microsoft.com/office/drawing/2014/main" id="{39A04E25-036D-D84A-9708-AFE3623A125A}"/>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940" name="Rectangle 2">
            <a:extLst>
              <a:ext uri="{FF2B5EF4-FFF2-40B4-BE49-F238E27FC236}">
                <a16:creationId xmlns:a16="http://schemas.microsoft.com/office/drawing/2014/main" id="{BDA3BB29-9E74-E444-B0F6-C90366201452}"/>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6">
            <a:extLst>
              <a:ext uri="{FF2B5EF4-FFF2-40B4-BE49-F238E27FC236}">
                <a16:creationId xmlns:a16="http://schemas.microsoft.com/office/drawing/2014/main" id="{22B0DE40-7BB9-D245-96AC-4C56500C005E}"/>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F91DEBC7-A1F7-E24C-A442-0C3318E9EAB9}" type="slidenum">
              <a:rPr lang="de-DE" altLang="en-US" sz="1400"/>
              <a:pPr>
                <a:spcBef>
                  <a:spcPct val="0"/>
                </a:spcBef>
              </a:pPr>
              <a:t>3</a:t>
            </a:fld>
            <a:endParaRPr lang="de-DE" altLang="en-US" sz="1400"/>
          </a:p>
        </p:txBody>
      </p:sp>
      <p:sp>
        <p:nvSpPr>
          <p:cNvPr id="40963" name="Rectangle 1">
            <a:extLst>
              <a:ext uri="{FF2B5EF4-FFF2-40B4-BE49-F238E27FC236}">
                <a16:creationId xmlns:a16="http://schemas.microsoft.com/office/drawing/2014/main" id="{E26D4FAA-CB6D-ED45-8C81-CF19295F33F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0964" name="Rectangle 2">
            <a:extLst>
              <a:ext uri="{FF2B5EF4-FFF2-40B4-BE49-F238E27FC236}">
                <a16:creationId xmlns:a16="http://schemas.microsoft.com/office/drawing/2014/main" id="{27225584-612A-DD4D-A186-A6D864A1CAC9}"/>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6">
            <a:extLst>
              <a:ext uri="{FF2B5EF4-FFF2-40B4-BE49-F238E27FC236}">
                <a16:creationId xmlns:a16="http://schemas.microsoft.com/office/drawing/2014/main" id="{C421606A-4471-6D4A-B198-7CBC5C42E816}"/>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3A2B2A61-75F9-1F41-8819-5A7B7742078C}" type="slidenum">
              <a:rPr lang="de-DE" altLang="en-US" sz="1400"/>
              <a:pPr>
                <a:spcBef>
                  <a:spcPct val="0"/>
                </a:spcBef>
              </a:pPr>
              <a:t>4</a:t>
            </a:fld>
            <a:endParaRPr lang="de-DE" altLang="en-US" sz="1400"/>
          </a:p>
        </p:txBody>
      </p:sp>
      <p:sp>
        <p:nvSpPr>
          <p:cNvPr id="41987" name="Rectangle 1">
            <a:extLst>
              <a:ext uri="{FF2B5EF4-FFF2-40B4-BE49-F238E27FC236}">
                <a16:creationId xmlns:a16="http://schemas.microsoft.com/office/drawing/2014/main" id="{F4FB242B-E473-6F45-BBB9-132A34DCF790}"/>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988" name="Rectangle 2">
            <a:extLst>
              <a:ext uri="{FF2B5EF4-FFF2-40B4-BE49-F238E27FC236}">
                <a16:creationId xmlns:a16="http://schemas.microsoft.com/office/drawing/2014/main" id="{9525DCB3-6A30-2944-8BD9-09F0F6696723}"/>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GB" sz="1200" kern="1200" dirty="0">
                <a:solidFill>
                  <a:srgbClr val="000000"/>
                </a:solidFill>
                <a:effectLst/>
                <a:latin typeface="Times New Roman" pitchFamily="16" charset="0"/>
                <a:ea typeface="+mn-ea"/>
                <a:cs typeface="+mn-cs"/>
              </a:rPr>
              <a:t>Simulation </a:t>
            </a:r>
            <a:endParaRPr lang="en-GB" dirty="0"/>
          </a:p>
          <a:p>
            <a:r>
              <a:rPr lang="en-GB" sz="1200" kern="1200" dirty="0">
                <a:solidFill>
                  <a:srgbClr val="000000"/>
                </a:solidFill>
                <a:effectLst/>
                <a:latin typeface="Times New Roman" pitchFamily="16" charset="0"/>
                <a:ea typeface="+mn-ea"/>
                <a:cs typeface="+mn-cs"/>
              </a:rPr>
              <a:t>– Describe the </a:t>
            </a:r>
            <a:r>
              <a:rPr lang="en-GB" sz="1200" kern="1200" dirty="0" err="1">
                <a:solidFill>
                  <a:srgbClr val="000000"/>
                </a:solidFill>
                <a:effectLst/>
                <a:latin typeface="Times New Roman" pitchFamily="16" charset="0"/>
                <a:ea typeface="+mn-ea"/>
                <a:cs typeface="+mn-cs"/>
              </a:rPr>
              <a:t>behavior</a:t>
            </a:r>
            <a:r>
              <a:rPr lang="en-GB" sz="1200" kern="1200" dirty="0">
                <a:solidFill>
                  <a:srgbClr val="000000"/>
                </a:solidFill>
                <a:effectLst/>
                <a:latin typeface="Times New Roman" pitchFamily="16" charset="0"/>
                <a:ea typeface="+mn-ea"/>
                <a:cs typeface="+mn-cs"/>
              </a:rPr>
              <a:t> of the circuit in terms of input signals, the output signals, knowledge of delays </a:t>
            </a:r>
            <a:endParaRPr lang="en-GB" dirty="0"/>
          </a:p>
          <a:p>
            <a:r>
              <a:rPr lang="en-GB" sz="1200" kern="1200" dirty="0">
                <a:solidFill>
                  <a:srgbClr val="000000"/>
                </a:solidFill>
                <a:effectLst/>
                <a:latin typeface="Times New Roman" pitchFamily="16" charset="0"/>
                <a:ea typeface="+mn-ea"/>
                <a:cs typeface="+mn-cs"/>
              </a:rPr>
              <a:t>– </a:t>
            </a:r>
            <a:r>
              <a:rPr lang="en-GB" sz="1200" kern="1200" dirty="0" err="1">
                <a:solidFill>
                  <a:srgbClr val="000000"/>
                </a:solidFill>
                <a:effectLst/>
                <a:latin typeface="Times New Roman" pitchFamily="16" charset="0"/>
                <a:ea typeface="+mn-ea"/>
                <a:cs typeface="+mn-cs"/>
              </a:rPr>
              <a:t>Behavior</a:t>
            </a:r>
            <a:r>
              <a:rPr lang="en-GB" sz="1200" kern="1200" dirty="0">
                <a:solidFill>
                  <a:srgbClr val="000000"/>
                </a:solidFill>
                <a:effectLst/>
                <a:latin typeface="Times New Roman" pitchFamily="16" charset="0"/>
                <a:ea typeface="+mn-ea"/>
                <a:cs typeface="+mn-cs"/>
              </a:rPr>
              <a:t> described in terms of occurrences of events and waveforms on signals </a:t>
            </a:r>
            <a:endParaRPr lang="en-GB" dirty="0"/>
          </a:p>
          <a:p>
            <a:r>
              <a:rPr lang="en-GB" sz="1200" kern="1200" dirty="0">
                <a:solidFill>
                  <a:srgbClr val="000000"/>
                </a:solidFill>
                <a:effectLst/>
                <a:latin typeface="Times New Roman" pitchFamily="16" charset="0"/>
                <a:ea typeface="+mn-ea"/>
                <a:cs typeface="+mn-cs"/>
              </a:rPr>
              <a:t>Synthesis </a:t>
            </a:r>
            <a:endParaRPr lang="en-GB" dirty="0"/>
          </a:p>
          <a:p>
            <a:r>
              <a:rPr lang="en-GB" sz="1200" kern="1200" dirty="0">
                <a:solidFill>
                  <a:srgbClr val="000000"/>
                </a:solidFill>
                <a:effectLst/>
                <a:latin typeface="Times New Roman" pitchFamily="16" charset="0"/>
                <a:ea typeface="+mn-ea"/>
                <a:cs typeface="+mn-cs"/>
              </a:rPr>
              <a:t>– Reverse process – inference of hardware from description </a:t>
            </a:r>
            <a:endParaRPr lang="en-GB" dirty="0"/>
          </a:p>
          <a:p>
            <a:r>
              <a:rPr lang="en-GB" sz="1200" kern="1200" dirty="0">
                <a:solidFill>
                  <a:srgbClr val="000000"/>
                </a:solidFill>
                <a:effectLst/>
                <a:latin typeface="Times New Roman" pitchFamily="16" charset="0"/>
                <a:ea typeface="+mn-ea"/>
                <a:cs typeface="+mn-cs"/>
              </a:rPr>
              <a:t>– The synthesis tool will </a:t>
            </a:r>
            <a:r>
              <a:rPr lang="en-GB" sz="1200" b="1" kern="1200" dirty="0">
                <a:solidFill>
                  <a:srgbClr val="000000"/>
                </a:solidFill>
                <a:effectLst/>
                <a:latin typeface="Times New Roman" pitchFamily="16" charset="0"/>
                <a:ea typeface="+mn-ea"/>
                <a:cs typeface="+mn-cs"/>
              </a:rPr>
              <a:t>infer </a:t>
            </a:r>
            <a:r>
              <a:rPr lang="en-GB" sz="1200" kern="1200" dirty="0">
                <a:solidFill>
                  <a:srgbClr val="000000"/>
                </a:solidFill>
                <a:effectLst/>
                <a:latin typeface="Times New Roman" pitchFamily="16" charset="0"/>
                <a:ea typeface="+mn-ea"/>
                <a:cs typeface="+mn-cs"/>
              </a:rPr>
              <a:t>a hardware architecture from the VHDL model </a:t>
            </a:r>
            <a:endParaRPr lang="en-GB" dirty="0"/>
          </a:p>
          <a:p>
            <a:r>
              <a:rPr lang="en-GB" sz="1200" kern="1200" dirty="0">
                <a:solidFill>
                  <a:srgbClr val="000000"/>
                </a:solidFill>
                <a:effectLst/>
                <a:latin typeface="Times New Roman" pitchFamily="16" charset="0"/>
                <a:ea typeface="+mn-ea"/>
                <a:cs typeface="+mn-cs"/>
              </a:rPr>
              <a:t>– When writing a VHDL program, think of the hardware that synthesis tool would infer from it </a:t>
            </a:r>
            <a:endParaRPr lang="en-GB" dirty="0"/>
          </a:p>
          <a:p>
            <a:endParaRPr lang="en-US" altLang="en-US" dirty="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6">
            <a:extLst>
              <a:ext uri="{FF2B5EF4-FFF2-40B4-BE49-F238E27FC236}">
                <a16:creationId xmlns:a16="http://schemas.microsoft.com/office/drawing/2014/main" id="{A9817A38-3AFA-C34E-8EC4-12C613EB8CC9}"/>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95158BA3-B928-1C4D-B5CA-0A62801520D3}" type="slidenum">
              <a:rPr lang="de-DE" altLang="en-US" sz="1400"/>
              <a:pPr>
                <a:spcBef>
                  <a:spcPct val="0"/>
                </a:spcBef>
              </a:pPr>
              <a:t>5</a:t>
            </a:fld>
            <a:endParaRPr lang="de-DE" altLang="en-US" sz="1400"/>
          </a:p>
        </p:txBody>
      </p:sp>
      <p:sp>
        <p:nvSpPr>
          <p:cNvPr id="43011" name="Rectangle 1">
            <a:extLst>
              <a:ext uri="{FF2B5EF4-FFF2-40B4-BE49-F238E27FC236}">
                <a16:creationId xmlns:a16="http://schemas.microsoft.com/office/drawing/2014/main" id="{962D6BB6-5D73-7840-AFF9-1E7ED984E24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3012" name="Rectangle 2">
            <a:extLst>
              <a:ext uri="{FF2B5EF4-FFF2-40B4-BE49-F238E27FC236}">
                <a16:creationId xmlns:a16="http://schemas.microsoft.com/office/drawing/2014/main" id="{F3549BFF-E29B-E24B-9E6E-A8905ED5AB66}"/>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GB" dirty="0"/>
              <a:t>Reserved words are in lower case by convention and shown in bold in this document.</a:t>
            </a:r>
            <a:endParaRPr lang="en-US" altLang="en-US"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6">
            <a:extLst>
              <a:ext uri="{FF2B5EF4-FFF2-40B4-BE49-F238E27FC236}">
                <a16:creationId xmlns:a16="http://schemas.microsoft.com/office/drawing/2014/main" id="{22A22085-8D3C-0E45-AF19-ABBD50DFBC15}"/>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E42DA9AF-E372-EC48-B981-23D7DC2B2EEC}" type="slidenum">
              <a:rPr lang="de-DE" altLang="en-US" sz="1400"/>
              <a:pPr>
                <a:spcBef>
                  <a:spcPct val="0"/>
                </a:spcBef>
              </a:pPr>
              <a:t>6</a:t>
            </a:fld>
            <a:endParaRPr lang="de-DE" altLang="en-US" sz="1400"/>
          </a:p>
        </p:txBody>
      </p:sp>
      <p:sp>
        <p:nvSpPr>
          <p:cNvPr id="44035" name="Rectangle 1">
            <a:extLst>
              <a:ext uri="{FF2B5EF4-FFF2-40B4-BE49-F238E27FC236}">
                <a16:creationId xmlns:a16="http://schemas.microsoft.com/office/drawing/2014/main" id="{65D3EFF9-AE25-4545-B98C-93F3E90A0A4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4036" name="Rectangle 2">
            <a:extLst>
              <a:ext uri="{FF2B5EF4-FFF2-40B4-BE49-F238E27FC236}">
                <a16:creationId xmlns:a16="http://schemas.microsoft.com/office/drawing/2014/main" id="{E74F716E-20A0-894F-9114-6FEFACB9DE80}"/>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6">
            <a:extLst>
              <a:ext uri="{FF2B5EF4-FFF2-40B4-BE49-F238E27FC236}">
                <a16:creationId xmlns:a16="http://schemas.microsoft.com/office/drawing/2014/main" id="{BB954F41-C61C-6242-B41F-837E9E8076E4}"/>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EA30D6BA-0652-D24E-9B53-8188FE3A50AF}" type="slidenum">
              <a:rPr lang="de-DE" altLang="en-US" sz="1400"/>
              <a:pPr>
                <a:spcBef>
                  <a:spcPct val="0"/>
                </a:spcBef>
              </a:pPr>
              <a:t>8</a:t>
            </a:fld>
            <a:endParaRPr lang="de-DE" altLang="en-US" sz="1400"/>
          </a:p>
        </p:txBody>
      </p:sp>
      <p:sp>
        <p:nvSpPr>
          <p:cNvPr id="45059" name="Rectangle 1">
            <a:extLst>
              <a:ext uri="{FF2B5EF4-FFF2-40B4-BE49-F238E27FC236}">
                <a16:creationId xmlns:a16="http://schemas.microsoft.com/office/drawing/2014/main" id="{FBA452DC-95A8-D946-B1EC-2B33D5A89D7A}"/>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060" name="Rectangle 2">
            <a:extLst>
              <a:ext uri="{FF2B5EF4-FFF2-40B4-BE49-F238E27FC236}">
                <a16:creationId xmlns:a16="http://schemas.microsoft.com/office/drawing/2014/main" id="{C7CC3A63-5B93-6F4F-A87A-38C58FB0B953}"/>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DFB6E4C0-2C40-8046-86C1-20197C9129A6}"/>
              </a:ext>
            </a:extLst>
          </p:cNvPr>
          <p:cNvSpPr>
            <a:spLocks noGrp="1" noChangeArrowheads="1"/>
          </p:cNvSpPr>
          <p:nvPr>
            <p:ph type="sldNum" sz="quarter"/>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defTabSz="966788">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defTabSz="966788">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defTabSz="966788">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defTabSz="966788">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966788"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966788"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966788"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966788"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hangingPunct="1">
              <a:spcBef>
                <a:spcPct val="0"/>
              </a:spcBef>
            </a:pPr>
            <a:fld id="{1E1E544B-0905-7F47-AD5B-D27EF8A63736}" type="slidenum">
              <a:rPr lang="en-US" altLang="en-US" sz="1300">
                <a:solidFill>
                  <a:schemeClr val="tx1"/>
                </a:solidFill>
              </a:rPr>
              <a:pPr hangingPunct="1">
                <a:spcBef>
                  <a:spcPct val="0"/>
                </a:spcBef>
              </a:pPr>
              <a:t>9</a:t>
            </a:fld>
            <a:endParaRPr lang="en-US" altLang="en-US" sz="1300">
              <a:solidFill>
                <a:schemeClr val="tx1"/>
              </a:solidFill>
            </a:endParaRPr>
          </a:p>
        </p:txBody>
      </p:sp>
      <p:sp>
        <p:nvSpPr>
          <p:cNvPr id="46083" name="Rectangle 2">
            <a:extLst>
              <a:ext uri="{FF2B5EF4-FFF2-40B4-BE49-F238E27FC236}">
                <a16:creationId xmlns:a16="http://schemas.microsoft.com/office/drawing/2014/main" id="{2CB92576-4714-FD44-B02C-62AF101EDDCE}"/>
              </a:ext>
            </a:extLst>
          </p:cNvPr>
          <p:cNvSpPr>
            <a:spLocks noGrp="1" noRot="1" noChangeAspect="1" noChangeArrowheads="1" noTextEdit="1"/>
          </p:cNvSpPr>
          <p:nvPr>
            <p:ph type="sldImg"/>
          </p:nvPr>
        </p:nvSpPr>
        <p:spPr/>
      </p:sp>
      <p:sp>
        <p:nvSpPr>
          <p:cNvPr id="46084" name="Rectangle 3">
            <a:extLst>
              <a:ext uri="{FF2B5EF4-FFF2-40B4-BE49-F238E27FC236}">
                <a16:creationId xmlns:a16="http://schemas.microsoft.com/office/drawing/2014/main" id="{EC78A50A-1B6C-E14E-9803-A25C39CB230B}"/>
              </a:ext>
            </a:extLst>
          </p:cNvPr>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6">
            <a:extLst>
              <a:ext uri="{FF2B5EF4-FFF2-40B4-BE49-F238E27FC236}">
                <a16:creationId xmlns:a16="http://schemas.microsoft.com/office/drawing/2014/main" id="{29C03B07-E3ED-1F45-9983-FFB4334CC84D}"/>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8793D658-50D8-7F43-8590-E347011D5DDF}" type="slidenum">
              <a:rPr lang="de-DE" altLang="en-US" sz="1400"/>
              <a:pPr>
                <a:spcBef>
                  <a:spcPct val="0"/>
                </a:spcBef>
              </a:pPr>
              <a:t>10</a:t>
            </a:fld>
            <a:endParaRPr lang="de-DE" altLang="en-US" sz="1400"/>
          </a:p>
        </p:txBody>
      </p:sp>
      <p:sp>
        <p:nvSpPr>
          <p:cNvPr id="47107" name="Rectangle 1">
            <a:extLst>
              <a:ext uri="{FF2B5EF4-FFF2-40B4-BE49-F238E27FC236}">
                <a16:creationId xmlns:a16="http://schemas.microsoft.com/office/drawing/2014/main" id="{023FE0F4-3396-884F-9805-A07B9BAEA8A0}"/>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7108" name="Rectangle 2">
            <a:extLst>
              <a:ext uri="{FF2B5EF4-FFF2-40B4-BE49-F238E27FC236}">
                <a16:creationId xmlns:a16="http://schemas.microsoft.com/office/drawing/2014/main" id="{6C442B1F-1D52-0449-8A19-AE4C7863A395}"/>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8B8B8C78-6DCC-0248-8BCB-88D11906A050}"/>
              </a:ext>
            </a:extLst>
          </p:cNvPr>
          <p:cNvSpPr>
            <a:spLocks noGrp="1" noChangeArrowheads="1"/>
          </p:cNvSpPr>
          <p:nvPr>
            <p:ph type="sldNum" sz="quarter"/>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defTabSz="966788">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defTabSz="966788">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defTabSz="966788">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defTabSz="966788">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966788"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966788"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966788"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966788"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hangingPunct="1">
              <a:spcBef>
                <a:spcPct val="0"/>
              </a:spcBef>
            </a:pPr>
            <a:fld id="{99256E1D-19AA-3141-AC62-2C8F54FAF506}" type="slidenum">
              <a:rPr lang="en-US" altLang="en-US" sz="1300">
                <a:solidFill>
                  <a:schemeClr val="tx1"/>
                </a:solidFill>
              </a:rPr>
              <a:pPr hangingPunct="1">
                <a:spcBef>
                  <a:spcPct val="0"/>
                </a:spcBef>
              </a:pPr>
              <a:t>11</a:t>
            </a:fld>
            <a:endParaRPr lang="en-US" altLang="en-US" sz="1300">
              <a:solidFill>
                <a:schemeClr val="tx1"/>
              </a:solidFill>
            </a:endParaRPr>
          </a:p>
        </p:txBody>
      </p:sp>
      <p:sp>
        <p:nvSpPr>
          <p:cNvPr id="48131" name="Rectangle 2">
            <a:extLst>
              <a:ext uri="{FF2B5EF4-FFF2-40B4-BE49-F238E27FC236}">
                <a16:creationId xmlns:a16="http://schemas.microsoft.com/office/drawing/2014/main" id="{2DEE4305-E188-0446-B61A-5E4117B5084F}"/>
              </a:ext>
            </a:extLst>
          </p:cNvPr>
          <p:cNvSpPr>
            <a:spLocks noGrp="1" noRot="1" noChangeAspect="1" noChangeArrowheads="1" noTextEdit="1"/>
          </p:cNvSpPr>
          <p:nvPr>
            <p:ph type="sldImg"/>
          </p:nvPr>
        </p:nvSpPr>
        <p:spPr/>
      </p:sp>
      <p:sp>
        <p:nvSpPr>
          <p:cNvPr id="48132" name="Rectangle 3">
            <a:extLst>
              <a:ext uri="{FF2B5EF4-FFF2-40B4-BE49-F238E27FC236}">
                <a16:creationId xmlns:a16="http://schemas.microsoft.com/office/drawing/2014/main" id="{288A61C3-FCBD-0B4F-A3B1-374E86534F69}"/>
              </a:ext>
            </a:extLst>
          </p:cNvPr>
          <p:cNvSpPr>
            <a:spLocks noGrp="1" noChangeArrowheads="1"/>
          </p:cNvSpPr>
          <p:nvPr>
            <p:ph type="body" idx="1"/>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6">
            <a:extLst>
              <a:ext uri="{FF2B5EF4-FFF2-40B4-BE49-F238E27FC236}">
                <a16:creationId xmlns:a16="http://schemas.microsoft.com/office/drawing/2014/main" id="{7636B1BB-14D0-8F43-8BA4-4D55DD4294F5}"/>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1A124C31-F3FD-1046-8D6A-68C8D97D3373}" type="slidenum">
              <a:rPr lang="de-DE" altLang="en-US" sz="1400"/>
              <a:pPr>
                <a:spcBef>
                  <a:spcPct val="0"/>
                </a:spcBef>
              </a:pPr>
              <a:t>12</a:t>
            </a:fld>
            <a:endParaRPr lang="de-DE" altLang="en-US" sz="1400"/>
          </a:p>
        </p:txBody>
      </p:sp>
      <p:sp>
        <p:nvSpPr>
          <p:cNvPr id="49155" name="Rectangle 1">
            <a:extLst>
              <a:ext uri="{FF2B5EF4-FFF2-40B4-BE49-F238E27FC236}">
                <a16:creationId xmlns:a16="http://schemas.microsoft.com/office/drawing/2014/main" id="{D52F5229-F588-2646-B1BC-CE728F39CECB}"/>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9156" name="Rectangle 2">
            <a:extLst>
              <a:ext uri="{FF2B5EF4-FFF2-40B4-BE49-F238E27FC236}">
                <a16:creationId xmlns:a16="http://schemas.microsoft.com/office/drawing/2014/main" id="{A66D11FD-F67B-904C-8E6E-425756D0FEA2}"/>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Rectangle 6">
            <a:extLst>
              <a:ext uri="{FF2B5EF4-FFF2-40B4-BE49-F238E27FC236}">
                <a16:creationId xmlns:a16="http://schemas.microsoft.com/office/drawing/2014/main" id="{15DDBE07-CA2F-E340-9FC1-A68095063872}"/>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1AB52A05-B6F9-A645-9A2D-C05649667EE7}" type="slidenum">
              <a:rPr lang="de-DE" altLang="en-US" sz="1400"/>
              <a:pPr>
                <a:spcBef>
                  <a:spcPct val="0"/>
                </a:spcBef>
              </a:pPr>
              <a:t>15</a:t>
            </a:fld>
            <a:endParaRPr lang="de-DE" altLang="en-US" sz="1400"/>
          </a:p>
        </p:txBody>
      </p:sp>
      <p:sp>
        <p:nvSpPr>
          <p:cNvPr id="50179" name="Rectangle 1">
            <a:extLst>
              <a:ext uri="{FF2B5EF4-FFF2-40B4-BE49-F238E27FC236}">
                <a16:creationId xmlns:a16="http://schemas.microsoft.com/office/drawing/2014/main" id="{BD980FA4-746C-DF47-8A53-FA8756CEBE2C}"/>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0180" name="Rectangle 2">
            <a:extLst>
              <a:ext uri="{FF2B5EF4-FFF2-40B4-BE49-F238E27FC236}">
                <a16:creationId xmlns:a16="http://schemas.microsoft.com/office/drawing/2014/main" id="{01D3C934-9808-1343-BAAF-11D249623D61}"/>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6">
            <a:extLst>
              <a:ext uri="{FF2B5EF4-FFF2-40B4-BE49-F238E27FC236}">
                <a16:creationId xmlns:a16="http://schemas.microsoft.com/office/drawing/2014/main" id="{25208DCD-E4A0-024F-AB95-F91A149DCEAD}"/>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6BA9CF73-B3BF-944C-9775-5E1B183D4B09}" type="slidenum">
              <a:rPr lang="de-DE" altLang="en-US" sz="1400"/>
              <a:pPr>
                <a:spcBef>
                  <a:spcPct val="0"/>
                </a:spcBef>
              </a:pPr>
              <a:t>16</a:t>
            </a:fld>
            <a:endParaRPr lang="de-DE" altLang="en-US" sz="1400"/>
          </a:p>
        </p:txBody>
      </p:sp>
      <p:sp>
        <p:nvSpPr>
          <p:cNvPr id="51203" name="Rectangle 1">
            <a:extLst>
              <a:ext uri="{FF2B5EF4-FFF2-40B4-BE49-F238E27FC236}">
                <a16:creationId xmlns:a16="http://schemas.microsoft.com/office/drawing/2014/main" id="{F31FFB87-2F40-F648-975E-BDB575B422D7}"/>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4" name="Rectangle 2">
            <a:extLst>
              <a:ext uri="{FF2B5EF4-FFF2-40B4-BE49-F238E27FC236}">
                <a16:creationId xmlns:a16="http://schemas.microsoft.com/office/drawing/2014/main" id="{05C9D12E-8E21-2740-ADD2-9CEEB73013FE}"/>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6">
            <a:extLst>
              <a:ext uri="{FF2B5EF4-FFF2-40B4-BE49-F238E27FC236}">
                <a16:creationId xmlns:a16="http://schemas.microsoft.com/office/drawing/2014/main" id="{AF55E55D-7320-624D-81E9-FF5FE42826AF}"/>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7A2218ED-882C-D14F-B9DA-1B9D809AE71B}" type="slidenum">
              <a:rPr lang="de-DE" altLang="en-US" sz="1400"/>
              <a:pPr>
                <a:spcBef>
                  <a:spcPct val="0"/>
                </a:spcBef>
              </a:pPr>
              <a:t>17</a:t>
            </a:fld>
            <a:endParaRPr lang="de-DE" altLang="en-US" sz="1400"/>
          </a:p>
        </p:txBody>
      </p:sp>
      <p:sp>
        <p:nvSpPr>
          <p:cNvPr id="52227" name="Rectangle 1">
            <a:extLst>
              <a:ext uri="{FF2B5EF4-FFF2-40B4-BE49-F238E27FC236}">
                <a16:creationId xmlns:a16="http://schemas.microsoft.com/office/drawing/2014/main" id="{C817755C-3AB9-7945-8082-9C9099D5362E}"/>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8" name="Rectangle 2">
            <a:extLst>
              <a:ext uri="{FF2B5EF4-FFF2-40B4-BE49-F238E27FC236}">
                <a16:creationId xmlns:a16="http://schemas.microsoft.com/office/drawing/2014/main" id="{B8E5C767-DDDC-E845-A2DD-C1EB732C8823}"/>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6">
            <a:extLst>
              <a:ext uri="{FF2B5EF4-FFF2-40B4-BE49-F238E27FC236}">
                <a16:creationId xmlns:a16="http://schemas.microsoft.com/office/drawing/2014/main" id="{D87CF2CE-7FC9-F84A-92CA-81A6D39F5928}"/>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552D4235-B43E-404F-AC56-8C79644F2DB2}" type="slidenum">
              <a:rPr lang="de-DE" altLang="en-US" sz="1400"/>
              <a:pPr>
                <a:spcBef>
                  <a:spcPct val="0"/>
                </a:spcBef>
              </a:pPr>
              <a:t>18</a:t>
            </a:fld>
            <a:endParaRPr lang="de-DE" altLang="en-US" sz="1400"/>
          </a:p>
        </p:txBody>
      </p:sp>
      <p:sp>
        <p:nvSpPr>
          <p:cNvPr id="53251" name="Rectangle 1">
            <a:extLst>
              <a:ext uri="{FF2B5EF4-FFF2-40B4-BE49-F238E27FC236}">
                <a16:creationId xmlns:a16="http://schemas.microsoft.com/office/drawing/2014/main" id="{823BD458-66CC-EC48-BACB-79D856AAAD2E}"/>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3252" name="Rectangle 2">
            <a:extLst>
              <a:ext uri="{FF2B5EF4-FFF2-40B4-BE49-F238E27FC236}">
                <a16:creationId xmlns:a16="http://schemas.microsoft.com/office/drawing/2014/main" id="{C40C956F-13DA-0D46-8ED8-D1893B564AD3}"/>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6">
            <a:extLst>
              <a:ext uri="{FF2B5EF4-FFF2-40B4-BE49-F238E27FC236}">
                <a16:creationId xmlns:a16="http://schemas.microsoft.com/office/drawing/2014/main" id="{42FDBA3B-A9E1-8B41-84A1-F8E4F42EFE25}"/>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DE61C1B8-46BD-AE43-A92A-2488041DE92B}" type="slidenum">
              <a:rPr lang="de-DE" altLang="en-US" sz="1400"/>
              <a:pPr>
                <a:spcBef>
                  <a:spcPct val="0"/>
                </a:spcBef>
              </a:pPr>
              <a:t>19</a:t>
            </a:fld>
            <a:endParaRPr lang="de-DE" altLang="en-US" sz="1400"/>
          </a:p>
        </p:txBody>
      </p:sp>
      <p:sp>
        <p:nvSpPr>
          <p:cNvPr id="54275" name="Rectangle 1">
            <a:extLst>
              <a:ext uri="{FF2B5EF4-FFF2-40B4-BE49-F238E27FC236}">
                <a16:creationId xmlns:a16="http://schemas.microsoft.com/office/drawing/2014/main" id="{94FF9369-66A1-4743-BD6B-71CBC25F3462}"/>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4276" name="Rectangle 2">
            <a:extLst>
              <a:ext uri="{FF2B5EF4-FFF2-40B4-BE49-F238E27FC236}">
                <a16:creationId xmlns:a16="http://schemas.microsoft.com/office/drawing/2014/main" id="{FA09B664-4EB5-A942-A3C1-E883425AEF2F}"/>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6">
            <a:extLst>
              <a:ext uri="{FF2B5EF4-FFF2-40B4-BE49-F238E27FC236}">
                <a16:creationId xmlns:a16="http://schemas.microsoft.com/office/drawing/2014/main" id="{D8E8FFFF-5800-3E42-B62C-153184ACB9C2}"/>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C1A5CCD7-2694-3943-A397-DCFD78B177EC}" type="slidenum">
              <a:rPr lang="de-DE" altLang="en-US" sz="1400"/>
              <a:pPr>
                <a:spcBef>
                  <a:spcPct val="0"/>
                </a:spcBef>
              </a:pPr>
              <a:t>20</a:t>
            </a:fld>
            <a:endParaRPr lang="de-DE" altLang="en-US" sz="1400"/>
          </a:p>
        </p:txBody>
      </p:sp>
      <p:sp>
        <p:nvSpPr>
          <p:cNvPr id="55299" name="Rectangle 1">
            <a:extLst>
              <a:ext uri="{FF2B5EF4-FFF2-40B4-BE49-F238E27FC236}">
                <a16:creationId xmlns:a16="http://schemas.microsoft.com/office/drawing/2014/main" id="{A8F6D597-9906-604E-B255-7D55A75A8DB7}"/>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5300" name="Rectangle 2">
            <a:extLst>
              <a:ext uri="{FF2B5EF4-FFF2-40B4-BE49-F238E27FC236}">
                <a16:creationId xmlns:a16="http://schemas.microsoft.com/office/drawing/2014/main" id="{E89A749E-5591-8D4B-89E0-F51CFEFCF0B1}"/>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2" name="Rectangle 6">
            <a:extLst>
              <a:ext uri="{FF2B5EF4-FFF2-40B4-BE49-F238E27FC236}">
                <a16:creationId xmlns:a16="http://schemas.microsoft.com/office/drawing/2014/main" id="{4AB8D479-337F-CE48-A7E5-E86B3645CC93}"/>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6CA3A644-F7A2-B34D-9868-B3042E61114D}" type="slidenum">
              <a:rPr lang="de-DE" altLang="en-US" sz="1400"/>
              <a:pPr>
                <a:spcBef>
                  <a:spcPct val="0"/>
                </a:spcBef>
              </a:pPr>
              <a:t>21</a:t>
            </a:fld>
            <a:endParaRPr lang="de-DE" altLang="en-US" sz="1400"/>
          </a:p>
        </p:txBody>
      </p:sp>
      <p:sp>
        <p:nvSpPr>
          <p:cNvPr id="56323" name="Rectangle 1">
            <a:extLst>
              <a:ext uri="{FF2B5EF4-FFF2-40B4-BE49-F238E27FC236}">
                <a16:creationId xmlns:a16="http://schemas.microsoft.com/office/drawing/2014/main" id="{BD8CF7F5-FB93-7B40-B091-34B23432A0FE}"/>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6324" name="Rectangle 2">
            <a:extLst>
              <a:ext uri="{FF2B5EF4-FFF2-40B4-BE49-F238E27FC236}">
                <a16:creationId xmlns:a16="http://schemas.microsoft.com/office/drawing/2014/main" id="{2D0927CC-EBAB-4240-ABAC-840B2B71E2A0}"/>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6">
            <a:extLst>
              <a:ext uri="{FF2B5EF4-FFF2-40B4-BE49-F238E27FC236}">
                <a16:creationId xmlns:a16="http://schemas.microsoft.com/office/drawing/2014/main" id="{44CF3D05-12C6-014F-860D-1F8DAA8FF571}"/>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0B03BAC9-8A91-BB48-B0C0-225829C9A1A4}" type="slidenum">
              <a:rPr lang="de-DE" altLang="en-US" sz="1400"/>
              <a:pPr>
                <a:spcBef>
                  <a:spcPct val="0"/>
                </a:spcBef>
              </a:pPr>
              <a:t>22</a:t>
            </a:fld>
            <a:endParaRPr lang="de-DE" altLang="en-US" sz="1400"/>
          </a:p>
        </p:txBody>
      </p:sp>
      <p:sp>
        <p:nvSpPr>
          <p:cNvPr id="57347" name="Rectangle 1">
            <a:extLst>
              <a:ext uri="{FF2B5EF4-FFF2-40B4-BE49-F238E27FC236}">
                <a16:creationId xmlns:a16="http://schemas.microsoft.com/office/drawing/2014/main" id="{1A387DEA-3A47-EB46-9F9B-4CF499A55C00}"/>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7348" name="Rectangle 2">
            <a:extLst>
              <a:ext uri="{FF2B5EF4-FFF2-40B4-BE49-F238E27FC236}">
                <a16:creationId xmlns:a16="http://schemas.microsoft.com/office/drawing/2014/main" id="{25E12FD5-06F7-7D4A-8858-B92860EE7F12}"/>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6">
            <a:extLst>
              <a:ext uri="{FF2B5EF4-FFF2-40B4-BE49-F238E27FC236}">
                <a16:creationId xmlns:a16="http://schemas.microsoft.com/office/drawing/2014/main" id="{E6DC58EF-D877-694A-A26E-FD5C986745D2}"/>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ACF2F9BA-0996-EE48-8161-7031F124A30C}" type="slidenum">
              <a:rPr lang="de-DE" altLang="en-US" sz="1400"/>
              <a:pPr>
                <a:spcBef>
                  <a:spcPct val="0"/>
                </a:spcBef>
              </a:pPr>
              <a:t>23</a:t>
            </a:fld>
            <a:endParaRPr lang="de-DE" altLang="en-US" sz="1400"/>
          </a:p>
        </p:txBody>
      </p:sp>
      <p:sp>
        <p:nvSpPr>
          <p:cNvPr id="58371" name="Rectangle 1">
            <a:extLst>
              <a:ext uri="{FF2B5EF4-FFF2-40B4-BE49-F238E27FC236}">
                <a16:creationId xmlns:a16="http://schemas.microsoft.com/office/drawing/2014/main" id="{145D0E58-024E-B140-87C3-F65EBAFCCD43}"/>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8372" name="Rectangle 2">
            <a:extLst>
              <a:ext uri="{FF2B5EF4-FFF2-40B4-BE49-F238E27FC236}">
                <a16:creationId xmlns:a16="http://schemas.microsoft.com/office/drawing/2014/main" id="{37E6C283-0AFF-0F47-972D-100F4EEB92E6}"/>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6">
            <a:extLst>
              <a:ext uri="{FF2B5EF4-FFF2-40B4-BE49-F238E27FC236}">
                <a16:creationId xmlns:a16="http://schemas.microsoft.com/office/drawing/2014/main" id="{392CF8D0-6BF6-C24F-B316-DAB979F830C9}"/>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EB3A6C5D-2F7F-B04A-A50E-E8FBC1CBC6FB}" type="slidenum">
              <a:rPr lang="de-DE" altLang="en-US" sz="1400"/>
              <a:pPr>
                <a:spcBef>
                  <a:spcPct val="0"/>
                </a:spcBef>
              </a:pPr>
              <a:t>24</a:t>
            </a:fld>
            <a:endParaRPr lang="de-DE" altLang="en-US" sz="1400"/>
          </a:p>
        </p:txBody>
      </p:sp>
      <p:sp>
        <p:nvSpPr>
          <p:cNvPr id="59395" name="Rectangle 1">
            <a:extLst>
              <a:ext uri="{FF2B5EF4-FFF2-40B4-BE49-F238E27FC236}">
                <a16:creationId xmlns:a16="http://schemas.microsoft.com/office/drawing/2014/main" id="{F4EDFDD8-45D9-CE42-B839-1C546C78DC0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9396" name="Rectangle 2">
            <a:extLst>
              <a:ext uri="{FF2B5EF4-FFF2-40B4-BE49-F238E27FC236}">
                <a16:creationId xmlns:a16="http://schemas.microsoft.com/office/drawing/2014/main" id="{EF243DCC-66CD-F447-AC78-86C2C17A13F2}"/>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comments in the example are not the result of executing the assignments, but they are explaining how the applied formatting should be interpreted by the programmer.</a:t>
            </a:r>
          </a:p>
          <a:p>
            <a:endParaRPr lang="en-US" dirty="0"/>
          </a:p>
          <a:p>
            <a:r>
              <a:rPr lang="en-GB" sz="1200" b="0" i="0" u="none" strike="noStrike" kern="1200" dirty="0">
                <a:solidFill>
                  <a:srgbClr val="000000"/>
                </a:solidFill>
                <a:effectLst/>
                <a:latin typeface="Times New Roman" pitchFamily="16" charset="0"/>
                <a:ea typeface="+mn-ea"/>
                <a:cs typeface="+mn-cs"/>
              </a:rPr>
              <a:t>For example, the formatting applied to the second expression shows a 6-bit </a:t>
            </a:r>
            <a:r>
              <a:rPr lang="en-GB" sz="1200" b="1" i="0" u="none" strike="noStrike" kern="1200" dirty="0">
                <a:solidFill>
                  <a:srgbClr val="000000"/>
                </a:solidFill>
                <a:effectLst/>
                <a:latin typeface="Times New Roman" pitchFamily="16" charset="0"/>
                <a:ea typeface="+mn-ea"/>
                <a:cs typeface="+mn-cs"/>
              </a:rPr>
              <a:t>unsigned hexadecimal </a:t>
            </a:r>
            <a:r>
              <a:rPr lang="en-GB" sz="1200" b="0" i="0" u="none" strike="noStrike" kern="1200" dirty="0">
                <a:solidFill>
                  <a:srgbClr val="000000"/>
                </a:solidFill>
                <a:effectLst/>
                <a:latin typeface="Times New Roman" pitchFamily="16" charset="0"/>
                <a:ea typeface="+mn-ea"/>
                <a:cs typeface="+mn-cs"/>
              </a:rPr>
              <a:t>number “f”. Therefore, it is written as '001111' in the binary format.</a:t>
            </a:r>
          </a:p>
          <a:p>
            <a:r>
              <a:rPr lang="en-GB" sz="1200" b="0" i="0" u="none" strike="noStrike" kern="1200" dirty="0">
                <a:solidFill>
                  <a:srgbClr val="000000"/>
                </a:solidFill>
                <a:effectLst/>
                <a:latin typeface="Times New Roman" pitchFamily="16" charset="0"/>
                <a:ea typeface="+mn-ea"/>
                <a:cs typeface="+mn-cs"/>
              </a:rPr>
              <a:t>* The letter U here is showing unsigned number rather than uninitialized</a:t>
            </a:r>
          </a:p>
          <a:p>
            <a:pPr marL="171450" indent="-171450">
              <a:buFont typeface="Arial" panose="020B0604020202020204" pitchFamily="34" charset="0"/>
              <a:buChar char="•"/>
            </a:pPr>
            <a:endParaRPr lang="en-GB" sz="1200" b="0" i="0" u="none" strike="noStrike" kern="1200" dirty="0">
              <a:solidFill>
                <a:srgbClr val="000000"/>
              </a:solidFill>
              <a:effectLst/>
              <a:latin typeface="Times New Roman" pitchFamily="16" charset="0"/>
              <a:ea typeface="+mn-ea"/>
              <a:cs typeface="+mn-cs"/>
            </a:endParaRPr>
          </a:p>
          <a:p>
            <a:pPr marL="0" indent="0">
              <a:buFont typeface="Arial" panose="020B0604020202020204" pitchFamily="34" charset="0"/>
              <a:buNone/>
            </a:pPr>
            <a:r>
              <a:rPr lang="en-GB" sz="1200" b="0" i="0" u="none" strike="noStrike" kern="1200" dirty="0">
                <a:solidFill>
                  <a:srgbClr val="000000"/>
                </a:solidFill>
                <a:effectLst/>
                <a:latin typeface="Times New Roman" pitchFamily="16" charset="0"/>
                <a:ea typeface="+mn-ea"/>
                <a:cs typeface="+mn-cs"/>
              </a:rPr>
              <a:t>The formatting applied to the third expression shows a 6-bit </a:t>
            </a:r>
            <a:r>
              <a:rPr lang="en-GB" sz="1200" b="1" i="0" u="none" strike="noStrike" kern="1200" dirty="0">
                <a:solidFill>
                  <a:srgbClr val="000000"/>
                </a:solidFill>
                <a:effectLst/>
                <a:latin typeface="Times New Roman" pitchFamily="16" charset="0"/>
                <a:ea typeface="+mn-ea"/>
                <a:cs typeface="+mn-cs"/>
              </a:rPr>
              <a:t>signed binary </a:t>
            </a:r>
            <a:r>
              <a:rPr lang="en-GB" sz="1200" b="0" i="0" u="none" strike="noStrike" kern="1200" dirty="0">
                <a:solidFill>
                  <a:srgbClr val="000000"/>
                </a:solidFill>
                <a:effectLst/>
                <a:latin typeface="Times New Roman" pitchFamily="16" charset="0"/>
                <a:ea typeface="+mn-ea"/>
                <a:cs typeface="+mn-cs"/>
              </a:rPr>
              <a:t>number “11”. Therefore, "11" is written as a 6-bit signed binary number by adding leading 1's to the number. </a:t>
            </a:r>
          </a:p>
          <a:p>
            <a:pPr marL="0" indent="0">
              <a:buFont typeface="Arial" panose="020B0604020202020204" pitchFamily="34" charset="0"/>
              <a:buNone/>
            </a:pPr>
            <a:r>
              <a:rPr lang="en-GB" sz="1200" b="0" i="0" u="none" strike="noStrike" kern="1200" dirty="0">
                <a:solidFill>
                  <a:srgbClr val="000000"/>
                </a:solidFill>
                <a:effectLst/>
                <a:latin typeface="Times New Roman" pitchFamily="16" charset="0"/>
                <a:ea typeface="+mn-ea"/>
                <a:cs typeface="+mn-cs"/>
              </a:rPr>
              <a:t>* The letter s here refers to a signed number. </a:t>
            </a:r>
          </a:p>
          <a:p>
            <a:br>
              <a:rPr lang="en-GB" sz="1200" b="0" i="0" u="none" strike="noStrike" kern="1200" dirty="0">
                <a:solidFill>
                  <a:srgbClr val="000000"/>
                </a:solidFill>
                <a:effectLst/>
                <a:latin typeface="Times New Roman" pitchFamily="16" charset="0"/>
                <a:ea typeface="+mn-ea"/>
                <a:cs typeface="+mn-cs"/>
              </a:rPr>
            </a:br>
            <a:r>
              <a:rPr lang="en-GB" sz="1200" b="0" i="0" u="none" strike="noStrike" kern="1200" dirty="0">
                <a:solidFill>
                  <a:srgbClr val="000000"/>
                </a:solidFill>
                <a:effectLst/>
                <a:latin typeface="Times New Roman" pitchFamily="16" charset="0"/>
                <a:ea typeface="+mn-ea"/>
                <a:cs typeface="+mn-cs"/>
              </a:rPr>
              <a:t>Finally, last example is a 6-bit </a:t>
            </a:r>
            <a:r>
              <a:rPr lang="en-GB" sz="1200" b="1" i="0" u="none" strike="noStrike" kern="1200" dirty="0">
                <a:solidFill>
                  <a:srgbClr val="000000"/>
                </a:solidFill>
                <a:effectLst/>
                <a:latin typeface="Times New Roman" pitchFamily="16" charset="0"/>
                <a:ea typeface="+mn-ea"/>
                <a:cs typeface="+mn-cs"/>
              </a:rPr>
              <a:t>unsigned octal</a:t>
            </a:r>
            <a:r>
              <a:rPr lang="en-GB" sz="1200" b="0" i="0" u="none" strike="noStrike" kern="1200" dirty="0">
                <a:solidFill>
                  <a:srgbClr val="000000"/>
                </a:solidFill>
                <a:effectLst/>
                <a:latin typeface="Times New Roman" pitchFamily="16" charset="0"/>
                <a:ea typeface="+mn-ea"/>
                <a:cs typeface="+mn-cs"/>
              </a:rPr>
              <a:t> number. Therefore, it is written in the binary form by adding the leading zeros. </a:t>
            </a:r>
          </a:p>
          <a:p>
            <a:endParaRPr lang="en-GB" sz="1200" b="0" i="0" u="none" strike="noStrike" kern="1200" dirty="0">
              <a:solidFill>
                <a:srgbClr val="000000"/>
              </a:solidFill>
              <a:effectLst/>
              <a:latin typeface="Times New Roman" pitchFamily="16" charset="0"/>
              <a:ea typeface="+mn-ea"/>
              <a:cs typeface="+mn-cs"/>
            </a:endParaRPr>
          </a:p>
          <a:p>
            <a:r>
              <a:rPr lang="en-GB" sz="1200" b="0" i="0" u="none" strike="noStrike" kern="1200" dirty="0">
                <a:solidFill>
                  <a:srgbClr val="000000"/>
                </a:solidFill>
                <a:effectLst/>
                <a:latin typeface="Times New Roman" pitchFamily="16" charset="0"/>
                <a:ea typeface="+mn-ea"/>
                <a:cs typeface="+mn-cs"/>
              </a:rPr>
              <a:t>The meta values mentioned in the slide can be used instead of the (binary) numbers and they are not changing the format of the numbers. For example, it is possible to write a number as "100X" or "UU10".</a:t>
            </a:r>
          </a:p>
          <a:p>
            <a:endParaRPr lang="en-US" dirty="0"/>
          </a:p>
        </p:txBody>
      </p:sp>
      <p:sp>
        <p:nvSpPr>
          <p:cNvPr id="4" name="Slide Number Placeholder 3"/>
          <p:cNvSpPr>
            <a:spLocks noGrp="1"/>
          </p:cNvSpPr>
          <p:nvPr>
            <p:ph type="sldNum"/>
          </p:nvPr>
        </p:nvSpPr>
        <p:spPr/>
        <p:txBody>
          <a:bodyPr/>
          <a:lstStyle/>
          <a:p>
            <a:fld id="{948C9B16-E2A8-4345-A95B-336C913D8D15}" type="slidenum">
              <a:rPr lang="de-DE" altLang="en-US" smtClean="0"/>
              <a:pPr/>
              <a:t>26</a:t>
            </a:fld>
            <a:endParaRPr lang="de-DE" altLang="en-US"/>
          </a:p>
        </p:txBody>
      </p:sp>
    </p:spTree>
    <p:extLst>
      <p:ext uri="{BB962C8B-B14F-4D97-AF65-F5344CB8AC3E}">
        <p14:creationId xmlns:p14="http://schemas.microsoft.com/office/powerpoint/2010/main" val="8439659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6">
            <a:extLst>
              <a:ext uri="{FF2B5EF4-FFF2-40B4-BE49-F238E27FC236}">
                <a16:creationId xmlns:a16="http://schemas.microsoft.com/office/drawing/2014/main" id="{B0D93536-8E7D-B042-95FD-F527DD70008B}"/>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D50526EF-7DF4-1646-A204-25ECC9BF9DD1}" type="slidenum">
              <a:rPr lang="de-DE" altLang="en-US" sz="1400"/>
              <a:pPr>
                <a:spcBef>
                  <a:spcPct val="0"/>
                </a:spcBef>
              </a:pPr>
              <a:t>29</a:t>
            </a:fld>
            <a:endParaRPr lang="de-DE" altLang="en-US" sz="1400"/>
          </a:p>
        </p:txBody>
      </p:sp>
      <p:sp>
        <p:nvSpPr>
          <p:cNvPr id="60419" name="Rectangle 1">
            <a:extLst>
              <a:ext uri="{FF2B5EF4-FFF2-40B4-BE49-F238E27FC236}">
                <a16:creationId xmlns:a16="http://schemas.microsoft.com/office/drawing/2014/main" id="{25451292-8D40-EA42-ABE0-A44193DC6E6E}"/>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0420" name="Rectangle 2">
            <a:extLst>
              <a:ext uri="{FF2B5EF4-FFF2-40B4-BE49-F238E27FC236}">
                <a16:creationId xmlns:a16="http://schemas.microsoft.com/office/drawing/2014/main" id="{90E60D4B-F36A-D24A-B595-8D2816E3FFAC}"/>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6">
            <a:extLst>
              <a:ext uri="{FF2B5EF4-FFF2-40B4-BE49-F238E27FC236}">
                <a16:creationId xmlns:a16="http://schemas.microsoft.com/office/drawing/2014/main" id="{A99F8E21-94F4-BA40-8AB0-EB96046767DE}"/>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42DF066E-1A85-0D47-B2EC-12D84E6C7E55}" type="slidenum">
              <a:rPr lang="de-DE" altLang="en-US" sz="1400"/>
              <a:pPr>
                <a:spcBef>
                  <a:spcPct val="0"/>
                </a:spcBef>
              </a:pPr>
              <a:t>30</a:t>
            </a:fld>
            <a:endParaRPr lang="de-DE" altLang="en-US" sz="1400"/>
          </a:p>
        </p:txBody>
      </p:sp>
      <p:sp>
        <p:nvSpPr>
          <p:cNvPr id="61443" name="Rectangle 1">
            <a:extLst>
              <a:ext uri="{FF2B5EF4-FFF2-40B4-BE49-F238E27FC236}">
                <a16:creationId xmlns:a16="http://schemas.microsoft.com/office/drawing/2014/main" id="{7B8D3E44-3D40-F047-951C-B8BA1656A8DA}"/>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44" name="Rectangle 2">
            <a:extLst>
              <a:ext uri="{FF2B5EF4-FFF2-40B4-BE49-F238E27FC236}">
                <a16:creationId xmlns:a16="http://schemas.microsoft.com/office/drawing/2014/main" id="{AE2AD5F9-29AA-6A47-A01E-B2327B3E35C5}"/>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Rectangle 6">
            <a:extLst>
              <a:ext uri="{FF2B5EF4-FFF2-40B4-BE49-F238E27FC236}">
                <a16:creationId xmlns:a16="http://schemas.microsoft.com/office/drawing/2014/main" id="{0A348A7D-1016-EF4C-99EE-E1779F0F627B}"/>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97491F40-4551-DD42-839B-CB18B9B70765}" type="slidenum">
              <a:rPr lang="de-DE" altLang="en-US" sz="1400"/>
              <a:pPr>
                <a:spcBef>
                  <a:spcPct val="0"/>
                </a:spcBef>
              </a:pPr>
              <a:t>32</a:t>
            </a:fld>
            <a:endParaRPr lang="de-DE" altLang="en-US" sz="1400"/>
          </a:p>
        </p:txBody>
      </p:sp>
      <p:sp>
        <p:nvSpPr>
          <p:cNvPr id="62467" name="Rectangle 1">
            <a:extLst>
              <a:ext uri="{FF2B5EF4-FFF2-40B4-BE49-F238E27FC236}">
                <a16:creationId xmlns:a16="http://schemas.microsoft.com/office/drawing/2014/main" id="{5D2142D8-0746-1345-8B71-EFAD9ACDC423}"/>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2468" name="Rectangle 2">
            <a:extLst>
              <a:ext uri="{FF2B5EF4-FFF2-40B4-BE49-F238E27FC236}">
                <a16:creationId xmlns:a16="http://schemas.microsoft.com/office/drawing/2014/main" id="{D59E9430-4424-7C4D-A727-F0382416B0C1}"/>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6">
            <a:extLst>
              <a:ext uri="{FF2B5EF4-FFF2-40B4-BE49-F238E27FC236}">
                <a16:creationId xmlns:a16="http://schemas.microsoft.com/office/drawing/2014/main" id="{BABE7582-EE1B-3C41-9283-0E835E5E9B69}"/>
              </a:ext>
            </a:extLst>
          </p:cNvPr>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625523EA-C2AD-9348-BABD-7DB4066A4FEF}" type="slidenum">
              <a:rPr lang="de-DE" altLang="en-US" sz="1400"/>
              <a:pPr>
                <a:spcBef>
                  <a:spcPct val="0"/>
                </a:spcBef>
              </a:pPr>
              <a:t>33</a:t>
            </a:fld>
            <a:endParaRPr lang="de-DE" altLang="en-US" sz="1400"/>
          </a:p>
        </p:txBody>
      </p:sp>
      <p:sp>
        <p:nvSpPr>
          <p:cNvPr id="63491" name="Rectangle 1">
            <a:extLst>
              <a:ext uri="{FF2B5EF4-FFF2-40B4-BE49-F238E27FC236}">
                <a16:creationId xmlns:a16="http://schemas.microsoft.com/office/drawing/2014/main" id="{6BE73026-5CE6-824A-90E2-EC764DB51BAB}"/>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3492" name="Rectangle 2">
            <a:extLst>
              <a:ext uri="{FF2B5EF4-FFF2-40B4-BE49-F238E27FC236}">
                <a16:creationId xmlns:a16="http://schemas.microsoft.com/office/drawing/2014/main" id="{B38B41C1-9CD5-7341-9C49-8CE5DA610CB2}"/>
              </a:ext>
            </a:extLst>
          </p:cNvPr>
          <p:cNvSpPr>
            <a:spLocks noGrp="1"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9">
            <a:extLst>
              <a:ext uri="{FF2B5EF4-FFF2-40B4-BE49-F238E27FC236}">
                <a16:creationId xmlns:a16="http://schemas.microsoft.com/office/drawing/2014/main" id="{5864E35B-B4D8-4F45-8C93-5F3EAD84558D}"/>
              </a:ext>
            </a:extLst>
          </p:cNvPr>
          <p:cNvSpPr>
            <a:spLocks noGrp="1" noChangeArrowheads="1"/>
          </p:cNvSpPr>
          <p:nvPr>
            <p:ph type="sldNum" idx="10"/>
          </p:nvPr>
        </p:nvSpPr>
        <p:spPr>
          <a:ln/>
        </p:spPr>
        <p:txBody>
          <a:bodyPr/>
          <a:lstStyle>
            <a:lvl1pPr>
              <a:defRPr/>
            </a:lvl1pPr>
          </a:lstStyle>
          <a:p>
            <a:fld id="{A973AE2B-C8CB-5D4D-B5ED-5F92C50F90C6}" type="slidenum">
              <a:rPr lang="de-DE" altLang="en-US"/>
              <a:pPr/>
              <a:t>‹#›</a:t>
            </a:fld>
            <a:endParaRPr lang="de-DE" altLang="en-US"/>
          </a:p>
        </p:txBody>
      </p:sp>
    </p:spTree>
    <p:extLst>
      <p:ext uri="{BB962C8B-B14F-4D97-AF65-F5344CB8AC3E}">
        <p14:creationId xmlns:p14="http://schemas.microsoft.com/office/powerpoint/2010/main" val="2433875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5BBF535C-8593-564F-8F40-D3BC66261269}"/>
              </a:ext>
            </a:extLst>
          </p:cNvPr>
          <p:cNvSpPr>
            <a:spLocks noGrp="1" noChangeArrowheads="1"/>
          </p:cNvSpPr>
          <p:nvPr>
            <p:ph type="sldNum" idx="10"/>
          </p:nvPr>
        </p:nvSpPr>
        <p:spPr>
          <a:ln/>
        </p:spPr>
        <p:txBody>
          <a:bodyPr/>
          <a:lstStyle>
            <a:lvl1pPr>
              <a:defRPr/>
            </a:lvl1pPr>
          </a:lstStyle>
          <a:p>
            <a:fld id="{02F1A7AF-8D6A-A643-9D95-9B55BD09748E}" type="slidenum">
              <a:rPr lang="de-DE" altLang="en-US"/>
              <a:pPr/>
              <a:t>‹#›</a:t>
            </a:fld>
            <a:endParaRPr lang="de-DE" altLang="en-US"/>
          </a:p>
        </p:txBody>
      </p:sp>
    </p:spTree>
    <p:extLst>
      <p:ext uri="{BB962C8B-B14F-4D97-AF65-F5344CB8AC3E}">
        <p14:creationId xmlns:p14="http://schemas.microsoft.com/office/powerpoint/2010/main" val="94643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9">
            <a:extLst>
              <a:ext uri="{FF2B5EF4-FFF2-40B4-BE49-F238E27FC236}">
                <a16:creationId xmlns:a16="http://schemas.microsoft.com/office/drawing/2014/main" id="{5A2C74BA-36FA-BA43-A799-10B3411347A1}"/>
              </a:ext>
            </a:extLst>
          </p:cNvPr>
          <p:cNvSpPr>
            <a:spLocks noGrp="1" noChangeArrowheads="1"/>
          </p:cNvSpPr>
          <p:nvPr>
            <p:ph type="sldNum" idx="10"/>
          </p:nvPr>
        </p:nvSpPr>
        <p:spPr>
          <a:ln/>
        </p:spPr>
        <p:txBody>
          <a:bodyPr/>
          <a:lstStyle>
            <a:lvl1pPr>
              <a:defRPr/>
            </a:lvl1pPr>
          </a:lstStyle>
          <a:p>
            <a:fld id="{E67E7C4B-3C81-F644-9DD8-DAC33F62342C}" type="slidenum">
              <a:rPr lang="de-DE" altLang="en-US"/>
              <a:pPr/>
              <a:t>‹#›</a:t>
            </a:fld>
            <a:endParaRPr lang="de-DE" altLang="en-US"/>
          </a:p>
        </p:txBody>
      </p:sp>
    </p:spTree>
    <p:extLst>
      <p:ext uri="{BB962C8B-B14F-4D97-AF65-F5344CB8AC3E}">
        <p14:creationId xmlns:p14="http://schemas.microsoft.com/office/powerpoint/2010/main" val="642250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4963"/>
            <a:ext cx="4037013" cy="3975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604963"/>
            <a:ext cx="4038600" cy="3975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96DC5BCA-36FC-F947-8023-9655C0C2AFCD}"/>
              </a:ext>
            </a:extLst>
          </p:cNvPr>
          <p:cNvSpPr>
            <a:spLocks noGrp="1" noChangeArrowheads="1"/>
          </p:cNvSpPr>
          <p:nvPr>
            <p:ph type="sldNum" idx="10"/>
          </p:nvPr>
        </p:nvSpPr>
        <p:spPr>
          <a:ln/>
        </p:spPr>
        <p:txBody>
          <a:bodyPr/>
          <a:lstStyle>
            <a:lvl1pPr>
              <a:defRPr/>
            </a:lvl1pPr>
          </a:lstStyle>
          <a:p>
            <a:fld id="{C314F2B6-0BBA-0948-BA13-291F46DCDCB0}" type="slidenum">
              <a:rPr lang="de-DE" altLang="en-US"/>
              <a:pPr/>
              <a:t>‹#›</a:t>
            </a:fld>
            <a:endParaRPr lang="de-DE" altLang="en-US"/>
          </a:p>
        </p:txBody>
      </p:sp>
    </p:spTree>
    <p:extLst>
      <p:ext uri="{BB962C8B-B14F-4D97-AF65-F5344CB8AC3E}">
        <p14:creationId xmlns:p14="http://schemas.microsoft.com/office/powerpoint/2010/main" val="3895932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a:extLst>
              <a:ext uri="{FF2B5EF4-FFF2-40B4-BE49-F238E27FC236}">
                <a16:creationId xmlns:a16="http://schemas.microsoft.com/office/drawing/2014/main" id="{C974918E-5539-4448-8C92-2248AE0393F7}"/>
              </a:ext>
            </a:extLst>
          </p:cNvPr>
          <p:cNvSpPr>
            <a:spLocks noGrp="1" noChangeArrowheads="1"/>
          </p:cNvSpPr>
          <p:nvPr>
            <p:ph type="sldNum" idx="10"/>
          </p:nvPr>
        </p:nvSpPr>
        <p:spPr>
          <a:ln/>
        </p:spPr>
        <p:txBody>
          <a:bodyPr/>
          <a:lstStyle>
            <a:lvl1pPr>
              <a:defRPr/>
            </a:lvl1pPr>
          </a:lstStyle>
          <a:p>
            <a:fld id="{24C68A5C-6326-954B-B997-1E1CAC41B127}" type="slidenum">
              <a:rPr lang="de-DE" altLang="en-US"/>
              <a:pPr/>
              <a:t>‹#›</a:t>
            </a:fld>
            <a:endParaRPr lang="de-DE" altLang="en-US"/>
          </a:p>
        </p:txBody>
      </p:sp>
    </p:spTree>
    <p:extLst>
      <p:ext uri="{BB962C8B-B14F-4D97-AF65-F5344CB8AC3E}">
        <p14:creationId xmlns:p14="http://schemas.microsoft.com/office/powerpoint/2010/main" val="3896920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a:extLst>
              <a:ext uri="{FF2B5EF4-FFF2-40B4-BE49-F238E27FC236}">
                <a16:creationId xmlns:a16="http://schemas.microsoft.com/office/drawing/2014/main" id="{862A7F5F-8FF2-424F-8377-7CA551F1D6A3}"/>
              </a:ext>
            </a:extLst>
          </p:cNvPr>
          <p:cNvSpPr>
            <a:spLocks noGrp="1" noChangeArrowheads="1"/>
          </p:cNvSpPr>
          <p:nvPr>
            <p:ph type="sldNum" idx="10"/>
          </p:nvPr>
        </p:nvSpPr>
        <p:spPr>
          <a:ln/>
        </p:spPr>
        <p:txBody>
          <a:bodyPr/>
          <a:lstStyle>
            <a:lvl1pPr>
              <a:defRPr/>
            </a:lvl1pPr>
          </a:lstStyle>
          <a:p>
            <a:fld id="{17BDE727-E982-FE4F-8357-BE808DF592D7}" type="slidenum">
              <a:rPr lang="de-DE" altLang="en-US"/>
              <a:pPr/>
              <a:t>‹#›</a:t>
            </a:fld>
            <a:endParaRPr lang="de-DE" altLang="en-US"/>
          </a:p>
        </p:txBody>
      </p:sp>
    </p:spTree>
    <p:extLst>
      <p:ext uri="{BB962C8B-B14F-4D97-AF65-F5344CB8AC3E}">
        <p14:creationId xmlns:p14="http://schemas.microsoft.com/office/powerpoint/2010/main" val="4181878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8491200D-EFAA-2148-940A-A79FC4EA531C}"/>
              </a:ext>
            </a:extLst>
          </p:cNvPr>
          <p:cNvSpPr>
            <a:spLocks noGrp="1" noChangeArrowheads="1"/>
          </p:cNvSpPr>
          <p:nvPr>
            <p:ph type="sldNum" idx="10"/>
          </p:nvPr>
        </p:nvSpPr>
        <p:spPr>
          <a:ln/>
        </p:spPr>
        <p:txBody>
          <a:bodyPr/>
          <a:lstStyle>
            <a:lvl1pPr>
              <a:defRPr/>
            </a:lvl1pPr>
          </a:lstStyle>
          <a:p>
            <a:fld id="{B4D24270-B269-974F-9DC0-BB0B6873D1FE}" type="slidenum">
              <a:rPr lang="de-DE" altLang="en-US"/>
              <a:pPr/>
              <a:t>‹#›</a:t>
            </a:fld>
            <a:endParaRPr lang="de-DE" altLang="en-US"/>
          </a:p>
        </p:txBody>
      </p:sp>
    </p:spTree>
    <p:extLst>
      <p:ext uri="{BB962C8B-B14F-4D97-AF65-F5344CB8AC3E}">
        <p14:creationId xmlns:p14="http://schemas.microsoft.com/office/powerpoint/2010/main" val="1070052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a:extLst>
              <a:ext uri="{FF2B5EF4-FFF2-40B4-BE49-F238E27FC236}">
                <a16:creationId xmlns:a16="http://schemas.microsoft.com/office/drawing/2014/main" id="{2955FD5E-6FF6-2F47-821D-704DAFB7F2DA}"/>
              </a:ext>
            </a:extLst>
          </p:cNvPr>
          <p:cNvSpPr>
            <a:spLocks noGrp="1" noChangeArrowheads="1"/>
          </p:cNvSpPr>
          <p:nvPr>
            <p:ph type="sldNum" idx="10"/>
          </p:nvPr>
        </p:nvSpPr>
        <p:spPr>
          <a:ln/>
        </p:spPr>
        <p:txBody>
          <a:bodyPr/>
          <a:lstStyle>
            <a:lvl1pPr>
              <a:defRPr/>
            </a:lvl1pPr>
          </a:lstStyle>
          <a:p>
            <a:fld id="{BB80DAB4-9499-C24D-8731-35910F86DBCF}" type="slidenum">
              <a:rPr lang="de-DE" altLang="en-US"/>
              <a:pPr/>
              <a:t>‹#›</a:t>
            </a:fld>
            <a:endParaRPr lang="de-DE" altLang="en-US"/>
          </a:p>
        </p:txBody>
      </p:sp>
    </p:spTree>
    <p:extLst>
      <p:ext uri="{BB962C8B-B14F-4D97-AF65-F5344CB8AC3E}">
        <p14:creationId xmlns:p14="http://schemas.microsoft.com/office/powerpoint/2010/main" val="4280638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a:extLst>
              <a:ext uri="{FF2B5EF4-FFF2-40B4-BE49-F238E27FC236}">
                <a16:creationId xmlns:a16="http://schemas.microsoft.com/office/drawing/2014/main" id="{ADB120AA-D572-0C43-85FC-9115965EA77F}"/>
              </a:ext>
            </a:extLst>
          </p:cNvPr>
          <p:cNvSpPr>
            <a:spLocks noGrp="1" noChangeArrowheads="1"/>
          </p:cNvSpPr>
          <p:nvPr>
            <p:ph type="sldNum" idx="10"/>
          </p:nvPr>
        </p:nvSpPr>
        <p:spPr>
          <a:ln/>
        </p:spPr>
        <p:txBody>
          <a:bodyPr/>
          <a:lstStyle>
            <a:lvl1pPr>
              <a:defRPr/>
            </a:lvl1pPr>
          </a:lstStyle>
          <a:p>
            <a:fld id="{0EBC2C53-BEE7-2242-A5F9-1D54DD6BD29D}" type="slidenum">
              <a:rPr lang="de-DE" altLang="en-US"/>
              <a:pPr/>
              <a:t>‹#›</a:t>
            </a:fld>
            <a:endParaRPr lang="de-DE" altLang="en-US"/>
          </a:p>
        </p:txBody>
      </p:sp>
    </p:spTree>
    <p:extLst>
      <p:ext uri="{BB962C8B-B14F-4D97-AF65-F5344CB8AC3E}">
        <p14:creationId xmlns:p14="http://schemas.microsoft.com/office/powerpoint/2010/main" val="368252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0C00A647-0326-C444-A0A7-106CB681C4A0}"/>
              </a:ext>
            </a:extLst>
          </p:cNvPr>
          <p:cNvSpPr>
            <a:spLocks noGrp="1" noChangeArrowheads="1"/>
          </p:cNvSpPr>
          <p:nvPr>
            <p:ph type="sldNum" idx="10"/>
          </p:nvPr>
        </p:nvSpPr>
        <p:spPr>
          <a:ln/>
        </p:spPr>
        <p:txBody>
          <a:bodyPr/>
          <a:lstStyle>
            <a:lvl1pPr>
              <a:defRPr/>
            </a:lvl1pPr>
          </a:lstStyle>
          <a:p>
            <a:fld id="{A37427EA-94E7-634D-8415-64D68B9C967A}" type="slidenum">
              <a:rPr lang="de-DE" altLang="en-US"/>
              <a:pPr/>
              <a:t>‹#›</a:t>
            </a:fld>
            <a:endParaRPr lang="de-DE" altLang="en-US"/>
          </a:p>
        </p:txBody>
      </p:sp>
    </p:spTree>
    <p:extLst>
      <p:ext uri="{BB962C8B-B14F-4D97-AF65-F5344CB8AC3E}">
        <p14:creationId xmlns:p14="http://schemas.microsoft.com/office/powerpoint/2010/main" val="503328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4988"/>
            <a:ext cx="2055813" cy="50450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534988"/>
            <a:ext cx="6019800" cy="5045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F3308B31-E736-1345-BAC9-2D4035061F4C}"/>
              </a:ext>
            </a:extLst>
          </p:cNvPr>
          <p:cNvSpPr>
            <a:spLocks noGrp="1" noChangeArrowheads="1"/>
          </p:cNvSpPr>
          <p:nvPr>
            <p:ph type="sldNum" idx="10"/>
          </p:nvPr>
        </p:nvSpPr>
        <p:spPr>
          <a:ln/>
        </p:spPr>
        <p:txBody>
          <a:bodyPr/>
          <a:lstStyle>
            <a:lvl1pPr>
              <a:defRPr/>
            </a:lvl1pPr>
          </a:lstStyle>
          <a:p>
            <a:fld id="{887DD9B1-BCE9-AD4A-9BC4-76F16E45E48F}" type="slidenum">
              <a:rPr lang="de-DE" altLang="en-US"/>
              <a:pPr/>
              <a:t>‹#›</a:t>
            </a:fld>
            <a:endParaRPr lang="de-DE" altLang="en-US"/>
          </a:p>
        </p:txBody>
      </p:sp>
    </p:spTree>
    <p:extLst>
      <p:ext uri="{BB962C8B-B14F-4D97-AF65-F5344CB8AC3E}">
        <p14:creationId xmlns:p14="http://schemas.microsoft.com/office/powerpoint/2010/main" val="34382950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60375" y="534988"/>
            <a:ext cx="8221663" cy="1042987"/>
          </a:xfrm>
        </p:spPr>
        <p:txBody>
          <a:bodyPr/>
          <a:lstStyle/>
          <a:p>
            <a:r>
              <a:rPr lang="en-US"/>
              <a:t>Click to edit Master title style</a:t>
            </a:r>
          </a:p>
        </p:txBody>
      </p:sp>
      <p:sp>
        <p:nvSpPr>
          <p:cNvPr id="3" name="Rectangle 9">
            <a:extLst>
              <a:ext uri="{FF2B5EF4-FFF2-40B4-BE49-F238E27FC236}">
                <a16:creationId xmlns:a16="http://schemas.microsoft.com/office/drawing/2014/main" id="{83B7C88F-76E9-7F48-872C-E78182BAEBD1}"/>
              </a:ext>
            </a:extLst>
          </p:cNvPr>
          <p:cNvSpPr>
            <a:spLocks noGrp="1" noChangeArrowheads="1"/>
          </p:cNvSpPr>
          <p:nvPr>
            <p:ph type="sldNum" idx="10"/>
          </p:nvPr>
        </p:nvSpPr>
        <p:spPr>
          <a:ln/>
        </p:spPr>
        <p:txBody>
          <a:bodyPr/>
          <a:lstStyle>
            <a:lvl1pPr>
              <a:defRPr/>
            </a:lvl1pPr>
          </a:lstStyle>
          <a:p>
            <a:fld id="{804E7D58-442A-7447-B8DA-9F4A82739447}" type="slidenum">
              <a:rPr lang="de-DE" altLang="en-US"/>
              <a:pPr/>
              <a:t>‹#›</a:t>
            </a:fld>
            <a:endParaRPr lang="de-DE" altLang="en-US"/>
          </a:p>
        </p:txBody>
      </p:sp>
    </p:spTree>
    <p:extLst>
      <p:ext uri="{BB962C8B-B14F-4D97-AF65-F5344CB8AC3E}">
        <p14:creationId xmlns:p14="http://schemas.microsoft.com/office/powerpoint/2010/main" val="2251006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8">
            <a:extLst>
              <a:ext uri="{FF2B5EF4-FFF2-40B4-BE49-F238E27FC236}">
                <a16:creationId xmlns:a16="http://schemas.microsoft.com/office/drawing/2014/main" id="{0B1BDFD2-47A6-0B4A-96E0-88DF1872B1EE}"/>
              </a:ext>
            </a:extLst>
          </p:cNvPr>
          <p:cNvSpPr>
            <a:spLocks noGrp="1" noChangeArrowheads="1"/>
          </p:cNvSpPr>
          <p:nvPr>
            <p:ph type="sldNum" idx="10"/>
          </p:nvPr>
        </p:nvSpPr>
        <p:spPr>
          <a:ln/>
        </p:spPr>
        <p:txBody>
          <a:bodyPr/>
          <a:lstStyle>
            <a:lvl1pPr>
              <a:defRPr/>
            </a:lvl1pPr>
          </a:lstStyle>
          <a:p>
            <a:fld id="{1DF0BAAC-7C38-B741-BFE8-402561252B06}" type="slidenum">
              <a:rPr lang="de-DE" altLang="en-US"/>
              <a:pPr/>
              <a:t>‹#›</a:t>
            </a:fld>
            <a:endParaRPr lang="de-DE" altLang="en-US"/>
          </a:p>
        </p:txBody>
      </p:sp>
    </p:spTree>
    <p:extLst>
      <p:ext uri="{BB962C8B-B14F-4D97-AF65-F5344CB8AC3E}">
        <p14:creationId xmlns:p14="http://schemas.microsoft.com/office/powerpoint/2010/main" val="27962081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41EEF8F5-58CF-6542-BFC7-6F4BC0134F7B}"/>
              </a:ext>
            </a:extLst>
          </p:cNvPr>
          <p:cNvSpPr>
            <a:spLocks noGrp="1" noChangeArrowheads="1"/>
          </p:cNvSpPr>
          <p:nvPr>
            <p:ph type="sldNum" idx="10"/>
          </p:nvPr>
        </p:nvSpPr>
        <p:spPr>
          <a:ln/>
        </p:spPr>
        <p:txBody>
          <a:bodyPr/>
          <a:lstStyle>
            <a:lvl1pPr>
              <a:defRPr/>
            </a:lvl1pPr>
          </a:lstStyle>
          <a:p>
            <a:fld id="{9028AD85-D3BC-0B4B-873C-0DC3F93A89EB}" type="slidenum">
              <a:rPr lang="de-DE" altLang="en-US"/>
              <a:pPr/>
              <a:t>‹#›</a:t>
            </a:fld>
            <a:endParaRPr lang="de-DE" altLang="en-US"/>
          </a:p>
        </p:txBody>
      </p:sp>
    </p:spTree>
    <p:extLst>
      <p:ext uri="{BB962C8B-B14F-4D97-AF65-F5344CB8AC3E}">
        <p14:creationId xmlns:p14="http://schemas.microsoft.com/office/powerpoint/2010/main" val="21596370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A67CDDE8-7010-1747-A6FE-87B754680170}"/>
              </a:ext>
            </a:extLst>
          </p:cNvPr>
          <p:cNvSpPr>
            <a:spLocks noGrp="1" noChangeArrowheads="1"/>
          </p:cNvSpPr>
          <p:nvPr>
            <p:ph type="sldNum" idx="10"/>
          </p:nvPr>
        </p:nvSpPr>
        <p:spPr>
          <a:ln/>
        </p:spPr>
        <p:txBody>
          <a:bodyPr/>
          <a:lstStyle>
            <a:lvl1pPr>
              <a:defRPr/>
            </a:lvl1pPr>
          </a:lstStyle>
          <a:p>
            <a:fld id="{09CA88CA-2B08-E24A-8417-71F8621BF46A}" type="slidenum">
              <a:rPr lang="de-DE" altLang="en-US"/>
              <a:pPr/>
              <a:t>‹#›</a:t>
            </a:fld>
            <a:endParaRPr lang="de-DE" altLang="en-US"/>
          </a:p>
        </p:txBody>
      </p:sp>
    </p:spTree>
    <p:extLst>
      <p:ext uri="{BB962C8B-B14F-4D97-AF65-F5344CB8AC3E}">
        <p14:creationId xmlns:p14="http://schemas.microsoft.com/office/powerpoint/2010/main" val="35003331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60375" y="1906588"/>
            <a:ext cx="4033838" cy="39576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906588"/>
            <a:ext cx="4035425" cy="39576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a:extLst>
              <a:ext uri="{FF2B5EF4-FFF2-40B4-BE49-F238E27FC236}">
                <a16:creationId xmlns:a16="http://schemas.microsoft.com/office/drawing/2014/main" id="{996BE45C-850B-594E-BAD8-E7D67440C8C6}"/>
              </a:ext>
            </a:extLst>
          </p:cNvPr>
          <p:cNvSpPr>
            <a:spLocks noGrp="1" noChangeArrowheads="1"/>
          </p:cNvSpPr>
          <p:nvPr>
            <p:ph type="sldNum" idx="10"/>
          </p:nvPr>
        </p:nvSpPr>
        <p:spPr>
          <a:ln/>
        </p:spPr>
        <p:txBody>
          <a:bodyPr/>
          <a:lstStyle>
            <a:lvl1pPr>
              <a:defRPr/>
            </a:lvl1pPr>
          </a:lstStyle>
          <a:p>
            <a:fld id="{D630FB96-2D0A-3045-AE4A-B0DBAFB24A1F}" type="slidenum">
              <a:rPr lang="de-DE" altLang="en-US"/>
              <a:pPr/>
              <a:t>‹#›</a:t>
            </a:fld>
            <a:endParaRPr lang="de-DE" altLang="en-US"/>
          </a:p>
        </p:txBody>
      </p:sp>
    </p:spTree>
    <p:extLst>
      <p:ext uri="{BB962C8B-B14F-4D97-AF65-F5344CB8AC3E}">
        <p14:creationId xmlns:p14="http://schemas.microsoft.com/office/powerpoint/2010/main" val="42590990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8">
            <a:extLst>
              <a:ext uri="{FF2B5EF4-FFF2-40B4-BE49-F238E27FC236}">
                <a16:creationId xmlns:a16="http://schemas.microsoft.com/office/drawing/2014/main" id="{017DC149-4905-7B47-8352-90C0DF0D2D22}"/>
              </a:ext>
            </a:extLst>
          </p:cNvPr>
          <p:cNvSpPr>
            <a:spLocks noGrp="1" noChangeArrowheads="1"/>
          </p:cNvSpPr>
          <p:nvPr>
            <p:ph type="sldNum" idx="10"/>
          </p:nvPr>
        </p:nvSpPr>
        <p:spPr>
          <a:ln/>
        </p:spPr>
        <p:txBody>
          <a:bodyPr/>
          <a:lstStyle>
            <a:lvl1pPr>
              <a:defRPr/>
            </a:lvl1pPr>
          </a:lstStyle>
          <a:p>
            <a:fld id="{9BC3FA1B-5FDC-1D4B-BFFA-81756A0974CB}" type="slidenum">
              <a:rPr lang="de-DE" altLang="en-US"/>
              <a:pPr/>
              <a:t>‹#›</a:t>
            </a:fld>
            <a:endParaRPr lang="de-DE" altLang="en-US"/>
          </a:p>
        </p:txBody>
      </p:sp>
    </p:spTree>
    <p:extLst>
      <p:ext uri="{BB962C8B-B14F-4D97-AF65-F5344CB8AC3E}">
        <p14:creationId xmlns:p14="http://schemas.microsoft.com/office/powerpoint/2010/main" val="18449591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8">
            <a:extLst>
              <a:ext uri="{FF2B5EF4-FFF2-40B4-BE49-F238E27FC236}">
                <a16:creationId xmlns:a16="http://schemas.microsoft.com/office/drawing/2014/main" id="{2011641D-8396-9949-BBA2-E309D468E6A4}"/>
              </a:ext>
            </a:extLst>
          </p:cNvPr>
          <p:cNvSpPr>
            <a:spLocks noGrp="1" noChangeArrowheads="1"/>
          </p:cNvSpPr>
          <p:nvPr>
            <p:ph type="sldNum" idx="10"/>
          </p:nvPr>
        </p:nvSpPr>
        <p:spPr>
          <a:ln/>
        </p:spPr>
        <p:txBody>
          <a:bodyPr/>
          <a:lstStyle>
            <a:lvl1pPr>
              <a:defRPr/>
            </a:lvl1pPr>
          </a:lstStyle>
          <a:p>
            <a:fld id="{A232DF0D-782B-9240-93B5-4F8D1914B4B1}" type="slidenum">
              <a:rPr lang="de-DE" altLang="en-US"/>
              <a:pPr/>
              <a:t>‹#›</a:t>
            </a:fld>
            <a:endParaRPr lang="de-DE" altLang="en-US"/>
          </a:p>
        </p:txBody>
      </p:sp>
    </p:spTree>
    <p:extLst>
      <p:ext uri="{BB962C8B-B14F-4D97-AF65-F5344CB8AC3E}">
        <p14:creationId xmlns:p14="http://schemas.microsoft.com/office/powerpoint/2010/main" val="24392323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F338672-33FF-7941-815C-2FFF9C3E9065}"/>
              </a:ext>
            </a:extLst>
          </p:cNvPr>
          <p:cNvSpPr>
            <a:spLocks noGrp="1" noChangeArrowheads="1"/>
          </p:cNvSpPr>
          <p:nvPr>
            <p:ph type="sldNum" idx="10"/>
          </p:nvPr>
        </p:nvSpPr>
        <p:spPr>
          <a:ln/>
        </p:spPr>
        <p:txBody>
          <a:bodyPr/>
          <a:lstStyle>
            <a:lvl1pPr>
              <a:defRPr/>
            </a:lvl1pPr>
          </a:lstStyle>
          <a:p>
            <a:fld id="{03895D03-8B1E-ED43-B4F4-EB5A8F0DA629}" type="slidenum">
              <a:rPr lang="de-DE" altLang="en-US"/>
              <a:pPr/>
              <a:t>‹#›</a:t>
            </a:fld>
            <a:endParaRPr lang="de-DE" altLang="en-US"/>
          </a:p>
        </p:txBody>
      </p:sp>
    </p:spTree>
    <p:extLst>
      <p:ext uri="{BB962C8B-B14F-4D97-AF65-F5344CB8AC3E}">
        <p14:creationId xmlns:p14="http://schemas.microsoft.com/office/powerpoint/2010/main" val="18053745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A680A223-9D25-1F4B-A2C5-3615DFF8B7C4}"/>
              </a:ext>
            </a:extLst>
          </p:cNvPr>
          <p:cNvSpPr>
            <a:spLocks noGrp="1" noChangeArrowheads="1"/>
          </p:cNvSpPr>
          <p:nvPr>
            <p:ph type="sldNum" idx="10"/>
          </p:nvPr>
        </p:nvSpPr>
        <p:spPr>
          <a:ln/>
        </p:spPr>
        <p:txBody>
          <a:bodyPr/>
          <a:lstStyle>
            <a:lvl1pPr>
              <a:defRPr/>
            </a:lvl1pPr>
          </a:lstStyle>
          <a:p>
            <a:fld id="{C7FA9444-BAD3-7248-8F29-E8A6F3876D27}" type="slidenum">
              <a:rPr lang="de-DE" altLang="en-US"/>
              <a:pPr/>
              <a:t>‹#›</a:t>
            </a:fld>
            <a:endParaRPr lang="de-DE" altLang="en-US"/>
          </a:p>
        </p:txBody>
      </p:sp>
    </p:spTree>
    <p:extLst>
      <p:ext uri="{BB962C8B-B14F-4D97-AF65-F5344CB8AC3E}">
        <p14:creationId xmlns:p14="http://schemas.microsoft.com/office/powerpoint/2010/main" val="30186733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F0BC8E56-5C16-974B-9335-69759D7D8B6A}"/>
              </a:ext>
            </a:extLst>
          </p:cNvPr>
          <p:cNvSpPr>
            <a:spLocks noGrp="1" noChangeArrowheads="1"/>
          </p:cNvSpPr>
          <p:nvPr>
            <p:ph type="sldNum" idx="10"/>
          </p:nvPr>
        </p:nvSpPr>
        <p:spPr>
          <a:ln/>
        </p:spPr>
        <p:txBody>
          <a:bodyPr/>
          <a:lstStyle>
            <a:lvl1pPr>
              <a:defRPr/>
            </a:lvl1pPr>
          </a:lstStyle>
          <a:p>
            <a:fld id="{D7A3360C-D800-7F45-B7C3-4AAE976FE222}" type="slidenum">
              <a:rPr lang="de-DE" altLang="en-US"/>
              <a:pPr/>
              <a:t>‹#›</a:t>
            </a:fld>
            <a:endParaRPr lang="de-DE" altLang="en-US"/>
          </a:p>
        </p:txBody>
      </p:sp>
    </p:spTree>
    <p:extLst>
      <p:ext uri="{BB962C8B-B14F-4D97-AF65-F5344CB8AC3E}">
        <p14:creationId xmlns:p14="http://schemas.microsoft.com/office/powerpoint/2010/main" val="25095530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5C64C33F-F300-C044-8959-9EC62451C6F0}"/>
              </a:ext>
            </a:extLst>
          </p:cNvPr>
          <p:cNvSpPr>
            <a:spLocks noGrp="1" noChangeArrowheads="1"/>
          </p:cNvSpPr>
          <p:nvPr>
            <p:ph type="sldNum" idx="10"/>
          </p:nvPr>
        </p:nvSpPr>
        <p:spPr>
          <a:ln/>
        </p:spPr>
        <p:txBody>
          <a:bodyPr/>
          <a:lstStyle>
            <a:lvl1pPr>
              <a:defRPr/>
            </a:lvl1pPr>
          </a:lstStyle>
          <a:p>
            <a:fld id="{6031F288-84B2-D24C-B67F-B8872C862616}" type="slidenum">
              <a:rPr lang="de-DE" altLang="en-US"/>
              <a:pPr/>
              <a:t>‹#›</a:t>
            </a:fld>
            <a:endParaRPr lang="de-DE" altLang="en-US"/>
          </a:p>
        </p:txBody>
      </p:sp>
    </p:spTree>
    <p:extLst>
      <p:ext uri="{BB962C8B-B14F-4D97-AF65-F5344CB8AC3E}">
        <p14:creationId xmlns:p14="http://schemas.microsoft.com/office/powerpoint/2010/main" val="4107485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7813" y="534988"/>
            <a:ext cx="2054225" cy="53292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60375" y="534988"/>
            <a:ext cx="6015038" cy="53292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86CC2C64-F2E1-7147-A904-86435F65E53C}"/>
              </a:ext>
            </a:extLst>
          </p:cNvPr>
          <p:cNvSpPr>
            <a:spLocks noGrp="1" noChangeArrowheads="1"/>
          </p:cNvSpPr>
          <p:nvPr>
            <p:ph type="sldNum" idx="10"/>
          </p:nvPr>
        </p:nvSpPr>
        <p:spPr>
          <a:ln/>
        </p:spPr>
        <p:txBody>
          <a:bodyPr/>
          <a:lstStyle>
            <a:lvl1pPr>
              <a:defRPr/>
            </a:lvl1pPr>
          </a:lstStyle>
          <a:p>
            <a:fld id="{0973E64C-8CFA-6945-81FD-74ACA1797B59}" type="slidenum">
              <a:rPr lang="de-DE" altLang="en-US"/>
              <a:pPr/>
              <a:t>‹#›</a:t>
            </a:fld>
            <a:endParaRPr lang="de-DE" altLang="en-US"/>
          </a:p>
        </p:txBody>
      </p:sp>
    </p:spTree>
    <p:extLst>
      <p:ext uri="{BB962C8B-B14F-4D97-AF65-F5344CB8AC3E}">
        <p14:creationId xmlns:p14="http://schemas.microsoft.com/office/powerpoint/2010/main" val="1882996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a:extLst>
              <a:ext uri="{FF2B5EF4-FFF2-40B4-BE49-F238E27FC236}">
                <a16:creationId xmlns:a16="http://schemas.microsoft.com/office/drawing/2014/main" id="{8E942173-13D5-0746-823B-FDD84D95BFD7}"/>
              </a:ext>
            </a:extLst>
          </p:cNvPr>
          <p:cNvSpPr>
            <a:spLocks noGrp="1" noChangeArrowheads="1"/>
          </p:cNvSpPr>
          <p:nvPr>
            <p:ph type="sldNum" idx="10"/>
          </p:nvPr>
        </p:nvSpPr>
        <p:spPr>
          <a:ln/>
        </p:spPr>
        <p:txBody>
          <a:bodyPr/>
          <a:lstStyle>
            <a:lvl1pPr>
              <a:defRPr/>
            </a:lvl1pPr>
          </a:lstStyle>
          <a:p>
            <a:fld id="{0B34FF4F-D992-C84E-A799-AEB05B66EE58}" type="slidenum">
              <a:rPr lang="de-DE" altLang="en-US"/>
              <a:pPr/>
              <a:t>‹#›</a:t>
            </a:fld>
            <a:endParaRPr lang="de-DE" altLang="en-US"/>
          </a:p>
        </p:txBody>
      </p:sp>
    </p:spTree>
    <p:extLst>
      <p:ext uri="{BB962C8B-B14F-4D97-AF65-F5344CB8AC3E}">
        <p14:creationId xmlns:p14="http://schemas.microsoft.com/office/powerpoint/2010/main" val="14749414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62DFDAB4-6F8C-1D48-BE39-A20FFEB93E1E}"/>
              </a:ext>
            </a:extLst>
          </p:cNvPr>
          <p:cNvSpPr>
            <a:spLocks noGrp="1" noChangeArrowheads="1"/>
          </p:cNvSpPr>
          <p:nvPr>
            <p:ph type="sldNum" idx="10"/>
          </p:nvPr>
        </p:nvSpPr>
        <p:spPr>
          <a:ln/>
        </p:spPr>
        <p:txBody>
          <a:bodyPr/>
          <a:lstStyle>
            <a:lvl1pPr>
              <a:defRPr/>
            </a:lvl1pPr>
          </a:lstStyle>
          <a:p>
            <a:fld id="{DACFDDBF-FC45-A34C-852E-0913A5D2D05C}" type="slidenum">
              <a:rPr lang="de-DE" altLang="en-US"/>
              <a:pPr/>
              <a:t>‹#›</a:t>
            </a:fld>
            <a:endParaRPr lang="de-DE" altLang="en-US"/>
          </a:p>
        </p:txBody>
      </p:sp>
    </p:spTree>
    <p:extLst>
      <p:ext uri="{BB962C8B-B14F-4D97-AF65-F5344CB8AC3E}">
        <p14:creationId xmlns:p14="http://schemas.microsoft.com/office/powerpoint/2010/main" val="20643909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DEAC30B7-21B3-8641-95EE-F2D395855F8E}"/>
              </a:ext>
            </a:extLst>
          </p:cNvPr>
          <p:cNvSpPr>
            <a:spLocks noGrp="1" noChangeArrowheads="1"/>
          </p:cNvSpPr>
          <p:nvPr>
            <p:ph type="sldNum" idx="10"/>
          </p:nvPr>
        </p:nvSpPr>
        <p:spPr>
          <a:ln/>
        </p:spPr>
        <p:txBody>
          <a:bodyPr/>
          <a:lstStyle>
            <a:lvl1pPr>
              <a:defRPr/>
            </a:lvl1pPr>
          </a:lstStyle>
          <a:p>
            <a:fld id="{754184E1-0C51-6C48-A3CA-29F6C2D51DDC}" type="slidenum">
              <a:rPr lang="de-DE" altLang="en-US"/>
              <a:pPr/>
              <a:t>‹#›</a:t>
            </a:fld>
            <a:endParaRPr lang="de-DE" altLang="en-US"/>
          </a:p>
        </p:txBody>
      </p:sp>
    </p:spTree>
    <p:extLst>
      <p:ext uri="{BB962C8B-B14F-4D97-AF65-F5344CB8AC3E}">
        <p14:creationId xmlns:p14="http://schemas.microsoft.com/office/powerpoint/2010/main" val="22358785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4963"/>
            <a:ext cx="4037013" cy="3975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604963"/>
            <a:ext cx="4038600" cy="3975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8D967BEC-6F38-5040-93C1-A5AD1DD96A5D}"/>
              </a:ext>
            </a:extLst>
          </p:cNvPr>
          <p:cNvSpPr>
            <a:spLocks noGrp="1" noChangeArrowheads="1"/>
          </p:cNvSpPr>
          <p:nvPr>
            <p:ph type="sldNum" idx="10"/>
          </p:nvPr>
        </p:nvSpPr>
        <p:spPr>
          <a:ln/>
        </p:spPr>
        <p:txBody>
          <a:bodyPr/>
          <a:lstStyle>
            <a:lvl1pPr>
              <a:defRPr/>
            </a:lvl1pPr>
          </a:lstStyle>
          <a:p>
            <a:fld id="{CAB8281E-59A4-8E4D-9911-768833815349}" type="slidenum">
              <a:rPr lang="de-DE" altLang="en-US"/>
              <a:pPr/>
              <a:t>‹#›</a:t>
            </a:fld>
            <a:endParaRPr lang="de-DE" altLang="en-US"/>
          </a:p>
        </p:txBody>
      </p:sp>
    </p:spTree>
    <p:extLst>
      <p:ext uri="{BB962C8B-B14F-4D97-AF65-F5344CB8AC3E}">
        <p14:creationId xmlns:p14="http://schemas.microsoft.com/office/powerpoint/2010/main" val="40525365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33A38C4D-A10D-634F-9DBC-8C1544D44C7E}"/>
              </a:ext>
            </a:extLst>
          </p:cNvPr>
          <p:cNvSpPr>
            <a:spLocks noGrp="1" noChangeArrowheads="1"/>
          </p:cNvSpPr>
          <p:nvPr>
            <p:ph type="sldNum" idx="10"/>
          </p:nvPr>
        </p:nvSpPr>
        <p:spPr>
          <a:ln/>
        </p:spPr>
        <p:txBody>
          <a:bodyPr/>
          <a:lstStyle>
            <a:lvl1pPr>
              <a:defRPr/>
            </a:lvl1pPr>
          </a:lstStyle>
          <a:p>
            <a:fld id="{2DE90482-AEE7-7747-9B41-18325C56ECAA}" type="slidenum">
              <a:rPr lang="de-DE" altLang="en-US"/>
              <a:pPr/>
              <a:t>‹#›</a:t>
            </a:fld>
            <a:endParaRPr lang="de-DE" altLang="en-US"/>
          </a:p>
        </p:txBody>
      </p:sp>
    </p:spTree>
    <p:extLst>
      <p:ext uri="{BB962C8B-B14F-4D97-AF65-F5344CB8AC3E}">
        <p14:creationId xmlns:p14="http://schemas.microsoft.com/office/powerpoint/2010/main" val="40899059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99DD53E7-186B-B546-ADCA-A4C569BEA783}"/>
              </a:ext>
            </a:extLst>
          </p:cNvPr>
          <p:cNvSpPr>
            <a:spLocks noGrp="1" noChangeArrowheads="1"/>
          </p:cNvSpPr>
          <p:nvPr>
            <p:ph type="sldNum" idx="10"/>
          </p:nvPr>
        </p:nvSpPr>
        <p:spPr>
          <a:ln/>
        </p:spPr>
        <p:txBody>
          <a:bodyPr/>
          <a:lstStyle>
            <a:lvl1pPr>
              <a:defRPr/>
            </a:lvl1pPr>
          </a:lstStyle>
          <a:p>
            <a:fld id="{481C6F94-5369-6248-A171-BE79AD6613B9}" type="slidenum">
              <a:rPr lang="de-DE" altLang="en-US"/>
              <a:pPr/>
              <a:t>‹#›</a:t>
            </a:fld>
            <a:endParaRPr lang="de-DE" altLang="en-US"/>
          </a:p>
        </p:txBody>
      </p:sp>
    </p:spTree>
    <p:extLst>
      <p:ext uri="{BB962C8B-B14F-4D97-AF65-F5344CB8AC3E}">
        <p14:creationId xmlns:p14="http://schemas.microsoft.com/office/powerpoint/2010/main" val="8158237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F2B1408B-1A53-6A42-B6CA-50948B0016E5}"/>
              </a:ext>
            </a:extLst>
          </p:cNvPr>
          <p:cNvSpPr>
            <a:spLocks noGrp="1" noChangeArrowheads="1"/>
          </p:cNvSpPr>
          <p:nvPr>
            <p:ph type="sldNum" idx="10"/>
          </p:nvPr>
        </p:nvSpPr>
        <p:spPr>
          <a:ln/>
        </p:spPr>
        <p:txBody>
          <a:bodyPr/>
          <a:lstStyle>
            <a:lvl1pPr>
              <a:defRPr/>
            </a:lvl1pPr>
          </a:lstStyle>
          <a:p>
            <a:fld id="{34A045B4-5E67-544C-985C-0CF9F1405DC3}" type="slidenum">
              <a:rPr lang="de-DE" altLang="en-US"/>
              <a:pPr/>
              <a:t>‹#›</a:t>
            </a:fld>
            <a:endParaRPr lang="de-DE" altLang="en-US"/>
          </a:p>
        </p:txBody>
      </p:sp>
    </p:spTree>
    <p:extLst>
      <p:ext uri="{BB962C8B-B14F-4D97-AF65-F5344CB8AC3E}">
        <p14:creationId xmlns:p14="http://schemas.microsoft.com/office/powerpoint/2010/main" val="3089790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76427948-95E7-5D4F-9F63-9F244FBA5AD2}"/>
              </a:ext>
            </a:extLst>
          </p:cNvPr>
          <p:cNvSpPr>
            <a:spLocks noGrp="1" noChangeArrowheads="1"/>
          </p:cNvSpPr>
          <p:nvPr>
            <p:ph type="sldNum" idx="10"/>
          </p:nvPr>
        </p:nvSpPr>
        <p:spPr>
          <a:ln/>
        </p:spPr>
        <p:txBody>
          <a:bodyPr/>
          <a:lstStyle>
            <a:lvl1pPr>
              <a:defRPr/>
            </a:lvl1pPr>
          </a:lstStyle>
          <a:p>
            <a:fld id="{31A56C7E-344F-8446-BE2D-84EA4FE5612B}" type="slidenum">
              <a:rPr lang="de-DE" altLang="en-US"/>
              <a:pPr/>
              <a:t>‹#›</a:t>
            </a:fld>
            <a:endParaRPr lang="de-DE" altLang="en-US"/>
          </a:p>
        </p:txBody>
      </p:sp>
    </p:spTree>
    <p:extLst>
      <p:ext uri="{BB962C8B-B14F-4D97-AF65-F5344CB8AC3E}">
        <p14:creationId xmlns:p14="http://schemas.microsoft.com/office/powerpoint/2010/main" val="11080371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F415F4B7-1E0F-B448-B2D1-FFE4D29A8C8F}"/>
              </a:ext>
            </a:extLst>
          </p:cNvPr>
          <p:cNvSpPr>
            <a:spLocks noGrp="1" noChangeArrowheads="1"/>
          </p:cNvSpPr>
          <p:nvPr>
            <p:ph type="sldNum" idx="10"/>
          </p:nvPr>
        </p:nvSpPr>
        <p:spPr>
          <a:ln/>
        </p:spPr>
        <p:txBody>
          <a:bodyPr/>
          <a:lstStyle>
            <a:lvl1pPr>
              <a:defRPr/>
            </a:lvl1pPr>
          </a:lstStyle>
          <a:p>
            <a:fld id="{45294A8D-6D2F-EB4F-AEBD-E1F673D377EB}" type="slidenum">
              <a:rPr lang="de-DE" altLang="en-US"/>
              <a:pPr/>
              <a:t>‹#›</a:t>
            </a:fld>
            <a:endParaRPr lang="de-DE" altLang="en-US"/>
          </a:p>
        </p:txBody>
      </p:sp>
    </p:spTree>
    <p:extLst>
      <p:ext uri="{BB962C8B-B14F-4D97-AF65-F5344CB8AC3E}">
        <p14:creationId xmlns:p14="http://schemas.microsoft.com/office/powerpoint/2010/main" val="42665861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974AA764-BBC1-8A4A-A342-9495712F157B}"/>
              </a:ext>
            </a:extLst>
          </p:cNvPr>
          <p:cNvSpPr>
            <a:spLocks noGrp="1" noChangeArrowheads="1"/>
          </p:cNvSpPr>
          <p:nvPr>
            <p:ph type="sldNum" idx="10"/>
          </p:nvPr>
        </p:nvSpPr>
        <p:spPr>
          <a:ln/>
        </p:spPr>
        <p:txBody>
          <a:bodyPr/>
          <a:lstStyle>
            <a:lvl1pPr>
              <a:defRPr/>
            </a:lvl1pPr>
          </a:lstStyle>
          <a:p>
            <a:fld id="{9667CD82-4344-9E47-BF93-CE0EEA820C0E}" type="slidenum">
              <a:rPr lang="de-DE" altLang="en-US"/>
              <a:pPr/>
              <a:t>‹#›</a:t>
            </a:fld>
            <a:endParaRPr lang="de-DE" altLang="en-US"/>
          </a:p>
        </p:txBody>
      </p:sp>
    </p:spTree>
    <p:extLst>
      <p:ext uri="{BB962C8B-B14F-4D97-AF65-F5344CB8AC3E}">
        <p14:creationId xmlns:p14="http://schemas.microsoft.com/office/powerpoint/2010/main" val="575486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3050"/>
            <a:ext cx="2055813" cy="53070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3050"/>
            <a:ext cx="6019800" cy="53070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D8A2CF22-B4FA-E042-BBC6-4AC7F310C23A}"/>
              </a:ext>
            </a:extLst>
          </p:cNvPr>
          <p:cNvSpPr>
            <a:spLocks noGrp="1" noChangeArrowheads="1"/>
          </p:cNvSpPr>
          <p:nvPr>
            <p:ph type="sldNum" idx="10"/>
          </p:nvPr>
        </p:nvSpPr>
        <p:spPr>
          <a:ln/>
        </p:spPr>
        <p:txBody>
          <a:bodyPr/>
          <a:lstStyle>
            <a:lvl1pPr>
              <a:defRPr/>
            </a:lvl1pPr>
          </a:lstStyle>
          <a:p>
            <a:fld id="{2132920A-B28D-6942-AA8A-321E962F2166}" type="slidenum">
              <a:rPr lang="de-DE" altLang="en-US"/>
              <a:pPr/>
              <a:t>‹#›</a:t>
            </a:fld>
            <a:endParaRPr lang="de-DE" altLang="en-US"/>
          </a:p>
        </p:txBody>
      </p:sp>
    </p:spTree>
    <p:extLst>
      <p:ext uri="{BB962C8B-B14F-4D97-AF65-F5344CB8AC3E}">
        <p14:creationId xmlns:p14="http://schemas.microsoft.com/office/powerpoint/2010/main" val="4164391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2.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3.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2.jpe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Line 1" hidden="1">
            <a:extLst>
              <a:ext uri="{FF2B5EF4-FFF2-40B4-BE49-F238E27FC236}">
                <a16:creationId xmlns:a16="http://schemas.microsoft.com/office/drawing/2014/main" id="{BC3A8FBD-7A13-3643-835D-3E6C1D52B53E}"/>
              </a:ext>
            </a:extLst>
          </p:cNvPr>
          <p:cNvSpPr>
            <a:spLocks noChangeShapeType="1"/>
          </p:cNvSpPr>
          <p:nvPr/>
        </p:nvSpPr>
        <p:spPr bwMode="auto">
          <a:xfrm>
            <a:off x="460375" y="6113463"/>
            <a:ext cx="8223250" cy="1587"/>
          </a:xfrm>
          <a:prstGeom prst="line">
            <a:avLst/>
          </a:prstGeom>
          <a:noFill/>
          <a:ln w="3168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pic>
        <p:nvPicPr>
          <p:cNvPr id="1027" name="Picture 2" hidden="1">
            <a:extLst>
              <a:ext uri="{FF2B5EF4-FFF2-40B4-BE49-F238E27FC236}">
                <a16:creationId xmlns:a16="http://schemas.microsoft.com/office/drawing/2014/main" id="{40C1145D-76FB-4849-8A14-A275FBE4418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86638" y="6170613"/>
            <a:ext cx="1095375" cy="6699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8" name="Picture 3" hidden="1">
            <a:extLst>
              <a:ext uri="{FF2B5EF4-FFF2-40B4-BE49-F238E27FC236}">
                <a16:creationId xmlns:a16="http://schemas.microsoft.com/office/drawing/2014/main" id="{B7285189-2B75-2C48-A20D-A6CF4F54474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0225" y="6170613"/>
            <a:ext cx="995363" cy="6080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9" name="Line 4">
            <a:extLst>
              <a:ext uri="{FF2B5EF4-FFF2-40B4-BE49-F238E27FC236}">
                <a16:creationId xmlns:a16="http://schemas.microsoft.com/office/drawing/2014/main" id="{F2354DC7-B631-2A44-9947-CFF62B676BA3}"/>
              </a:ext>
            </a:extLst>
          </p:cNvPr>
          <p:cNvSpPr>
            <a:spLocks noChangeShapeType="1"/>
          </p:cNvSpPr>
          <p:nvPr/>
        </p:nvSpPr>
        <p:spPr bwMode="auto">
          <a:xfrm>
            <a:off x="460375" y="476250"/>
            <a:ext cx="8223250" cy="1588"/>
          </a:xfrm>
          <a:prstGeom prst="line">
            <a:avLst/>
          </a:prstGeom>
          <a:noFill/>
          <a:ln w="5076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1030" name="Line 5">
            <a:extLst>
              <a:ext uri="{FF2B5EF4-FFF2-40B4-BE49-F238E27FC236}">
                <a16:creationId xmlns:a16="http://schemas.microsoft.com/office/drawing/2014/main" id="{9AE38885-8660-1941-8D0D-CE6533BFA2CD}"/>
              </a:ext>
            </a:extLst>
          </p:cNvPr>
          <p:cNvSpPr>
            <a:spLocks noChangeShapeType="1"/>
          </p:cNvSpPr>
          <p:nvPr/>
        </p:nvSpPr>
        <p:spPr bwMode="auto">
          <a:xfrm>
            <a:off x="460375" y="2457450"/>
            <a:ext cx="8223250" cy="1588"/>
          </a:xfrm>
          <a:prstGeom prst="line">
            <a:avLst/>
          </a:prstGeom>
          <a:noFill/>
          <a:ln w="126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1031" name="Line 6">
            <a:extLst>
              <a:ext uri="{FF2B5EF4-FFF2-40B4-BE49-F238E27FC236}">
                <a16:creationId xmlns:a16="http://schemas.microsoft.com/office/drawing/2014/main" id="{29B7AC75-859D-F14C-B5DF-46052A8D2177}"/>
              </a:ext>
            </a:extLst>
          </p:cNvPr>
          <p:cNvSpPr>
            <a:spLocks noChangeShapeType="1"/>
          </p:cNvSpPr>
          <p:nvPr/>
        </p:nvSpPr>
        <p:spPr bwMode="auto">
          <a:xfrm>
            <a:off x="460375" y="6113463"/>
            <a:ext cx="8223250" cy="1587"/>
          </a:xfrm>
          <a:prstGeom prst="line">
            <a:avLst/>
          </a:prstGeom>
          <a:noFill/>
          <a:ln w="3168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1032" name="Rectangle 7">
            <a:extLst>
              <a:ext uri="{FF2B5EF4-FFF2-40B4-BE49-F238E27FC236}">
                <a16:creationId xmlns:a16="http://schemas.microsoft.com/office/drawing/2014/main" id="{9BC6E94F-6DC4-0848-97FF-8E19443FA545}"/>
              </a:ext>
            </a:extLst>
          </p:cNvPr>
          <p:cNvSpPr>
            <a:spLocks noGrp="1" noChangeArrowheads="1"/>
          </p:cNvSpPr>
          <p:nvPr>
            <p:ph type="title"/>
          </p:nvPr>
        </p:nvSpPr>
        <p:spPr bwMode="auto">
          <a:xfrm>
            <a:off x="460375" y="534988"/>
            <a:ext cx="8221663" cy="1042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Klicken Sie, um das Format des Titeltextes zu bearbeitenMastertitelformat bearbeiten</a:t>
            </a:r>
          </a:p>
        </p:txBody>
      </p:sp>
      <p:sp>
        <p:nvSpPr>
          <p:cNvPr id="2" name="Rectangle 9">
            <a:extLst>
              <a:ext uri="{FF2B5EF4-FFF2-40B4-BE49-F238E27FC236}">
                <a16:creationId xmlns:a16="http://schemas.microsoft.com/office/drawing/2014/main" id="{B8F8BE71-C827-B645-A83F-727A007E7ED6}"/>
              </a:ext>
            </a:extLst>
          </p:cNvPr>
          <p:cNvSpPr>
            <a:spLocks noGrp="1" noChangeArrowheads="1"/>
          </p:cNvSpPr>
          <p:nvPr>
            <p:ph type="sldNum"/>
          </p:nvPr>
        </p:nvSpPr>
        <p:spPr bwMode="auto">
          <a:xfrm>
            <a:off x="3506788" y="6323013"/>
            <a:ext cx="2132012"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eaLnBrk="1">
              <a:buClr>
                <a:srgbClr val="000000"/>
              </a:buClr>
              <a:buSzPct val="100000"/>
              <a:buFont typeface="Times New Roman" panose="02020603050405020304" pitchFamily="18" charset="0"/>
              <a:buNone/>
              <a:tabLst>
                <a:tab pos="449263" algn="l"/>
                <a:tab pos="898525" algn="l"/>
                <a:tab pos="1347788" algn="l"/>
                <a:tab pos="1797050" algn="l"/>
              </a:tabLst>
              <a:defRPr sz="1200">
                <a:solidFill>
                  <a:srgbClr val="B2B2B2"/>
                </a:solidFill>
                <a:latin typeface="Frutiger LT Com 55 Roman" pitchFamily="1" charset="0"/>
              </a:defRPr>
            </a:lvl1pPr>
          </a:lstStyle>
          <a:p>
            <a:fld id="{015024FD-B8AD-6D49-A6ED-FD4DB066EE3A}" type="slidenum">
              <a:rPr lang="de-DE" altLang="en-US"/>
              <a:pPr/>
              <a:t>‹#›</a:t>
            </a:fld>
            <a:endParaRPr lang="de-DE" altLang="en-US"/>
          </a:p>
        </p:txBody>
      </p:sp>
      <p:pic>
        <p:nvPicPr>
          <p:cNvPr id="1034" name="Picture 10">
            <a:extLst>
              <a:ext uri="{FF2B5EF4-FFF2-40B4-BE49-F238E27FC236}">
                <a16:creationId xmlns:a16="http://schemas.microsoft.com/office/drawing/2014/main" id="{FB81FEA9-9BC0-A04A-BC50-3619E0E8364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0225" y="6170613"/>
            <a:ext cx="995363" cy="6080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35" name="Rectangle 11">
            <a:extLst>
              <a:ext uri="{FF2B5EF4-FFF2-40B4-BE49-F238E27FC236}">
                <a16:creationId xmlns:a16="http://schemas.microsoft.com/office/drawing/2014/main" id="{1E0B1F8C-6F9A-9942-A77A-09087E6C966E}"/>
              </a:ext>
            </a:extLst>
          </p:cNvPr>
          <p:cNvSpPr>
            <a:spLocks noGrp="1" noChangeArrowheads="1"/>
          </p:cNvSpPr>
          <p:nvPr>
            <p:ph type="body" idx="1"/>
          </p:nvPr>
        </p:nvSpPr>
        <p:spPr bwMode="auto">
          <a:xfrm>
            <a:off x="457200" y="1604963"/>
            <a:ext cx="8228013" cy="3975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804" rIns="0" bIns="0" numCol="1" anchor="t" anchorCtr="0" compatLnSpc="1">
            <a:prstTxWarp prst="textNoShape">
              <a:avLst/>
            </a:prstTxWarp>
          </a:bodyPr>
          <a:lstStyle/>
          <a:p>
            <a:pPr lvl="0"/>
            <a:r>
              <a:rPr lang="en-GB" altLang="en-US"/>
              <a:t>Klicken Sie, um die Formate des Gliederungstextes zu bearbeiten</a:t>
            </a:r>
          </a:p>
          <a:p>
            <a:pPr lvl="1"/>
            <a:r>
              <a:rPr lang="en-GB" altLang="en-US"/>
              <a:t>Zweite Gliederungsebene</a:t>
            </a:r>
          </a:p>
          <a:p>
            <a:pPr lvl="2"/>
            <a:r>
              <a:rPr lang="en-GB" altLang="en-US"/>
              <a:t>Dritte Gliederungsebene</a:t>
            </a:r>
          </a:p>
          <a:p>
            <a:pPr lvl="3"/>
            <a:r>
              <a:rPr lang="en-GB" altLang="en-US"/>
              <a:t>Vierte Gliederungsebene</a:t>
            </a:r>
          </a:p>
          <a:p>
            <a:pPr lvl="4"/>
            <a:r>
              <a:rPr lang="en-GB" altLang="en-US"/>
              <a:t>Fünfte Gliederungsebene</a:t>
            </a:r>
          </a:p>
          <a:p>
            <a:pPr lvl="4"/>
            <a:r>
              <a:rPr lang="en-GB" altLang="en-US"/>
              <a:t>Sechste Gliederungsebene</a:t>
            </a:r>
          </a:p>
          <a:p>
            <a:pPr lvl="4"/>
            <a:r>
              <a:rPr lang="en-GB" altLang="en-US"/>
              <a:t>Siebente Gliederungsebene</a:t>
            </a:r>
          </a:p>
        </p:txBody>
      </p:sp>
      <p:pic>
        <p:nvPicPr>
          <p:cNvPr id="1036" name="Picture 13" descr="C:\Users\montazer\Backup\Lancaster University\Teaching\ENGR228_Digital Electronic\Digital Electronics 2016\NewLogo1.jpg">
            <a:extLst>
              <a:ext uri="{FF2B5EF4-FFF2-40B4-BE49-F238E27FC236}">
                <a16:creationId xmlns:a16="http://schemas.microsoft.com/office/drawing/2014/main" id="{A7394E11-B1AA-BE4C-84A0-4D14F421A9DE}"/>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7466013" y="6170613"/>
            <a:ext cx="1077912"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txStyles>
    <p:titleStyle>
      <a:lvl1pPr algn="l" defTabSz="449263" rtl="0" eaLnBrk="0" fontAlgn="base" hangingPunct="0">
        <a:lnSpc>
          <a:spcPct val="97000"/>
        </a:lnSpc>
        <a:spcBef>
          <a:spcPct val="0"/>
        </a:spcBef>
        <a:spcAft>
          <a:spcPct val="0"/>
        </a:spcAft>
        <a:buClr>
          <a:srgbClr val="000000"/>
        </a:buClr>
        <a:buSzPct val="100000"/>
        <a:buFont typeface="Times New Roman" panose="02020603050405020304" pitchFamily="18" charset="0"/>
        <a:defRPr sz="2400">
          <a:solidFill>
            <a:srgbClr val="000000"/>
          </a:solidFill>
          <a:latin typeface="+mj-lt"/>
          <a:ea typeface="+mj-ea"/>
          <a:cs typeface="+mj-cs"/>
        </a:defRPr>
      </a:lvl1pPr>
      <a:lvl2pPr algn="l" defTabSz="449263" rtl="0" eaLnBrk="0" fontAlgn="base" hangingPunct="0">
        <a:lnSpc>
          <a:spcPct val="97000"/>
        </a:lnSpc>
        <a:spcBef>
          <a:spcPct val="0"/>
        </a:spcBef>
        <a:spcAft>
          <a:spcPct val="0"/>
        </a:spcAft>
        <a:buClr>
          <a:srgbClr val="000000"/>
        </a:buClr>
        <a:buSzPct val="100000"/>
        <a:buFont typeface="Times New Roman" panose="02020603050405020304" pitchFamily="18" charset="0"/>
        <a:defRPr sz="2400">
          <a:solidFill>
            <a:srgbClr val="000000"/>
          </a:solidFill>
          <a:latin typeface="Frutiger LT Com 55 Roman" pitchFamily="1" charset="0"/>
          <a:ea typeface="DejaVu Sans" charset="0"/>
          <a:cs typeface="DejaVu Sans" charset="0"/>
        </a:defRPr>
      </a:lvl2pPr>
      <a:lvl3pPr algn="l" defTabSz="449263" rtl="0" eaLnBrk="0" fontAlgn="base" hangingPunct="0">
        <a:lnSpc>
          <a:spcPct val="97000"/>
        </a:lnSpc>
        <a:spcBef>
          <a:spcPct val="0"/>
        </a:spcBef>
        <a:spcAft>
          <a:spcPct val="0"/>
        </a:spcAft>
        <a:buClr>
          <a:srgbClr val="000000"/>
        </a:buClr>
        <a:buSzPct val="100000"/>
        <a:buFont typeface="Times New Roman" panose="02020603050405020304" pitchFamily="18" charset="0"/>
        <a:defRPr sz="2400">
          <a:solidFill>
            <a:srgbClr val="000000"/>
          </a:solidFill>
          <a:latin typeface="Frutiger LT Com 55 Roman" pitchFamily="1" charset="0"/>
          <a:ea typeface="DejaVu Sans" charset="0"/>
          <a:cs typeface="DejaVu Sans" charset="0"/>
        </a:defRPr>
      </a:lvl3pPr>
      <a:lvl4pPr algn="l" defTabSz="449263" rtl="0" eaLnBrk="0" fontAlgn="base" hangingPunct="0">
        <a:lnSpc>
          <a:spcPct val="97000"/>
        </a:lnSpc>
        <a:spcBef>
          <a:spcPct val="0"/>
        </a:spcBef>
        <a:spcAft>
          <a:spcPct val="0"/>
        </a:spcAft>
        <a:buClr>
          <a:srgbClr val="000000"/>
        </a:buClr>
        <a:buSzPct val="100000"/>
        <a:buFont typeface="Times New Roman" panose="02020603050405020304" pitchFamily="18" charset="0"/>
        <a:defRPr sz="2400">
          <a:solidFill>
            <a:srgbClr val="000000"/>
          </a:solidFill>
          <a:latin typeface="Frutiger LT Com 55 Roman" pitchFamily="1" charset="0"/>
          <a:ea typeface="DejaVu Sans" charset="0"/>
          <a:cs typeface="DejaVu Sans" charset="0"/>
        </a:defRPr>
      </a:lvl4pPr>
      <a:lvl5pPr algn="l" defTabSz="449263" rtl="0" eaLnBrk="0" fontAlgn="base" hangingPunct="0">
        <a:lnSpc>
          <a:spcPct val="97000"/>
        </a:lnSpc>
        <a:spcBef>
          <a:spcPct val="0"/>
        </a:spcBef>
        <a:spcAft>
          <a:spcPct val="0"/>
        </a:spcAft>
        <a:buClr>
          <a:srgbClr val="000000"/>
        </a:buClr>
        <a:buSzPct val="100000"/>
        <a:buFont typeface="Times New Roman" panose="02020603050405020304" pitchFamily="18" charset="0"/>
        <a:defRPr sz="2400">
          <a:solidFill>
            <a:srgbClr val="000000"/>
          </a:solidFill>
          <a:latin typeface="Frutiger LT Com 55 Roman" pitchFamily="1" charset="0"/>
          <a:ea typeface="DejaVu Sans" charset="0"/>
          <a:cs typeface="DejaVu Sans" charset="0"/>
        </a:defRPr>
      </a:lvl5pPr>
      <a:lvl6pPr marL="2514600" indent="-228600" algn="l" defTabSz="449263" rtl="0" fontAlgn="base" hangingPunct="0">
        <a:lnSpc>
          <a:spcPct val="97000"/>
        </a:lnSpc>
        <a:spcBef>
          <a:spcPct val="0"/>
        </a:spcBef>
        <a:spcAft>
          <a:spcPct val="0"/>
        </a:spcAft>
        <a:buClr>
          <a:srgbClr val="000000"/>
        </a:buClr>
        <a:buSzPct val="100000"/>
        <a:buFont typeface="Times New Roman" pitchFamily="16" charset="0"/>
        <a:defRPr sz="2400">
          <a:solidFill>
            <a:srgbClr val="000000"/>
          </a:solidFill>
          <a:latin typeface="Frutiger LT Com 55 Roman" pitchFamily="1" charset="0"/>
          <a:ea typeface="DejaVu Sans" charset="0"/>
          <a:cs typeface="DejaVu Sans" charset="0"/>
        </a:defRPr>
      </a:lvl6pPr>
      <a:lvl7pPr marL="2971800" indent="-228600" algn="l" defTabSz="449263" rtl="0" fontAlgn="base" hangingPunct="0">
        <a:lnSpc>
          <a:spcPct val="97000"/>
        </a:lnSpc>
        <a:spcBef>
          <a:spcPct val="0"/>
        </a:spcBef>
        <a:spcAft>
          <a:spcPct val="0"/>
        </a:spcAft>
        <a:buClr>
          <a:srgbClr val="000000"/>
        </a:buClr>
        <a:buSzPct val="100000"/>
        <a:buFont typeface="Times New Roman" pitchFamily="16" charset="0"/>
        <a:defRPr sz="2400">
          <a:solidFill>
            <a:srgbClr val="000000"/>
          </a:solidFill>
          <a:latin typeface="Frutiger LT Com 55 Roman" pitchFamily="1" charset="0"/>
          <a:ea typeface="DejaVu Sans" charset="0"/>
          <a:cs typeface="DejaVu Sans" charset="0"/>
        </a:defRPr>
      </a:lvl7pPr>
      <a:lvl8pPr marL="3429000" indent="-228600" algn="l" defTabSz="449263" rtl="0" fontAlgn="base" hangingPunct="0">
        <a:lnSpc>
          <a:spcPct val="97000"/>
        </a:lnSpc>
        <a:spcBef>
          <a:spcPct val="0"/>
        </a:spcBef>
        <a:spcAft>
          <a:spcPct val="0"/>
        </a:spcAft>
        <a:buClr>
          <a:srgbClr val="000000"/>
        </a:buClr>
        <a:buSzPct val="100000"/>
        <a:buFont typeface="Times New Roman" pitchFamily="16" charset="0"/>
        <a:defRPr sz="2400">
          <a:solidFill>
            <a:srgbClr val="000000"/>
          </a:solidFill>
          <a:latin typeface="Frutiger LT Com 55 Roman" pitchFamily="1" charset="0"/>
          <a:ea typeface="DejaVu Sans" charset="0"/>
          <a:cs typeface="DejaVu Sans" charset="0"/>
        </a:defRPr>
      </a:lvl8pPr>
      <a:lvl9pPr marL="3886200" indent="-228600" algn="l" defTabSz="449263" rtl="0" fontAlgn="base" hangingPunct="0">
        <a:lnSpc>
          <a:spcPct val="97000"/>
        </a:lnSpc>
        <a:spcBef>
          <a:spcPct val="0"/>
        </a:spcBef>
        <a:spcAft>
          <a:spcPct val="0"/>
        </a:spcAft>
        <a:buClr>
          <a:srgbClr val="000000"/>
        </a:buClr>
        <a:buSzPct val="100000"/>
        <a:buFont typeface="Times New Roman" pitchFamily="16" charset="0"/>
        <a:defRPr sz="2400">
          <a:solidFill>
            <a:srgbClr val="000000"/>
          </a:solidFill>
          <a:latin typeface="Frutiger LT Com 55 Roman" pitchFamily="1" charset="0"/>
          <a:ea typeface="DejaVu Sans" charset="0"/>
          <a:cs typeface="DejaVu Sans" charset="0"/>
        </a:defRPr>
      </a:lvl9pPr>
    </p:titleStyle>
    <p:bodyStyle>
      <a:lvl1pPr marL="342900" indent="-342900" algn="l" defTabSz="449263" rtl="0" eaLnBrk="0" fontAlgn="base" hangingPunct="0">
        <a:lnSpc>
          <a:spcPct val="97000"/>
        </a:lnSpc>
        <a:spcBef>
          <a:spcPct val="0"/>
        </a:spcBef>
        <a:spcAft>
          <a:spcPts val="1425"/>
        </a:spcAft>
        <a:buClr>
          <a:srgbClr val="000000"/>
        </a:buClr>
        <a:buSzPct val="100000"/>
        <a:buFont typeface="Times New Roman" panose="02020603050405020304" pitchFamily="18" charset="0"/>
        <a:defRPr>
          <a:solidFill>
            <a:srgbClr val="000000"/>
          </a:solidFill>
          <a:latin typeface="+mn-lt"/>
          <a:ea typeface="+mn-ea"/>
          <a:cs typeface="+mn-cs"/>
        </a:defRPr>
      </a:lvl1pPr>
      <a:lvl2pPr marL="742950" indent="-285750" algn="l" defTabSz="449263" rtl="0" eaLnBrk="0" fontAlgn="base" hangingPunct="0">
        <a:lnSpc>
          <a:spcPct val="97000"/>
        </a:lnSpc>
        <a:spcBef>
          <a:spcPct val="0"/>
        </a:spcBef>
        <a:spcAft>
          <a:spcPts val="1138"/>
        </a:spcAft>
        <a:buClr>
          <a:srgbClr val="000000"/>
        </a:buClr>
        <a:buSzPct val="100000"/>
        <a:buFont typeface="Times New Roman" panose="02020603050405020304" pitchFamily="18" charset="0"/>
        <a:defRPr>
          <a:solidFill>
            <a:srgbClr val="000000"/>
          </a:solidFill>
          <a:latin typeface="+mn-lt"/>
          <a:ea typeface="+mn-ea"/>
          <a:cs typeface="+mn-cs"/>
        </a:defRPr>
      </a:lvl2pPr>
      <a:lvl3pPr marL="1143000" indent="-228600" algn="l" defTabSz="449263" rtl="0" eaLnBrk="0" fontAlgn="base" hangingPunct="0">
        <a:lnSpc>
          <a:spcPct val="97000"/>
        </a:lnSpc>
        <a:spcBef>
          <a:spcPct val="0"/>
        </a:spcBef>
        <a:spcAft>
          <a:spcPts val="850"/>
        </a:spcAft>
        <a:buClr>
          <a:srgbClr val="000000"/>
        </a:buClr>
        <a:buSzPct val="100000"/>
        <a:buFont typeface="Times New Roman" panose="02020603050405020304" pitchFamily="18" charset="0"/>
        <a:defRPr>
          <a:solidFill>
            <a:srgbClr val="000000"/>
          </a:solidFill>
          <a:latin typeface="+mn-lt"/>
          <a:ea typeface="+mn-ea"/>
          <a:cs typeface="+mn-cs"/>
        </a:defRPr>
      </a:lvl3pPr>
      <a:lvl4pPr marL="1600200" indent="-228600" algn="l" defTabSz="449263" rtl="0" eaLnBrk="0" fontAlgn="base" hangingPunct="0">
        <a:lnSpc>
          <a:spcPct val="97000"/>
        </a:lnSpc>
        <a:spcBef>
          <a:spcPct val="0"/>
        </a:spcBef>
        <a:spcAft>
          <a:spcPts val="575"/>
        </a:spcAft>
        <a:buClr>
          <a:srgbClr val="000000"/>
        </a:buClr>
        <a:buSzPct val="100000"/>
        <a:buFont typeface="Times New Roman" panose="02020603050405020304" pitchFamily="18" charset="0"/>
        <a:defRPr>
          <a:solidFill>
            <a:srgbClr val="000000"/>
          </a:solidFill>
          <a:latin typeface="+mn-lt"/>
          <a:ea typeface="+mn-ea"/>
          <a:cs typeface="+mn-cs"/>
        </a:defRPr>
      </a:lvl4pPr>
      <a:lvl5pPr marL="2057400" indent="-228600" algn="l" defTabSz="449263" rtl="0"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mn-lt"/>
          <a:ea typeface="+mn-ea"/>
          <a:cs typeface="+mn-cs"/>
        </a:defRPr>
      </a:lvl5pPr>
      <a:lvl6pPr marL="2514600" indent="-228600" algn="l" defTabSz="449263" rtl="0" fontAlgn="base" hangingPunct="0">
        <a:lnSpc>
          <a:spcPct val="9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6pPr>
      <a:lvl7pPr marL="2971800" indent="-228600" algn="l" defTabSz="449263" rtl="0" fontAlgn="base" hangingPunct="0">
        <a:lnSpc>
          <a:spcPct val="9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7pPr>
      <a:lvl8pPr marL="3429000" indent="-228600" algn="l" defTabSz="449263" rtl="0" fontAlgn="base" hangingPunct="0">
        <a:lnSpc>
          <a:spcPct val="9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8pPr>
      <a:lvl9pPr marL="3886200" indent="-228600" algn="l" defTabSz="449263" rtl="0" fontAlgn="base" hangingPunct="0">
        <a:lnSpc>
          <a:spcPct val="9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Line 1">
            <a:extLst>
              <a:ext uri="{FF2B5EF4-FFF2-40B4-BE49-F238E27FC236}">
                <a16:creationId xmlns:a16="http://schemas.microsoft.com/office/drawing/2014/main" id="{480291E8-18E1-3443-B90D-EAB9C32CC337}"/>
              </a:ext>
            </a:extLst>
          </p:cNvPr>
          <p:cNvSpPr>
            <a:spLocks noChangeShapeType="1"/>
          </p:cNvSpPr>
          <p:nvPr/>
        </p:nvSpPr>
        <p:spPr bwMode="auto">
          <a:xfrm>
            <a:off x="460375" y="6113463"/>
            <a:ext cx="8223250" cy="1587"/>
          </a:xfrm>
          <a:prstGeom prst="line">
            <a:avLst/>
          </a:prstGeom>
          <a:noFill/>
          <a:ln w="3168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2051" name="Line 2">
            <a:extLst>
              <a:ext uri="{FF2B5EF4-FFF2-40B4-BE49-F238E27FC236}">
                <a16:creationId xmlns:a16="http://schemas.microsoft.com/office/drawing/2014/main" id="{6BD781C3-BDED-1B45-B6E2-560662DFB890}"/>
              </a:ext>
            </a:extLst>
          </p:cNvPr>
          <p:cNvSpPr>
            <a:spLocks noChangeShapeType="1"/>
          </p:cNvSpPr>
          <p:nvPr/>
        </p:nvSpPr>
        <p:spPr bwMode="auto">
          <a:xfrm>
            <a:off x="460375" y="1601788"/>
            <a:ext cx="8223250" cy="1587"/>
          </a:xfrm>
          <a:prstGeom prst="line">
            <a:avLst/>
          </a:prstGeom>
          <a:noFill/>
          <a:ln w="126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2052" name="Line 3">
            <a:extLst>
              <a:ext uri="{FF2B5EF4-FFF2-40B4-BE49-F238E27FC236}">
                <a16:creationId xmlns:a16="http://schemas.microsoft.com/office/drawing/2014/main" id="{3854B035-BB3D-C84A-A95B-3DBD1BFCFF90}"/>
              </a:ext>
            </a:extLst>
          </p:cNvPr>
          <p:cNvSpPr>
            <a:spLocks noChangeShapeType="1"/>
          </p:cNvSpPr>
          <p:nvPr/>
        </p:nvSpPr>
        <p:spPr bwMode="auto">
          <a:xfrm>
            <a:off x="460375" y="476250"/>
            <a:ext cx="8223250" cy="1588"/>
          </a:xfrm>
          <a:prstGeom prst="line">
            <a:avLst/>
          </a:prstGeom>
          <a:noFill/>
          <a:ln w="5076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pic>
        <p:nvPicPr>
          <p:cNvPr id="2053" name="Picture 5">
            <a:extLst>
              <a:ext uri="{FF2B5EF4-FFF2-40B4-BE49-F238E27FC236}">
                <a16:creationId xmlns:a16="http://schemas.microsoft.com/office/drawing/2014/main" id="{6F974EA4-DBFB-5B41-B735-4BAE95F1257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0225" y="6170613"/>
            <a:ext cx="995363" cy="6080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4" name="Rectangle 6">
            <a:extLst>
              <a:ext uri="{FF2B5EF4-FFF2-40B4-BE49-F238E27FC236}">
                <a16:creationId xmlns:a16="http://schemas.microsoft.com/office/drawing/2014/main" id="{EB93EEE0-8154-144B-A01D-6CF54EC0A35D}"/>
              </a:ext>
            </a:extLst>
          </p:cNvPr>
          <p:cNvSpPr>
            <a:spLocks noGrp="1" noChangeArrowheads="1"/>
          </p:cNvSpPr>
          <p:nvPr>
            <p:ph type="title"/>
          </p:nvPr>
        </p:nvSpPr>
        <p:spPr bwMode="auto">
          <a:xfrm>
            <a:off x="460375" y="534988"/>
            <a:ext cx="8221663" cy="912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Klicken Sie, um das Format des Titeltextes zu bearbeitenTitelmasterformat durch Klicken bearbeiten</a:t>
            </a:r>
          </a:p>
        </p:txBody>
      </p:sp>
      <p:sp>
        <p:nvSpPr>
          <p:cNvPr id="2055" name="Rectangle 7">
            <a:extLst>
              <a:ext uri="{FF2B5EF4-FFF2-40B4-BE49-F238E27FC236}">
                <a16:creationId xmlns:a16="http://schemas.microsoft.com/office/drawing/2014/main" id="{CB33B698-CDFB-794E-AC56-18722B29BCC0}"/>
              </a:ext>
            </a:extLst>
          </p:cNvPr>
          <p:cNvSpPr>
            <a:spLocks noGrp="1" noChangeArrowheads="1"/>
          </p:cNvSpPr>
          <p:nvPr>
            <p:ph type="body" idx="1"/>
          </p:nvPr>
        </p:nvSpPr>
        <p:spPr bwMode="auto">
          <a:xfrm>
            <a:off x="460375" y="1906588"/>
            <a:ext cx="8221663" cy="3957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Klicken Sie, um die Formate des Gliederungstextes zu bearbeiten</a:t>
            </a:r>
          </a:p>
          <a:p>
            <a:pPr lvl="1"/>
            <a:r>
              <a:rPr lang="en-GB" altLang="en-US"/>
              <a:t>Zweite Gliederungsebene</a:t>
            </a:r>
          </a:p>
          <a:p>
            <a:pPr lvl="2"/>
            <a:r>
              <a:rPr lang="en-GB" altLang="en-US"/>
              <a:t>Dritte Gliederungsebene</a:t>
            </a:r>
          </a:p>
          <a:p>
            <a:pPr lvl="3"/>
            <a:r>
              <a:rPr lang="en-GB" altLang="en-US"/>
              <a:t>Vierte Gliederungsebene</a:t>
            </a:r>
          </a:p>
          <a:p>
            <a:pPr lvl="4"/>
            <a:r>
              <a:rPr lang="en-GB" altLang="en-US"/>
              <a:t>Fünfte Gliederungsebene</a:t>
            </a:r>
          </a:p>
          <a:p>
            <a:pPr lvl="4"/>
            <a:r>
              <a:rPr lang="en-GB" altLang="en-US"/>
              <a:t>Sechste Gliederungsebene</a:t>
            </a:r>
          </a:p>
          <a:p>
            <a:pPr lvl="0"/>
            <a:r>
              <a:rPr lang="en-GB" altLang="en-US"/>
              <a:t>Siebente GliederungsebeneTextmasterformate durch Klicken bearbeiten</a:t>
            </a:r>
          </a:p>
          <a:p>
            <a:pPr lvl="1"/>
            <a:r>
              <a:rPr lang="en-GB" altLang="en-US"/>
              <a:t>Zweite Ebene</a:t>
            </a:r>
          </a:p>
          <a:p>
            <a:pPr lvl="2"/>
            <a:r>
              <a:rPr lang="en-GB" altLang="en-US"/>
              <a:t>Dritte Ebene</a:t>
            </a:r>
          </a:p>
          <a:p>
            <a:pPr lvl="3"/>
            <a:r>
              <a:rPr lang="en-GB" altLang="en-US"/>
              <a:t>Vierte Ebene</a:t>
            </a:r>
          </a:p>
          <a:p>
            <a:pPr lvl="4"/>
            <a:r>
              <a:rPr lang="en-GB" altLang="en-US"/>
              <a:t>Fünfte Ebene</a:t>
            </a:r>
          </a:p>
        </p:txBody>
      </p:sp>
      <p:sp>
        <p:nvSpPr>
          <p:cNvPr id="2" name="Rectangle 8">
            <a:extLst>
              <a:ext uri="{FF2B5EF4-FFF2-40B4-BE49-F238E27FC236}">
                <a16:creationId xmlns:a16="http://schemas.microsoft.com/office/drawing/2014/main" id="{8DD4E7BC-6A24-A142-B975-A6AAAEE9050D}"/>
              </a:ext>
            </a:extLst>
          </p:cNvPr>
          <p:cNvSpPr>
            <a:spLocks noGrp="1" noChangeArrowheads="1"/>
          </p:cNvSpPr>
          <p:nvPr>
            <p:ph type="sldNum"/>
          </p:nvPr>
        </p:nvSpPr>
        <p:spPr bwMode="auto">
          <a:xfrm>
            <a:off x="3506788" y="6323013"/>
            <a:ext cx="2132012"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eaLnBrk="1">
              <a:buClr>
                <a:srgbClr val="000000"/>
              </a:buClr>
              <a:buSzPct val="100000"/>
              <a:buFont typeface="Times New Roman" panose="02020603050405020304" pitchFamily="18" charset="0"/>
              <a:buNone/>
              <a:tabLst>
                <a:tab pos="449263" algn="l"/>
                <a:tab pos="898525" algn="l"/>
                <a:tab pos="1347788" algn="l"/>
                <a:tab pos="1797050" algn="l"/>
              </a:tabLst>
              <a:defRPr sz="1200">
                <a:solidFill>
                  <a:srgbClr val="B2B2B2"/>
                </a:solidFill>
                <a:latin typeface="Frutiger LT Com 55 Roman" pitchFamily="1" charset="0"/>
              </a:defRPr>
            </a:lvl1pPr>
          </a:lstStyle>
          <a:p>
            <a:fld id="{54402925-2671-794B-B8BA-91C40812A1BE}" type="slidenum">
              <a:rPr lang="de-DE" altLang="en-US"/>
              <a:pPr/>
              <a:t>‹#›</a:t>
            </a:fld>
            <a:endParaRPr lang="de-DE" altLang="en-US"/>
          </a:p>
        </p:txBody>
      </p:sp>
      <p:pic>
        <p:nvPicPr>
          <p:cNvPr id="2057" name="Picture 9" descr="C:\Users\montazer\Backup\Lancaster University\Teaching\ENGR228_Digital Electronic\Digital Electronics 2016\NewLogo1.jpg">
            <a:extLst>
              <a:ext uri="{FF2B5EF4-FFF2-40B4-BE49-F238E27FC236}">
                <a16:creationId xmlns:a16="http://schemas.microsoft.com/office/drawing/2014/main" id="{449BEB11-D29D-124C-8520-168504938ADF}"/>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466013" y="6170613"/>
            <a:ext cx="1077912"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449263" rtl="0" eaLnBrk="0" fontAlgn="base" hangingPunct="0">
        <a:lnSpc>
          <a:spcPct val="97000"/>
        </a:lnSpc>
        <a:spcBef>
          <a:spcPct val="0"/>
        </a:spcBef>
        <a:spcAft>
          <a:spcPct val="0"/>
        </a:spcAft>
        <a:buClr>
          <a:srgbClr val="000000"/>
        </a:buClr>
        <a:buSzPct val="100000"/>
        <a:buFont typeface="Times New Roman" panose="02020603050405020304" pitchFamily="18" charset="0"/>
        <a:defRPr sz="3200">
          <a:solidFill>
            <a:srgbClr val="000000"/>
          </a:solidFill>
          <a:latin typeface="+mj-lt"/>
          <a:ea typeface="+mj-ea"/>
          <a:cs typeface="+mj-cs"/>
        </a:defRPr>
      </a:lvl1pPr>
      <a:lvl2pPr algn="l" defTabSz="449263" rtl="0" eaLnBrk="0" fontAlgn="base" hangingPunct="0">
        <a:lnSpc>
          <a:spcPct val="97000"/>
        </a:lnSpc>
        <a:spcBef>
          <a:spcPct val="0"/>
        </a:spcBef>
        <a:spcAft>
          <a:spcPct val="0"/>
        </a:spcAft>
        <a:buClr>
          <a:srgbClr val="000000"/>
        </a:buClr>
        <a:buSzPct val="100000"/>
        <a:buFont typeface="Times New Roman" panose="02020603050405020304" pitchFamily="18" charset="0"/>
        <a:defRPr sz="3200">
          <a:solidFill>
            <a:srgbClr val="000000"/>
          </a:solidFill>
          <a:latin typeface="Frutiger LT Com 55 Roman" pitchFamily="1" charset="0"/>
          <a:ea typeface="DejaVu Sans" charset="0"/>
          <a:cs typeface="DejaVu Sans" charset="0"/>
        </a:defRPr>
      </a:lvl2pPr>
      <a:lvl3pPr algn="l" defTabSz="449263" rtl="0" eaLnBrk="0" fontAlgn="base" hangingPunct="0">
        <a:lnSpc>
          <a:spcPct val="97000"/>
        </a:lnSpc>
        <a:spcBef>
          <a:spcPct val="0"/>
        </a:spcBef>
        <a:spcAft>
          <a:spcPct val="0"/>
        </a:spcAft>
        <a:buClr>
          <a:srgbClr val="000000"/>
        </a:buClr>
        <a:buSzPct val="100000"/>
        <a:buFont typeface="Times New Roman" panose="02020603050405020304" pitchFamily="18" charset="0"/>
        <a:defRPr sz="3200">
          <a:solidFill>
            <a:srgbClr val="000000"/>
          </a:solidFill>
          <a:latin typeface="Frutiger LT Com 55 Roman" pitchFamily="1" charset="0"/>
          <a:ea typeface="DejaVu Sans" charset="0"/>
          <a:cs typeface="DejaVu Sans" charset="0"/>
        </a:defRPr>
      </a:lvl3pPr>
      <a:lvl4pPr algn="l" defTabSz="449263" rtl="0" eaLnBrk="0" fontAlgn="base" hangingPunct="0">
        <a:lnSpc>
          <a:spcPct val="97000"/>
        </a:lnSpc>
        <a:spcBef>
          <a:spcPct val="0"/>
        </a:spcBef>
        <a:spcAft>
          <a:spcPct val="0"/>
        </a:spcAft>
        <a:buClr>
          <a:srgbClr val="000000"/>
        </a:buClr>
        <a:buSzPct val="100000"/>
        <a:buFont typeface="Times New Roman" panose="02020603050405020304" pitchFamily="18" charset="0"/>
        <a:defRPr sz="3200">
          <a:solidFill>
            <a:srgbClr val="000000"/>
          </a:solidFill>
          <a:latin typeface="Frutiger LT Com 55 Roman" pitchFamily="1" charset="0"/>
          <a:ea typeface="DejaVu Sans" charset="0"/>
          <a:cs typeface="DejaVu Sans" charset="0"/>
        </a:defRPr>
      </a:lvl4pPr>
      <a:lvl5pPr algn="l" defTabSz="449263" rtl="0" eaLnBrk="0" fontAlgn="base" hangingPunct="0">
        <a:lnSpc>
          <a:spcPct val="97000"/>
        </a:lnSpc>
        <a:spcBef>
          <a:spcPct val="0"/>
        </a:spcBef>
        <a:spcAft>
          <a:spcPct val="0"/>
        </a:spcAft>
        <a:buClr>
          <a:srgbClr val="000000"/>
        </a:buClr>
        <a:buSzPct val="100000"/>
        <a:buFont typeface="Times New Roman" panose="02020603050405020304" pitchFamily="18" charset="0"/>
        <a:defRPr sz="3200">
          <a:solidFill>
            <a:srgbClr val="000000"/>
          </a:solidFill>
          <a:latin typeface="Frutiger LT Com 55 Roman" pitchFamily="1" charset="0"/>
          <a:ea typeface="DejaVu Sans" charset="0"/>
          <a:cs typeface="DejaVu Sans" charset="0"/>
        </a:defRPr>
      </a:lvl5pPr>
      <a:lvl6pPr marL="2514600" indent="-228600" algn="l" defTabSz="449263" rtl="0" fontAlgn="base" hangingPunct="0">
        <a:lnSpc>
          <a:spcPct val="97000"/>
        </a:lnSpc>
        <a:spcBef>
          <a:spcPct val="0"/>
        </a:spcBef>
        <a:spcAft>
          <a:spcPct val="0"/>
        </a:spcAft>
        <a:buClr>
          <a:srgbClr val="000000"/>
        </a:buClr>
        <a:buSzPct val="100000"/>
        <a:buFont typeface="Times New Roman" pitchFamily="16" charset="0"/>
        <a:defRPr sz="3200">
          <a:solidFill>
            <a:srgbClr val="000000"/>
          </a:solidFill>
          <a:latin typeface="Frutiger LT Com 55 Roman" pitchFamily="1" charset="0"/>
          <a:ea typeface="DejaVu Sans" charset="0"/>
          <a:cs typeface="DejaVu Sans" charset="0"/>
        </a:defRPr>
      </a:lvl6pPr>
      <a:lvl7pPr marL="2971800" indent="-228600" algn="l" defTabSz="449263" rtl="0" fontAlgn="base" hangingPunct="0">
        <a:lnSpc>
          <a:spcPct val="97000"/>
        </a:lnSpc>
        <a:spcBef>
          <a:spcPct val="0"/>
        </a:spcBef>
        <a:spcAft>
          <a:spcPct val="0"/>
        </a:spcAft>
        <a:buClr>
          <a:srgbClr val="000000"/>
        </a:buClr>
        <a:buSzPct val="100000"/>
        <a:buFont typeface="Times New Roman" pitchFamily="16" charset="0"/>
        <a:defRPr sz="3200">
          <a:solidFill>
            <a:srgbClr val="000000"/>
          </a:solidFill>
          <a:latin typeface="Frutiger LT Com 55 Roman" pitchFamily="1" charset="0"/>
          <a:ea typeface="DejaVu Sans" charset="0"/>
          <a:cs typeface="DejaVu Sans" charset="0"/>
        </a:defRPr>
      </a:lvl7pPr>
      <a:lvl8pPr marL="3429000" indent="-228600" algn="l" defTabSz="449263" rtl="0" fontAlgn="base" hangingPunct="0">
        <a:lnSpc>
          <a:spcPct val="97000"/>
        </a:lnSpc>
        <a:spcBef>
          <a:spcPct val="0"/>
        </a:spcBef>
        <a:spcAft>
          <a:spcPct val="0"/>
        </a:spcAft>
        <a:buClr>
          <a:srgbClr val="000000"/>
        </a:buClr>
        <a:buSzPct val="100000"/>
        <a:buFont typeface="Times New Roman" pitchFamily="16" charset="0"/>
        <a:defRPr sz="3200">
          <a:solidFill>
            <a:srgbClr val="000000"/>
          </a:solidFill>
          <a:latin typeface="Frutiger LT Com 55 Roman" pitchFamily="1" charset="0"/>
          <a:ea typeface="DejaVu Sans" charset="0"/>
          <a:cs typeface="DejaVu Sans" charset="0"/>
        </a:defRPr>
      </a:lvl8pPr>
      <a:lvl9pPr marL="3886200" indent="-228600" algn="l" defTabSz="449263" rtl="0" fontAlgn="base" hangingPunct="0">
        <a:lnSpc>
          <a:spcPct val="97000"/>
        </a:lnSpc>
        <a:spcBef>
          <a:spcPct val="0"/>
        </a:spcBef>
        <a:spcAft>
          <a:spcPct val="0"/>
        </a:spcAft>
        <a:buClr>
          <a:srgbClr val="000000"/>
        </a:buClr>
        <a:buSzPct val="100000"/>
        <a:buFont typeface="Times New Roman" pitchFamily="16" charset="0"/>
        <a:defRPr sz="3200">
          <a:solidFill>
            <a:srgbClr val="000000"/>
          </a:solidFill>
          <a:latin typeface="Frutiger LT Com 55 Roman" pitchFamily="1" charset="0"/>
          <a:ea typeface="DejaVu Sans" charset="0"/>
          <a:cs typeface="DejaVu Sans" charset="0"/>
        </a:defRPr>
      </a:lvl9pPr>
    </p:titleStyle>
    <p:bodyStyle>
      <a:lvl1pPr marL="342900" indent="-342900" algn="l" defTabSz="449263" rtl="0" eaLnBrk="0" fontAlgn="base" hangingPunct="0">
        <a:lnSpc>
          <a:spcPct val="97000"/>
        </a:lnSpc>
        <a:spcBef>
          <a:spcPct val="0"/>
        </a:spcBef>
        <a:spcAft>
          <a:spcPts val="1425"/>
        </a:spcAft>
        <a:buClr>
          <a:srgbClr val="000000"/>
        </a:buClr>
        <a:buSzPct val="100000"/>
        <a:buFont typeface="Times New Roman" panose="02020603050405020304" pitchFamily="18" charset="0"/>
        <a:defRPr>
          <a:solidFill>
            <a:srgbClr val="000000"/>
          </a:solidFill>
          <a:latin typeface="+mn-lt"/>
          <a:ea typeface="+mn-ea"/>
          <a:cs typeface="+mn-cs"/>
        </a:defRPr>
      </a:lvl1pPr>
      <a:lvl2pPr marL="742950" indent="-285750" algn="l" defTabSz="449263" rtl="0" eaLnBrk="0" fontAlgn="base" hangingPunct="0">
        <a:lnSpc>
          <a:spcPct val="97000"/>
        </a:lnSpc>
        <a:spcBef>
          <a:spcPct val="0"/>
        </a:spcBef>
        <a:spcAft>
          <a:spcPts val="1138"/>
        </a:spcAft>
        <a:buClr>
          <a:srgbClr val="000000"/>
        </a:buClr>
        <a:buSzPct val="100000"/>
        <a:buFont typeface="Times New Roman" panose="02020603050405020304" pitchFamily="18" charset="0"/>
        <a:defRPr>
          <a:solidFill>
            <a:srgbClr val="000000"/>
          </a:solidFill>
          <a:latin typeface="+mn-lt"/>
          <a:ea typeface="+mn-ea"/>
          <a:cs typeface="+mn-cs"/>
        </a:defRPr>
      </a:lvl2pPr>
      <a:lvl3pPr marL="1143000" indent="-228600" algn="l" defTabSz="449263" rtl="0" eaLnBrk="0" fontAlgn="base" hangingPunct="0">
        <a:lnSpc>
          <a:spcPct val="97000"/>
        </a:lnSpc>
        <a:spcBef>
          <a:spcPct val="0"/>
        </a:spcBef>
        <a:spcAft>
          <a:spcPts val="850"/>
        </a:spcAft>
        <a:buClr>
          <a:srgbClr val="000000"/>
        </a:buClr>
        <a:buSzPct val="100000"/>
        <a:buFont typeface="Times New Roman" panose="02020603050405020304" pitchFamily="18" charset="0"/>
        <a:defRPr>
          <a:solidFill>
            <a:srgbClr val="000000"/>
          </a:solidFill>
          <a:latin typeface="+mn-lt"/>
          <a:ea typeface="+mn-ea"/>
          <a:cs typeface="+mn-cs"/>
        </a:defRPr>
      </a:lvl3pPr>
      <a:lvl4pPr marL="1600200" indent="-228600" algn="l" defTabSz="449263" rtl="0" eaLnBrk="0" fontAlgn="base" hangingPunct="0">
        <a:lnSpc>
          <a:spcPct val="97000"/>
        </a:lnSpc>
        <a:spcBef>
          <a:spcPct val="0"/>
        </a:spcBef>
        <a:spcAft>
          <a:spcPts val="575"/>
        </a:spcAft>
        <a:buClr>
          <a:srgbClr val="000000"/>
        </a:buClr>
        <a:buSzPct val="100000"/>
        <a:buFont typeface="Times New Roman" panose="02020603050405020304" pitchFamily="18" charset="0"/>
        <a:defRPr>
          <a:solidFill>
            <a:srgbClr val="000000"/>
          </a:solidFill>
          <a:latin typeface="+mn-lt"/>
          <a:ea typeface="+mn-ea"/>
          <a:cs typeface="+mn-cs"/>
        </a:defRPr>
      </a:lvl4pPr>
      <a:lvl5pPr marL="2057400" indent="-228600" algn="l" defTabSz="449263" rtl="0"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mn-lt"/>
          <a:ea typeface="+mn-ea"/>
          <a:cs typeface="+mn-cs"/>
        </a:defRPr>
      </a:lvl5pPr>
      <a:lvl6pPr marL="2514600" indent="-228600" algn="l" defTabSz="449263" rtl="0" fontAlgn="base" hangingPunct="0">
        <a:lnSpc>
          <a:spcPct val="9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6pPr>
      <a:lvl7pPr marL="2971800" indent="-228600" algn="l" defTabSz="449263" rtl="0" fontAlgn="base" hangingPunct="0">
        <a:lnSpc>
          <a:spcPct val="9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7pPr>
      <a:lvl8pPr marL="3429000" indent="-228600" algn="l" defTabSz="449263" rtl="0" fontAlgn="base" hangingPunct="0">
        <a:lnSpc>
          <a:spcPct val="9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8pPr>
      <a:lvl9pPr marL="3886200" indent="-228600" algn="l" defTabSz="449263" rtl="0" fontAlgn="base" hangingPunct="0">
        <a:lnSpc>
          <a:spcPct val="9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Line 1">
            <a:extLst>
              <a:ext uri="{FF2B5EF4-FFF2-40B4-BE49-F238E27FC236}">
                <a16:creationId xmlns:a16="http://schemas.microsoft.com/office/drawing/2014/main" id="{6B86B1E0-0381-234B-9A38-72E3DFB45C17}"/>
              </a:ext>
            </a:extLst>
          </p:cNvPr>
          <p:cNvSpPr>
            <a:spLocks noChangeShapeType="1"/>
          </p:cNvSpPr>
          <p:nvPr/>
        </p:nvSpPr>
        <p:spPr bwMode="auto">
          <a:xfrm>
            <a:off x="460375" y="6113463"/>
            <a:ext cx="8223250" cy="1587"/>
          </a:xfrm>
          <a:prstGeom prst="line">
            <a:avLst/>
          </a:prstGeom>
          <a:noFill/>
          <a:ln w="3168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3075" name="Line 2">
            <a:extLst>
              <a:ext uri="{FF2B5EF4-FFF2-40B4-BE49-F238E27FC236}">
                <a16:creationId xmlns:a16="http://schemas.microsoft.com/office/drawing/2014/main" id="{199DE6D0-F562-9545-BF3B-FFFC4374BC58}"/>
              </a:ext>
            </a:extLst>
          </p:cNvPr>
          <p:cNvSpPr>
            <a:spLocks noChangeShapeType="1"/>
          </p:cNvSpPr>
          <p:nvPr/>
        </p:nvSpPr>
        <p:spPr bwMode="auto">
          <a:xfrm>
            <a:off x="460375" y="1601788"/>
            <a:ext cx="8223250" cy="1587"/>
          </a:xfrm>
          <a:prstGeom prst="line">
            <a:avLst/>
          </a:prstGeom>
          <a:noFill/>
          <a:ln w="126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3076" name="Line 3">
            <a:extLst>
              <a:ext uri="{FF2B5EF4-FFF2-40B4-BE49-F238E27FC236}">
                <a16:creationId xmlns:a16="http://schemas.microsoft.com/office/drawing/2014/main" id="{7C7830CF-04B3-FC41-BC91-D4A6EC8C5739}"/>
              </a:ext>
            </a:extLst>
          </p:cNvPr>
          <p:cNvSpPr>
            <a:spLocks noChangeShapeType="1"/>
          </p:cNvSpPr>
          <p:nvPr/>
        </p:nvSpPr>
        <p:spPr bwMode="auto">
          <a:xfrm>
            <a:off x="460375" y="476250"/>
            <a:ext cx="8223250" cy="1588"/>
          </a:xfrm>
          <a:prstGeom prst="line">
            <a:avLst/>
          </a:prstGeom>
          <a:noFill/>
          <a:ln w="5076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pic>
        <p:nvPicPr>
          <p:cNvPr id="3077" name="Picture 5">
            <a:extLst>
              <a:ext uri="{FF2B5EF4-FFF2-40B4-BE49-F238E27FC236}">
                <a16:creationId xmlns:a16="http://schemas.microsoft.com/office/drawing/2014/main" id="{200561D3-CD27-EA46-9A06-023441F8F5A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0225" y="6170613"/>
            <a:ext cx="995363" cy="6080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Rectangle 6">
            <a:extLst>
              <a:ext uri="{FF2B5EF4-FFF2-40B4-BE49-F238E27FC236}">
                <a16:creationId xmlns:a16="http://schemas.microsoft.com/office/drawing/2014/main" id="{699DCE6A-96CD-4543-927B-6E65D72C8D93}"/>
              </a:ext>
            </a:extLst>
          </p:cNvPr>
          <p:cNvSpPr>
            <a:spLocks noGrp="1" noChangeArrowheads="1"/>
          </p:cNvSpPr>
          <p:nvPr>
            <p:ph type="sldNum"/>
          </p:nvPr>
        </p:nvSpPr>
        <p:spPr bwMode="auto">
          <a:xfrm>
            <a:off x="3506788" y="6323013"/>
            <a:ext cx="2132012"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eaLnBrk="1">
              <a:buClr>
                <a:srgbClr val="000000"/>
              </a:buClr>
              <a:buSzPct val="100000"/>
              <a:buFont typeface="Times New Roman" panose="02020603050405020304" pitchFamily="18" charset="0"/>
              <a:buNone/>
              <a:tabLst>
                <a:tab pos="449263" algn="l"/>
                <a:tab pos="898525" algn="l"/>
                <a:tab pos="1347788" algn="l"/>
                <a:tab pos="1797050" algn="l"/>
              </a:tabLst>
              <a:defRPr sz="1200">
                <a:solidFill>
                  <a:srgbClr val="B2B2B2"/>
                </a:solidFill>
                <a:latin typeface="Frutiger LT Com 55 Roman" pitchFamily="1" charset="0"/>
              </a:defRPr>
            </a:lvl1pPr>
          </a:lstStyle>
          <a:p>
            <a:fld id="{CC216170-5719-7C4A-8987-831775604E82}" type="slidenum">
              <a:rPr lang="de-DE" altLang="en-US"/>
              <a:pPr/>
              <a:t>‹#›</a:t>
            </a:fld>
            <a:endParaRPr lang="de-DE" altLang="en-US"/>
          </a:p>
        </p:txBody>
      </p:sp>
      <p:sp>
        <p:nvSpPr>
          <p:cNvPr id="3079" name="Rectangle 7">
            <a:extLst>
              <a:ext uri="{FF2B5EF4-FFF2-40B4-BE49-F238E27FC236}">
                <a16:creationId xmlns:a16="http://schemas.microsoft.com/office/drawing/2014/main" id="{E01E544E-5420-F64A-B825-E5E93664B372}"/>
              </a:ext>
            </a:extLst>
          </p:cNvPr>
          <p:cNvSpPr>
            <a:spLocks noGrp="1" noChangeArrowheads="1"/>
          </p:cNvSpPr>
          <p:nvPr>
            <p:ph type="title"/>
          </p:nvPr>
        </p:nvSpPr>
        <p:spPr bwMode="auto">
          <a:xfrm>
            <a:off x="457200" y="273050"/>
            <a:ext cx="8228013"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a:t>Klicken Sie, um das Format des Titeltextes zu bearbeiten</a:t>
            </a:r>
          </a:p>
        </p:txBody>
      </p:sp>
      <p:sp>
        <p:nvSpPr>
          <p:cNvPr id="3080" name="Rectangle 8">
            <a:extLst>
              <a:ext uri="{FF2B5EF4-FFF2-40B4-BE49-F238E27FC236}">
                <a16:creationId xmlns:a16="http://schemas.microsoft.com/office/drawing/2014/main" id="{C5F37C77-5D66-A444-9BE5-CE1BF97007CF}"/>
              </a:ext>
            </a:extLst>
          </p:cNvPr>
          <p:cNvSpPr>
            <a:spLocks noGrp="1" noChangeArrowheads="1"/>
          </p:cNvSpPr>
          <p:nvPr>
            <p:ph type="body" idx="1"/>
          </p:nvPr>
        </p:nvSpPr>
        <p:spPr bwMode="auto">
          <a:xfrm>
            <a:off x="457200" y="1604963"/>
            <a:ext cx="8228013" cy="3975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804" rIns="0" bIns="0" numCol="1" anchor="t" anchorCtr="0" compatLnSpc="1">
            <a:prstTxWarp prst="textNoShape">
              <a:avLst/>
            </a:prstTxWarp>
          </a:bodyPr>
          <a:lstStyle/>
          <a:p>
            <a:pPr lvl="0"/>
            <a:r>
              <a:rPr lang="en-GB" altLang="en-US"/>
              <a:t>Klicken Sie, um die Formate des Gliederungstextes zu bearbeiten</a:t>
            </a:r>
          </a:p>
          <a:p>
            <a:pPr lvl="1"/>
            <a:r>
              <a:rPr lang="en-GB" altLang="en-US"/>
              <a:t>Zweite Gliederungsebene</a:t>
            </a:r>
          </a:p>
          <a:p>
            <a:pPr lvl="2"/>
            <a:r>
              <a:rPr lang="en-GB" altLang="en-US"/>
              <a:t>Dritte Gliederungsebene</a:t>
            </a:r>
          </a:p>
          <a:p>
            <a:pPr lvl="3"/>
            <a:r>
              <a:rPr lang="en-GB" altLang="en-US"/>
              <a:t>Vierte Gliederungsebene</a:t>
            </a:r>
          </a:p>
          <a:p>
            <a:pPr lvl="4"/>
            <a:r>
              <a:rPr lang="en-GB" altLang="en-US"/>
              <a:t>Fünfte Gliederungsebene</a:t>
            </a:r>
          </a:p>
          <a:p>
            <a:pPr lvl="4"/>
            <a:r>
              <a:rPr lang="en-GB" altLang="en-US"/>
              <a:t>Sechste Gliederungsebene</a:t>
            </a:r>
          </a:p>
          <a:p>
            <a:pPr lvl="4"/>
            <a:r>
              <a:rPr lang="en-GB" altLang="en-US"/>
              <a:t>Siebente Gliederungsebene</a:t>
            </a:r>
          </a:p>
        </p:txBody>
      </p:sp>
      <p:pic>
        <p:nvPicPr>
          <p:cNvPr id="3081" name="Picture 10" descr="C:\Users\montazer\Backup\Lancaster University\Teaching\ENGR228_Digital Electronic\Digital Electronics 2016\NewLogo1.jpg">
            <a:extLst>
              <a:ext uri="{FF2B5EF4-FFF2-40B4-BE49-F238E27FC236}">
                <a16:creationId xmlns:a16="http://schemas.microsoft.com/office/drawing/2014/main" id="{A36B3382-FCEF-F641-88A1-92D25AE022D6}"/>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466013" y="6170613"/>
            <a:ext cx="1077912"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449263" rtl="0" eaLnBrk="0" fontAlgn="base" hangingPunct="0">
        <a:lnSpc>
          <a:spcPct val="97000"/>
        </a:lnSpc>
        <a:spcBef>
          <a:spcPct val="0"/>
        </a:spcBef>
        <a:spcAft>
          <a:spcPct val="0"/>
        </a:spcAft>
        <a:buClr>
          <a:srgbClr val="000000"/>
        </a:buClr>
        <a:buSzPct val="100000"/>
        <a:buFont typeface="Times New Roman" panose="02020603050405020304" pitchFamily="18" charset="0"/>
        <a:defRPr sz="3200">
          <a:solidFill>
            <a:srgbClr val="000000"/>
          </a:solidFill>
          <a:latin typeface="+mj-lt"/>
          <a:ea typeface="+mj-ea"/>
          <a:cs typeface="+mj-cs"/>
        </a:defRPr>
      </a:lvl1pPr>
      <a:lvl2pPr algn="l" defTabSz="449263" rtl="0" eaLnBrk="0" fontAlgn="base" hangingPunct="0">
        <a:lnSpc>
          <a:spcPct val="97000"/>
        </a:lnSpc>
        <a:spcBef>
          <a:spcPct val="0"/>
        </a:spcBef>
        <a:spcAft>
          <a:spcPct val="0"/>
        </a:spcAft>
        <a:buClr>
          <a:srgbClr val="000000"/>
        </a:buClr>
        <a:buSzPct val="100000"/>
        <a:buFont typeface="Times New Roman" panose="02020603050405020304" pitchFamily="18" charset="0"/>
        <a:defRPr sz="3200">
          <a:solidFill>
            <a:srgbClr val="000000"/>
          </a:solidFill>
          <a:latin typeface="Frutiger LT Com 55 Roman" pitchFamily="1" charset="0"/>
          <a:ea typeface="DejaVu Sans" charset="0"/>
          <a:cs typeface="DejaVu Sans" charset="0"/>
        </a:defRPr>
      </a:lvl2pPr>
      <a:lvl3pPr algn="l" defTabSz="449263" rtl="0" eaLnBrk="0" fontAlgn="base" hangingPunct="0">
        <a:lnSpc>
          <a:spcPct val="97000"/>
        </a:lnSpc>
        <a:spcBef>
          <a:spcPct val="0"/>
        </a:spcBef>
        <a:spcAft>
          <a:spcPct val="0"/>
        </a:spcAft>
        <a:buClr>
          <a:srgbClr val="000000"/>
        </a:buClr>
        <a:buSzPct val="100000"/>
        <a:buFont typeface="Times New Roman" panose="02020603050405020304" pitchFamily="18" charset="0"/>
        <a:defRPr sz="3200">
          <a:solidFill>
            <a:srgbClr val="000000"/>
          </a:solidFill>
          <a:latin typeface="Frutiger LT Com 55 Roman" pitchFamily="1" charset="0"/>
          <a:ea typeface="DejaVu Sans" charset="0"/>
          <a:cs typeface="DejaVu Sans" charset="0"/>
        </a:defRPr>
      </a:lvl3pPr>
      <a:lvl4pPr algn="l" defTabSz="449263" rtl="0" eaLnBrk="0" fontAlgn="base" hangingPunct="0">
        <a:lnSpc>
          <a:spcPct val="97000"/>
        </a:lnSpc>
        <a:spcBef>
          <a:spcPct val="0"/>
        </a:spcBef>
        <a:spcAft>
          <a:spcPct val="0"/>
        </a:spcAft>
        <a:buClr>
          <a:srgbClr val="000000"/>
        </a:buClr>
        <a:buSzPct val="100000"/>
        <a:buFont typeface="Times New Roman" panose="02020603050405020304" pitchFamily="18" charset="0"/>
        <a:defRPr sz="3200">
          <a:solidFill>
            <a:srgbClr val="000000"/>
          </a:solidFill>
          <a:latin typeface="Frutiger LT Com 55 Roman" pitchFamily="1" charset="0"/>
          <a:ea typeface="DejaVu Sans" charset="0"/>
          <a:cs typeface="DejaVu Sans" charset="0"/>
        </a:defRPr>
      </a:lvl4pPr>
      <a:lvl5pPr algn="l" defTabSz="449263" rtl="0" eaLnBrk="0" fontAlgn="base" hangingPunct="0">
        <a:lnSpc>
          <a:spcPct val="97000"/>
        </a:lnSpc>
        <a:spcBef>
          <a:spcPct val="0"/>
        </a:spcBef>
        <a:spcAft>
          <a:spcPct val="0"/>
        </a:spcAft>
        <a:buClr>
          <a:srgbClr val="000000"/>
        </a:buClr>
        <a:buSzPct val="100000"/>
        <a:buFont typeface="Times New Roman" panose="02020603050405020304" pitchFamily="18" charset="0"/>
        <a:defRPr sz="3200">
          <a:solidFill>
            <a:srgbClr val="000000"/>
          </a:solidFill>
          <a:latin typeface="Frutiger LT Com 55 Roman" pitchFamily="1" charset="0"/>
          <a:ea typeface="DejaVu Sans" charset="0"/>
          <a:cs typeface="DejaVu Sans" charset="0"/>
        </a:defRPr>
      </a:lvl5pPr>
      <a:lvl6pPr marL="2514600" indent="-228600" algn="l" defTabSz="449263" rtl="0" fontAlgn="base" hangingPunct="0">
        <a:lnSpc>
          <a:spcPct val="97000"/>
        </a:lnSpc>
        <a:spcBef>
          <a:spcPct val="0"/>
        </a:spcBef>
        <a:spcAft>
          <a:spcPct val="0"/>
        </a:spcAft>
        <a:buClr>
          <a:srgbClr val="000000"/>
        </a:buClr>
        <a:buSzPct val="100000"/>
        <a:buFont typeface="Times New Roman" pitchFamily="16" charset="0"/>
        <a:defRPr sz="3200">
          <a:solidFill>
            <a:srgbClr val="000000"/>
          </a:solidFill>
          <a:latin typeface="Frutiger LT Com 55 Roman" pitchFamily="1" charset="0"/>
          <a:ea typeface="DejaVu Sans" charset="0"/>
          <a:cs typeface="DejaVu Sans" charset="0"/>
        </a:defRPr>
      </a:lvl6pPr>
      <a:lvl7pPr marL="2971800" indent="-228600" algn="l" defTabSz="449263" rtl="0" fontAlgn="base" hangingPunct="0">
        <a:lnSpc>
          <a:spcPct val="97000"/>
        </a:lnSpc>
        <a:spcBef>
          <a:spcPct val="0"/>
        </a:spcBef>
        <a:spcAft>
          <a:spcPct val="0"/>
        </a:spcAft>
        <a:buClr>
          <a:srgbClr val="000000"/>
        </a:buClr>
        <a:buSzPct val="100000"/>
        <a:buFont typeface="Times New Roman" pitchFamily="16" charset="0"/>
        <a:defRPr sz="3200">
          <a:solidFill>
            <a:srgbClr val="000000"/>
          </a:solidFill>
          <a:latin typeface="Frutiger LT Com 55 Roman" pitchFamily="1" charset="0"/>
          <a:ea typeface="DejaVu Sans" charset="0"/>
          <a:cs typeface="DejaVu Sans" charset="0"/>
        </a:defRPr>
      </a:lvl7pPr>
      <a:lvl8pPr marL="3429000" indent="-228600" algn="l" defTabSz="449263" rtl="0" fontAlgn="base" hangingPunct="0">
        <a:lnSpc>
          <a:spcPct val="97000"/>
        </a:lnSpc>
        <a:spcBef>
          <a:spcPct val="0"/>
        </a:spcBef>
        <a:spcAft>
          <a:spcPct val="0"/>
        </a:spcAft>
        <a:buClr>
          <a:srgbClr val="000000"/>
        </a:buClr>
        <a:buSzPct val="100000"/>
        <a:buFont typeface="Times New Roman" pitchFamily="16" charset="0"/>
        <a:defRPr sz="3200">
          <a:solidFill>
            <a:srgbClr val="000000"/>
          </a:solidFill>
          <a:latin typeface="Frutiger LT Com 55 Roman" pitchFamily="1" charset="0"/>
          <a:ea typeface="DejaVu Sans" charset="0"/>
          <a:cs typeface="DejaVu Sans" charset="0"/>
        </a:defRPr>
      </a:lvl8pPr>
      <a:lvl9pPr marL="3886200" indent="-228600" algn="l" defTabSz="449263" rtl="0" fontAlgn="base" hangingPunct="0">
        <a:lnSpc>
          <a:spcPct val="97000"/>
        </a:lnSpc>
        <a:spcBef>
          <a:spcPct val="0"/>
        </a:spcBef>
        <a:spcAft>
          <a:spcPct val="0"/>
        </a:spcAft>
        <a:buClr>
          <a:srgbClr val="000000"/>
        </a:buClr>
        <a:buSzPct val="100000"/>
        <a:buFont typeface="Times New Roman" pitchFamily="16" charset="0"/>
        <a:defRPr sz="3200">
          <a:solidFill>
            <a:srgbClr val="000000"/>
          </a:solidFill>
          <a:latin typeface="Frutiger LT Com 55 Roman" pitchFamily="1" charset="0"/>
          <a:ea typeface="DejaVu Sans" charset="0"/>
          <a:cs typeface="DejaVu Sans" charset="0"/>
        </a:defRPr>
      </a:lvl9pPr>
    </p:titleStyle>
    <p:bodyStyle>
      <a:lvl1pPr marL="342900" indent="-342900" algn="l" defTabSz="449263" rtl="0" eaLnBrk="0" fontAlgn="base" hangingPunct="0">
        <a:lnSpc>
          <a:spcPct val="97000"/>
        </a:lnSpc>
        <a:spcBef>
          <a:spcPct val="0"/>
        </a:spcBef>
        <a:spcAft>
          <a:spcPts val="1425"/>
        </a:spcAft>
        <a:buClr>
          <a:srgbClr val="000000"/>
        </a:buClr>
        <a:buSzPct val="100000"/>
        <a:buFont typeface="Times New Roman" panose="02020603050405020304" pitchFamily="18" charset="0"/>
        <a:defRPr>
          <a:solidFill>
            <a:srgbClr val="000000"/>
          </a:solidFill>
          <a:latin typeface="+mn-lt"/>
          <a:ea typeface="+mn-ea"/>
          <a:cs typeface="+mn-cs"/>
        </a:defRPr>
      </a:lvl1pPr>
      <a:lvl2pPr marL="742950" indent="-285750" algn="l" defTabSz="449263" rtl="0" eaLnBrk="0" fontAlgn="base" hangingPunct="0">
        <a:lnSpc>
          <a:spcPct val="97000"/>
        </a:lnSpc>
        <a:spcBef>
          <a:spcPct val="0"/>
        </a:spcBef>
        <a:spcAft>
          <a:spcPts val="1138"/>
        </a:spcAft>
        <a:buClr>
          <a:srgbClr val="000000"/>
        </a:buClr>
        <a:buSzPct val="100000"/>
        <a:buFont typeface="Times New Roman" panose="02020603050405020304" pitchFamily="18" charset="0"/>
        <a:defRPr>
          <a:solidFill>
            <a:srgbClr val="000000"/>
          </a:solidFill>
          <a:latin typeface="+mn-lt"/>
          <a:ea typeface="+mn-ea"/>
          <a:cs typeface="+mn-cs"/>
        </a:defRPr>
      </a:lvl2pPr>
      <a:lvl3pPr marL="1143000" indent="-228600" algn="l" defTabSz="449263" rtl="0" eaLnBrk="0" fontAlgn="base" hangingPunct="0">
        <a:lnSpc>
          <a:spcPct val="97000"/>
        </a:lnSpc>
        <a:spcBef>
          <a:spcPct val="0"/>
        </a:spcBef>
        <a:spcAft>
          <a:spcPts val="850"/>
        </a:spcAft>
        <a:buClr>
          <a:srgbClr val="000000"/>
        </a:buClr>
        <a:buSzPct val="100000"/>
        <a:buFont typeface="Times New Roman" panose="02020603050405020304" pitchFamily="18" charset="0"/>
        <a:defRPr>
          <a:solidFill>
            <a:srgbClr val="000000"/>
          </a:solidFill>
          <a:latin typeface="+mn-lt"/>
          <a:ea typeface="+mn-ea"/>
          <a:cs typeface="+mn-cs"/>
        </a:defRPr>
      </a:lvl3pPr>
      <a:lvl4pPr marL="1600200" indent="-228600" algn="l" defTabSz="449263" rtl="0" eaLnBrk="0" fontAlgn="base" hangingPunct="0">
        <a:lnSpc>
          <a:spcPct val="97000"/>
        </a:lnSpc>
        <a:spcBef>
          <a:spcPct val="0"/>
        </a:spcBef>
        <a:spcAft>
          <a:spcPts val="575"/>
        </a:spcAft>
        <a:buClr>
          <a:srgbClr val="000000"/>
        </a:buClr>
        <a:buSzPct val="100000"/>
        <a:buFont typeface="Times New Roman" panose="02020603050405020304" pitchFamily="18" charset="0"/>
        <a:defRPr>
          <a:solidFill>
            <a:srgbClr val="000000"/>
          </a:solidFill>
          <a:latin typeface="+mn-lt"/>
          <a:ea typeface="+mn-ea"/>
          <a:cs typeface="+mn-cs"/>
        </a:defRPr>
      </a:lvl4pPr>
      <a:lvl5pPr marL="2057400" indent="-228600" algn="l" defTabSz="449263" rtl="0"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mn-lt"/>
          <a:ea typeface="+mn-ea"/>
          <a:cs typeface="+mn-cs"/>
        </a:defRPr>
      </a:lvl5pPr>
      <a:lvl6pPr marL="2514600" indent="-228600" algn="l" defTabSz="449263" rtl="0" fontAlgn="base" hangingPunct="0">
        <a:lnSpc>
          <a:spcPct val="9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6pPr>
      <a:lvl7pPr marL="2971800" indent="-228600" algn="l" defTabSz="449263" rtl="0" fontAlgn="base" hangingPunct="0">
        <a:lnSpc>
          <a:spcPct val="9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7pPr>
      <a:lvl8pPr marL="3429000" indent="-228600" algn="l" defTabSz="449263" rtl="0" fontAlgn="base" hangingPunct="0">
        <a:lnSpc>
          <a:spcPct val="9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8pPr>
      <a:lvl9pPr marL="3886200" indent="-228600" algn="l" defTabSz="449263" rtl="0" fontAlgn="base" hangingPunct="0">
        <a:lnSpc>
          <a:spcPct val="9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5.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0.xml"/><Relationship Id="rId1" Type="http://schemas.openxmlformats.org/officeDocument/2006/relationships/tags" Target="../tags/tag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30.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5.xml"/><Relationship Id="rId1" Type="http://schemas.openxmlformats.org/officeDocument/2006/relationships/tags" Target="../tags/tag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0.xml"/></Relationships>
</file>

<file path=ppt/slides/_rels/slide34.xml.rels><?xml version="1.0" encoding="UTF-8" standalone="yes"?>
<Relationships xmlns="http://schemas.openxmlformats.org/package/2006/relationships"><Relationship Id="rId2" Type="http://schemas.openxmlformats.org/officeDocument/2006/relationships/hyperlink" Target="https://www.csee.umbc.edu/portal/help/VHDL/design.html" TargetMode="Externa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21C3D5B7-0D2A-1948-9979-1793EA6D2DD8}"/>
              </a:ext>
            </a:extLst>
          </p:cNvPr>
          <p:cNvSpPr txBox="1">
            <a:spLocks/>
          </p:cNvSpPr>
          <p:nvPr/>
        </p:nvSpPr>
        <p:spPr bwMode="auto">
          <a:xfrm>
            <a:off x="1371600" y="3276701"/>
            <a:ext cx="6400800" cy="24367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342900" indent="-342900" algn="l" rtl="0" eaLnBrk="0" fontAlgn="base" hangingPunct="0">
              <a:spcBef>
                <a:spcPct val="0"/>
              </a:spcBef>
              <a:spcAft>
                <a:spcPct val="40000"/>
              </a:spcAft>
              <a:buClr>
                <a:schemeClr val="tx2"/>
              </a:buClr>
              <a:buFont typeface="Wingdings" pitchFamily="1" charset="2"/>
              <a:defRPr>
                <a:solidFill>
                  <a:schemeClr val="tx1"/>
                </a:solidFill>
                <a:latin typeface="+mn-lt"/>
                <a:ea typeface="+mn-ea"/>
                <a:cs typeface="+mn-cs"/>
              </a:defRPr>
            </a:lvl1pPr>
            <a:lvl2pPr marL="268288" indent="-266700" algn="l" rtl="0" eaLnBrk="0" fontAlgn="base" hangingPunct="0">
              <a:spcBef>
                <a:spcPct val="0"/>
              </a:spcBef>
              <a:spcAft>
                <a:spcPct val="40000"/>
              </a:spcAft>
              <a:buClr>
                <a:srgbClr val="FF0000"/>
              </a:buClr>
              <a:buFont typeface="Wingdings" pitchFamily="1" charset="2"/>
              <a:buChar char="n"/>
              <a:defRPr>
                <a:solidFill>
                  <a:schemeClr val="tx1"/>
                </a:solidFill>
                <a:latin typeface="+mn-lt"/>
              </a:defRPr>
            </a:lvl2pPr>
            <a:lvl3pPr marL="531813" indent="-26193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3pPr>
            <a:lvl4pPr marL="800100" indent="-266700"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4pPr>
            <a:lvl5pPr marL="1079500" indent="-277813"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5pPr>
            <a:lvl6pPr marL="1536700" indent="-277813" algn="l" rtl="0" fontAlgn="base">
              <a:spcBef>
                <a:spcPct val="0"/>
              </a:spcBef>
              <a:spcAft>
                <a:spcPct val="40000"/>
              </a:spcAft>
              <a:buClr>
                <a:schemeClr val="bg2"/>
              </a:buClr>
              <a:buFont typeface="Wingdings" pitchFamily="1" charset="2"/>
              <a:buChar char="n"/>
              <a:defRPr>
                <a:solidFill>
                  <a:schemeClr val="tx1"/>
                </a:solidFill>
                <a:latin typeface="+mn-lt"/>
              </a:defRPr>
            </a:lvl6pPr>
            <a:lvl7pPr marL="1993900" indent="-277813" algn="l" rtl="0" fontAlgn="base">
              <a:spcBef>
                <a:spcPct val="0"/>
              </a:spcBef>
              <a:spcAft>
                <a:spcPct val="40000"/>
              </a:spcAft>
              <a:buClr>
                <a:schemeClr val="bg2"/>
              </a:buClr>
              <a:buFont typeface="Wingdings" pitchFamily="1" charset="2"/>
              <a:buChar char="n"/>
              <a:defRPr>
                <a:solidFill>
                  <a:schemeClr val="tx1"/>
                </a:solidFill>
                <a:latin typeface="+mn-lt"/>
              </a:defRPr>
            </a:lvl7pPr>
            <a:lvl8pPr marL="2451100" indent="-277813" algn="l" rtl="0" fontAlgn="base">
              <a:spcBef>
                <a:spcPct val="0"/>
              </a:spcBef>
              <a:spcAft>
                <a:spcPct val="40000"/>
              </a:spcAft>
              <a:buClr>
                <a:schemeClr val="bg2"/>
              </a:buClr>
              <a:buFont typeface="Wingdings" pitchFamily="1" charset="2"/>
              <a:buChar char="n"/>
              <a:defRPr>
                <a:solidFill>
                  <a:schemeClr val="tx1"/>
                </a:solidFill>
                <a:latin typeface="+mn-lt"/>
              </a:defRPr>
            </a:lvl8pPr>
            <a:lvl9pPr marL="2908300" indent="-277813" algn="l" rtl="0" fontAlgn="base">
              <a:spcBef>
                <a:spcPct val="0"/>
              </a:spcBef>
              <a:spcAft>
                <a:spcPct val="40000"/>
              </a:spcAft>
              <a:buClr>
                <a:schemeClr val="bg2"/>
              </a:buClr>
              <a:buFont typeface="Wingdings" pitchFamily="1" charset="2"/>
              <a:buChar char="n"/>
              <a:defRPr>
                <a:solidFill>
                  <a:schemeClr val="tx1"/>
                </a:solidFill>
                <a:latin typeface="+mn-lt"/>
              </a:defRPr>
            </a:lvl9pPr>
          </a:lstStyle>
          <a:p>
            <a:pPr algn="ctr"/>
            <a:endParaRPr lang="en-US" sz="2400" kern="0" dirty="0">
              <a:solidFill>
                <a:schemeClr val="bg1">
                  <a:lumMod val="50000"/>
                </a:schemeClr>
              </a:solidFill>
            </a:endParaRPr>
          </a:p>
        </p:txBody>
      </p:sp>
      <p:sp>
        <p:nvSpPr>
          <p:cNvPr id="8" name="Rectangle 6">
            <a:extLst>
              <a:ext uri="{FF2B5EF4-FFF2-40B4-BE49-F238E27FC236}">
                <a16:creationId xmlns:a16="http://schemas.microsoft.com/office/drawing/2014/main" id="{5A0E5990-5611-3D45-8D6F-934488414307}"/>
              </a:ext>
            </a:extLst>
          </p:cNvPr>
          <p:cNvSpPr txBox="1">
            <a:spLocks noChangeArrowheads="1"/>
          </p:cNvSpPr>
          <p:nvPr/>
        </p:nvSpPr>
        <p:spPr bwMode="auto">
          <a:xfrm>
            <a:off x="460375" y="535319"/>
            <a:ext cx="8223250" cy="1066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3200" b="1">
                <a:solidFill>
                  <a:schemeClr val="tx1"/>
                </a:solidFill>
                <a:latin typeface="+mj-lt"/>
                <a:ea typeface="+mj-ea"/>
                <a:cs typeface="+mj-cs"/>
              </a:defRPr>
            </a:lvl1pPr>
            <a:lvl2pPr algn="l" rtl="0" eaLnBrk="0" fontAlgn="base" hangingPunct="0">
              <a:spcBef>
                <a:spcPct val="0"/>
              </a:spcBef>
              <a:spcAft>
                <a:spcPct val="0"/>
              </a:spcAft>
              <a:defRPr sz="2400" b="1">
                <a:solidFill>
                  <a:schemeClr val="tx1"/>
                </a:solidFill>
                <a:latin typeface="Frutiger LT Com 45 Light" pitchFamily="1" charset="0"/>
              </a:defRPr>
            </a:lvl2pPr>
            <a:lvl3pPr algn="l" rtl="0" eaLnBrk="0" fontAlgn="base" hangingPunct="0">
              <a:spcBef>
                <a:spcPct val="0"/>
              </a:spcBef>
              <a:spcAft>
                <a:spcPct val="0"/>
              </a:spcAft>
              <a:defRPr sz="2400" b="1">
                <a:solidFill>
                  <a:schemeClr val="tx1"/>
                </a:solidFill>
                <a:latin typeface="Frutiger LT Com 45 Light" pitchFamily="1" charset="0"/>
              </a:defRPr>
            </a:lvl3pPr>
            <a:lvl4pPr algn="l" rtl="0" eaLnBrk="0" fontAlgn="base" hangingPunct="0">
              <a:spcBef>
                <a:spcPct val="0"/>
              </a:spcBef>
              <a:spcAft>
                <a:spcPct val="0"/>
              </a:spcAft>
              <a:defRPr sz="2400" b="1">
                <a:solidFill>
                  <a:schemeClr val="tx1"/>
                </a:solidFill>
                <a:latin typeface="Frutiger LT Com 45 Light" pitchFamily="1" charset="0"/>
              </a:defRPr>
            </a:lvl4pPr>
            <a:lvl5pPr algn="l" rtl="0" eaLnBrk="0" fontAlgn="base" hangingPunct="0">
              <a:spcBef>
                <a:spcPct val="0"/>
              </a:spcBef>
              <a:spcAft>
                <a:spcPct val="0"/>
              </a:spcAft>
              <a:defRPr sz="2400" b="1">
                <a:solidFill>
                  <a:schemeClr val="tx1"/>
                </a:solidFill>
                <a:latin typeface="Frutiger LT Com 45 Light" pitchFamily="1" charset="0"/>
              </a:defRPr>
            </a:lvl5pPr>
            <a:lvl6pPr marL="457200" algn="l" rtl="0" fontAlgn="base">
              <a:spcBef>
                <a:spcPct val="0"/>
              </a:spcBef>
              <a:spcAft>
                <a:spcPct val="0"/>
              </a:spcAft>
              <a:defRPr sz="2400" b="1">
                <a:solidFill>
                  <a:schemeClr val="tx1"/>
                </a:solidFill>
                <a:latin typeface="Frutiger LT Com 45 Light" pitchFamily="1" charset="0"/>
              </a:defRPr>
            </a:lvl6pPr>
            <a:lvl7pPr marL="914400" algn="l" rtl="0" fontAlgn="base">
              <a:spcBef>
                <a:spcPct val="0"/>
              </a:spcBef>
              <a:spcAft>
                <a:spcPct val="0"/>
              </a:spcAft>
              <a:defRPr sz="2400" b="1">
                <a:solidFill>
                  <a:schemeClr val="tx1"/>
                </a:solidFill>
                <a:latin typeface="Frutiger LT Com 45 Light" pitchFamily="1" charset="0"/>
              </a:defRPr>
            </a:lvl7pPr>
            <a:lvl8pPr marL="1371600" algn="l" rtl="0" fontAlgn="base">
              <a:spcBef>
                <a:spcPct val="0"/>
              </a:spcBef>
              <a:spcAft>
                <a:spcPct val="0"/>
              </a:spcAft>
              <a:defRPr sz="2400" b="1">
                <a:solidFill>
                  <a:schemeClr val="tx1"/>
                </a:solidFill>
                <a:latin typeface="Frutiger LT Com 45 Light" pitchFamily="1" charset="0"/>
              </a:defRPr>
            </a:lvl8pPr>
            <a:lvl9pPr marL="1828800" algn="l" rtl="0" fontAlgn="base">
              <a:spcBef>
                <a:spcPct val="0"/>
              </a:spcBef>
              <a:spcAft>
                <a:spcPct val="0"/>
              </a:spcAft>
              <a:defRPr sz="2400" b="1">
                <a:solidFill>
                  <a:schemeClr val="tx1"/>
                </a:solidFill>
                <a:latin typeface="Frutiger LT Com 45 Light" pitchFamily="1" charset="0"/>
              </a:defRPr>
            </a:lvl9pPr>
          </a:lstStyle>
          <a:p>
            <a:pPr algn="ctr" eaLnBrk="1" hangingPunct="1"/>
            <a:r>
              <a:rPr lang="de-DE" kern="0" dirty="0"/>
              <a:t>CNENGR 228</a:t>
            </a:r>
            <a:br>
              <a:rPr lang="de-DE" kern="0" dirty="0"/>
            </a:br>
            <a:r>
              <a:rPr lang="de-DE" kern="0" dirty="0"/>
              <a:t>Digital Electronics</a:t>
            </a:r>
          </a:p>
        </p:txBody>
      </p:sp>
      <p:sp>
        <p:nvSpPr>
          <p:cNvPr id="9" name="Rectangle 3">
            <a:extLst>
              <a:ext uri="{FF2B5EF4-FFF2-40B4-BE49-F238E27FC236}">
                <a16:creationId xmlns:a16="http://schemas.microsoft.com/office/drawing/2014/main" id="{28E5B90A-DD90-C84E-A104-673688098584}"/>
              </a:ext>
            </a:extLst>
          </p:cNvPr>
          <p:cNvSpPr txBox="1">
            <a:spLocks noChangeArrowheads="1"/>
          </p:cNvSpPr>
          <p:nvPr/>
        </p:nvSpPr>
        <p:spPr>
          <a:xfrm>
            <a:off x="460375" y="1601412"/>
            <a:ext cx="8223250" cy="913794"/>
          </a:xfrm>
          <a:prstGeom prst="rect">
            <a:avLst/>
          </a:prstGeom>
        </p:spPr>
        <p:txBody>
          <a:bodyPr/>
          <a:lstStyle>
            <a:lvl1pPr marL="342900" indent="-342900" algn="l" defTabSz="449263" rtl="0" eaLnBrk="0" fontAlgn="base" hangingPunct="0">
              <a:lnSpc>
                <a:spcPct val="97000"/>
              </a:lnSpc>
              <a:spcBef>
                <a:spcPct val="0"/>
              </a:spcBef>
              <a:spcAft>
                <a:spcPts val="1425"/>
              </a:spcAft>
              <a:buClr>
                <a:srgbClr val="000000"/>
              </a:buClr>
              <a:buSzPct val="100000"/>
              <a:buFont typeface="Times New Roman" panose="02020603050405020304" pitchFamily="18" charset="0"/>
              <a:defRPr>
                <a:solidFill>
                  <a:srgbClr val="000000"/>
                </a:solidFill>
                <a:latin typeface="+mn-lt"/>
                <a:ea typeface="+mn-ea"/>
                <a:cs typeface="+mn-cs"/>
              </a:defRPr>
            </a:lvl1pPr>
            <a:lvl2pPr marL="742950" indent="-285750" algn="l" defTabSz="449263" rtl="0" eaLnBrk="0" fontAlgn="base" hangingPunct="0">
              <a:lnSpc>
                <a:spcPct val="97000"/>
              </a:lnSpc>
              <a:spcBef>
                <a:spcPct val="0"/>
              </a:spcBef>
              <a:spcAft>
                <a:spcPts val="1138"/>
              </a:spcAft>
              <a:buClr>
                <a:srgbClr val="000000"/>
              </a:buClr>
              <a:buSzPct val="100000"/>
              <a:buFont typeface="Times New Roman" panose="02020603050405020304" pitchFamily="18" charset="0"/>
              <a:defRPr>
                <a:solidFill>
                  <a:srgbClr val="000000"/>
                </a:solidFill>
                <a:latin typeface="+mn-lt"/>
                <a:ea typeface="+mn-ea"/>
                <a:cs typeface="+mn-cs"/>
              </a:defRPr>
            </a:lvl2pPr>
            <a:lvl3pPr marL="1143000" indent="-228600" algn="l" defTabSz="449263" rtl="0" eaLnBrk="0" fontAlgn="base" hangingPunct="0">
              <a:lnSpc>
                <a:spcPct val="97000"/>
              </a:lnSpc>
              <a:spcBef>
                <a:spcPct val="0"/>
              </a:spcBef>
              <a:spcAft>
                <a:spcPts val="850"/>
              </a:spcAft>
              <a:buClr>
                <a:srgbClr val="000000"/>
              </a:buClr>
              <a:buSzPct val="100000"/>
              <a:buFont typeface="Times New Roman" panose="02020603050405020304" pitchFamily="18" charset="0"/>
              <a:defRPr>
                <a:solidFill>
                  <a:srgbClr val="000000"/>
                </a:solidFill>
                <a:latin typeface="+mn-lt"/>
                <a:ea typeface="+mn-ea"/>
                <a:cs typeface="+mn-cs"/>
              </a:defRPr>
            </a:lvl3pPr>
            <a:lvl4pPr marL="1600200" indent="-228600" algn="l" defTabSz="449263" rtl="0" eaLnBrk="0" fontAlgn="base" hangingPunct="0">
              <a:lnSpc>
                <a:spcPct val="97000"/>
              </a:lnSpc>
              <a:spcBef>
                <a:spcPct val="0"/>
              </a:spcBef>
              <a:spcAft>
                <a:spcPts val="575"/>
              </a:spcAft>
              <a:buClr>
                <a:srgbClr val="000000"/>
              </a:buClr>
              <a:buSzPct val="100000"/>
              <a:buFont typeface="Times New Roman" panose="02020603050405020304" pitchFamily="18" charset="0"/>
              <a:defRPr>
                <a:solidFill>
                  <a:srgbClr val="000000"/>
                </a:solidFill>
                <a:latin typeface="+mn-lt"/>
                <a:ea typeface="+mn-ea"/>
                <a:cs typeface="+mn-cs"/>
              </a:defRPr>
            </a:lvl4pPr>
            <a:lvl5pPr marL="2057400" indent="-228600" algn="l" defTabSz="449263" rtl="0"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mn-lt"/>
                <a:ea typeface="+mn-ea"/>
                <a:cs typeface="+mn-cs"/>
              </a:defRPr>
            </a:lvl5pPr>
            <a:lvl6pPr marL="2514600" indent="-228600" algn="l" defTabSz="449263" rtl="0" fontAlgn="base" hangingPunct="0">
              <a:lnSpc>
                <a:spcPct val="9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6pPr>
            <a:lvl7pPr marL="2971800" indent="-228600" algn="l" defTabSz="449263" rtl="0" fontAlgn="base" hangingPunct="0">
              <a:lnSpc>
                <a:spcPct val="9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7pPr>
            <a:lvl8pPr marL="3429000" indent="-228600" algn="l" defTabSz="449263" rtl="0" fontAlgn="base" hangingPunct="0">
              <a:lnSpc>
                <a:spcPct val="9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8pPr>
            <a:lvl9pPr marL="3886200" indent="-228600" algn="l" defTabSz="449263" rtl="0" fontAlgn="base" hangingPunct="0">
              <a:lnSpc>
                <a:spcPct val="9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9pPr>
          </a:lstStyle>
          <a:p>
            <a:pPr algn="ctr">
              <a:spcAft>
                <a:spcPts val="0"/>
              </a:spcAft>
            </a:pPr>
            <a:r>
              <a:rPr lang="en-GB" sz="2400" b="1" kern="0" dirty="0"/>
              <a:t>Lecture</a:t>
            </a:r>
            <a:r>
              <a:rPr lang="de-DE" sz="2400" b="1" kern="0" dirty="0"/>
              <a:t> 4 </a:t>
            </a:r>
            <a:r>
              <a:rPr lang="en-GB" sz="2400" b="1" kern="1200" dirty="0">
                <a:latin typeface="Frutiger LT Com 55 Roman" pitchFamily="1" charset="0"/>
              </a:rPr>
              <a:t>– VHDL Fundamentals 1</a:t>
            </a:r>
            <a:endParaRPr lang="en-GB" sz="2200" b="1" kern="0" dirty="0"/>
          </a:p>
          <a:p>
            <a:endParaRPr lang="en-GB" sz="2400" b="1" kern="1200" dirty="0">
              <a:latin typeface="Frutiger LT Com 55 Roman" pitchFamily="1" charset="0"/>
            </a:endParaRPr>
          </a:p>
          <a:p>
            <a:endParaRPr lang="en-GB" sz="2400" b="1" kern="1200" dirty="0">
              <a:latin typeface="Frutiger LT Com 55 Roman" pitchFamily="1" charset="0"/>
            </a:endParaRPr>
          </a:p>
        </p:txBody>
      </p:sp>
      <p:sp>
        <p:nvSpPr>
          <p:cNvPr id="11" name="Subtitle 2">
            <a:extLst>
              <a:ext uri="{FF2B5EF4-FFF2-40B4-BE49-F238E27FC236}">
                <a16:creationId xmlns:a16="http://schemas.microsoft.com/office/drawing/2014/main" id="{E1E987C4-F106-4462-880D-452B1769B813}"/>
              </a:ext>
            </a:extLst>
          </p:cNvPr>
          <p:cNvSpPr txBox="1">
            <a:spLocks/>
          </p:cNvSpPr>
          <p:nvPr/>
        </p:nvSpPr>
        <p:spPr bwMode="auto">
          <a:xfrm>
            <a:off x="1371600" y="2819804"/>
            <a:ext cx="6400800" cy="2436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342900" indent="-342900" algn="l" rtl="0" eaLnBrk="0" fontAlgn="base" hangingPunct="0">
              <a:spcBef>
                <a:spcPct val="0"/>
              </a:spcBef>
              <a:spcAft>
                <a:spcPct val="40000"/>
              </a:spcAft>
              <a:buClr>
                <a:schemeClr val="tx2"/>
              </a:buClr>
              <a:buFont typeface="Wingdings" pitchFamily="1" charset="2"/>
              <a:defRPr>
                <a:solidFill>
                  <a:schemeClr val="tx1"/>
                </a:solidFill>
                <a:latin typeface="+mn-lt"/>
                <a:ea typeface="+mn-ea"/>
                <a:cs typeface="+mn-cs"/>
              </a:defRPr>
            </a:lvl1pPr>
            <a:lvl2pPr marL="268288" indent="-266700" algn="l" rtl="0" eaLnBrk="0" fontAlgn="base" hangingPunct="0">
              <a:spcBef>
                <a:spcPct val="0"/>
              </a:spcBef>
              <a:spcAft>
                <a:spcPct val="40000"/>
              </a:spcAft>
              <a:buClr>
                <a:srgbClr val="FF0000"/>
              </a:buClr>
              <a:buFont typeface="Wingdings" pitchFamily="1" charset="2"/>
              <a:buChar char="n"/>
              <a:defRPr>
                <a:solidFill>
                  <a:schemeClr val="tx1"/>
                </a:solidFill>
                <a:latin typeface="+mn-lt"/>
              </a:defRPr>
            </a:lvl2pPr>
            <a:lvl3pPr marL="531813" indent="-26193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3pPr>
            <a:lvl4pPr marL="800100" indent="-266700"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4pPr>
            <a:lvl5pPr marL="1079500" indent="-277813"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5pPr>
            <a:lvl6pPr marL="1536700" indent="-277813" algn="l" rtl="0" fontAlgn="base">
              <a:spcBef>
                <a:spcPct val="0"/>
              </a:spcBef>
              <a:spcAft>
                <a:spcPct val="40000"/>
              </a:spcAft>
              <a:buClr>
                <a:schemeClr val="bg2"/>
              </a:buClr>
              <a:buFont typeface="Wingdings" pitchFamily="1" charset="2"/>
              <a:buChar char="n"/>
              <a:defRPr>
                <a:solidFill>
                  <a:schemeClr val="tx1"/>
                </a:solidFill>
                <a:latin typeface="+mn-lt"/>
              </a:defRPr>
            </a:lvl6pPr>
            <a:lvl7pPr marL="1993900" indent="-277813" algn="l" rtl="0" fontAlgn="base">
              <a:spcBef>
                <a:spcPct val="0"/>
              </a:spcBef>
              <a:spcAft>
                <a:spcPct val="40000"/>
              </a:spcAft>
              <a:buClr>
                <a:schemeClr val="bg2"/>
              </a:buClr>
              <a:buFont typeface="Wingdings" pitchFamily="1" charset="2"/>
              <a:buChar char="n"/>
              <a:defRPr>
                <a:solidFill>
                  <a:schemeClr val="tx1"/>
                </a:solidFill>
                <a:latin typeface="+mn-lt"/>
              </a:defRPr>
            </a:lvl7pPr>
            <a:lvl8pPr marL="2451100" indent="-277813" algn="l" rtl="0" fontAlgn="base">
              <a:spcBef>
                <a:spcPct val="0"/>
              </a:spcBef>
              <a:spcAft>
                <a:spcPct val="40000"/>
              </a:spcAft>
              <a:buClr>
                <a:schemeClr val="bg2"/>
              </a:buClr>
              <a:buFont typeface="Wingdings" pitchFamily="1" charset="2"/>
              <a:buChar char="n"/>
              <a:defRPr>
                <a:solidFill>
                  <a:schemeClr val="tx1"/>
                </a:solidFill>
                <a:latin typeface="+mn-lt"/>
              </a:defRPr>
            </a:lvl8pPr>
            <a:lvl9pPr marL="2908300" indent="-277813" algn="l" rtl="0" fontAlgn="base">
              <a:spcBef>
                <a:spcPct val="0"/>
              </a:spcBef>
              <a:spcAft>
                <a:spcPct val="40000"/>
              </a:spcAft>
              <a:buClr>
                <a:schemeClr val="bg2"/>
              </a:buClr>
              <a:buFont typeface="Wingdings" pitchFamily="1" charset="2"/>
              <a:buChar char="n"/>
              <a:defRPr>
                <a:solidFill>
                  <a:schemeClr val="tx1"/>
                </a:solidFill>
                <a:latin typeface="+mn-lt"/>
              </a:defRPr>
            </a:lvl9pPr>
          </a:lstStyle>
          <a:p>
            <a:pPr algn="ctr"/>
            <a:r>
              <a:rPr lang="en-US" sz="2400" b="1" kern="0" dirty="0">
                <a:solidFill>
                  <a:schemeClr val="bg1">
                    <a:lumMod val="50000"/>
                  </a:schemeClr>
                </a:solidFill>
              </a:rPr>
              <a:t>Dr </a:t>
            </a:r>
            <a:r>
              <a:rPr lang="en-US" sz="2400" b="1" kern="0" dirty="0" err="1">
                <a:solidFill>
                  <a:schemeClr val="bg1">
                    <a:lumMod val="50000"/>
                  </a:schemeClr>
                </a:solidFill>
              </a:rPr>
              <a:t>Zhongming</a:t>
            </a:r>
            <a:r>
              <a:rPr lang="en-US" sz="2400" b="1" kern="0" dirty="0">
                <a:solidFill>
                  <a:schemeClr val="bg1">
                    <a:lumMod val="50000"/>
                  </a:schemeClr>
                </a:solidFill>
              </a:rPr>
              <a:t> Zhang</a:t>
            </a:r>
          </a:p>
          <a:p>
            <a:pPr algn="ctr"/>
            <a:r>
              <a:rPr lang="en-US" sz="2400" b="1" kern="0" dirty="0" err="1">
                <a:solidFill>
                  <a:schemeClr val="bg1">
                    <a:lumMod val="50000"/>
                  </a:schemeClr>
                </a:solidFill>
              </a:rPr>
              <a:t>Zhongming.zhang@Lancaster.ac.uk</a:t>
            </a:r>
            <a:endParaRPr lang="en-US" sz="2400" b="1" kern="0" dirty="0">
              <a:solidFill>
                <a:schemeClr val="bg1">
                  <a:lumMod val="50000"/>
                </a:schemeClr>
              </a:solidFill>
            </a:endParaRPr>
          </a:p>
          <a:p>
            <a:pPr algn="ctr"/>
            <a:endParaRPr lang="en-US" sz="2400" kern="0" dirty="0">
              <a:solidFill>
                <a:schemeClr val="bg1">
                  <a:lumMod val="50000"/>
                </a:schemeClr>
              </a:solidFill>
            </a:endParaRPr>
          </a:p>
          <a:p>
            <a:pPr algn="ctr"/>
            <a:r>
              <a:rPr lang="en-US" sz="2400" kern="0" dirty="0">
                <a:solidFill>
                  <a:schemeClr val="bg1">
                    <a:lumMod val="50000"/>
                  </a:schemeClr>
                </a:solidFill>
              </a:rPr>
              <a:t>School of Engineering</a:t>
            </a:r>
          </a:p>
          <a:p>
            <a:pPr algn="ctr"/>
            <a:r>
              <a:rPr lang="en-US" sz="2400" kern="0" dirty="0">
                <a:solidFill>
                  <a:schemeClr val="bg1">
                    <a:lumMod val="50000"/>
                  </a:schemeClr>
                </a:solidFill>
              </a:rPr>
              <a:t>Lancaster University</a:t>
            </a:r>
          </a:p>
        </p:txBody>
      </p:sp>
    </p:spTree>
  </p:cSld>
  <p:clrMapOvr>
    <a:masterClrMapping/>
  </p:clrMapOvr>
  <p:transition spd="med" advTm="29216"/>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FBFA1141-98E7-8948-A841-4251DA1343D9}"/>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Course Outline</a:t>
            </a:r>
          </a:p>
        </p:txBody>
      </p:sp>
      <p:sp>
        <p:nvSpPr>
          <p:cNvPr id="5123" name="TextBox 2">
            <a:extLst>
              <a:ext uri="{FF2B5EF4-FFF2-40B4-BE49-F238E27FC236}">
                <a16:creationId xmlns:a16="http://schemas.microsoft.com/office/drawing/2014/main" id="{DEB70C99-479F-1445-8810-C8E166081BA9}"/>
              </a:ext>
            </a:extLst>
          </p:cNvPr>
          <p:cNvSpPr txBox="1">
            <a:spLocks noChangeArrowheads="1"/>
          </p:cNvSpPr>
          <p:nvPr/>
        </p:nvSpPr>
        <p:spPr bwMode="auto">
          <a:xfrm>
            <a:off x="3328988" y="1758950"/>
            <a:ext cx="2486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1pPr>
            <a:lvl2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9pPr>
          </a:lstStyle>
          <a:p>
            <a:pPr marL="0" lvl="1" indent="0" eaLnBrk="1">
              <a:spcAft>
                <a:spcPts val="725"/>
              </a:spcAft>
              <a:buClr>
                <a:srgbClr val="00B050"/>
              </a:buClr>
              <a:buSzPct val="100000"/>
            </a:pPr>
            <a:r>
              <a:rPr lang="de-DE" altLang="en-US" b="1">
                <a:solidFill>
                  <a:srgbClr val="0000FF"/>
                </a:solidFill>
                <a:latin typeface="TTE1F17478t00" charset="0"/>
              </a:rPr>
              <a:t>VHDL Design Units</a:t>
            </a:r>
          </a:p>
        </p:txBody>
      </p:sp>
      <p:cxnSp>
        <p:nvCxnSpPr>
          <p:cNvPr id="5124" name="Straight Arrow Connector 13">
            <a:extLst>
              <a:ext uri="{FF2B5EF4-FFF2-40B4-BE49-F238E27FC236}">
                <a16:creationId xmlns:a16="http://schemas.microsoft.com/office/drawing/2014/main" id="{58B343F0-07DD-0348-8CDA-55B57D83270E}"/>
              </a:ext>
            </a:extLst>
          </p:cNvPr>
          <p:cNvCxnSpPr>
            <a:cxnSpLocks noChangeShapeType="1"/>
          </p:cNvCxnSpPr>
          <p:nvPr/>
        </p:nvCxnSpPr>
        <p:spPr bwMode="auto">
          <a:xfrm>
            <a:off x="5246688" y="2178050"/>
            <a:ext cx="1154112" cy="804863"/>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25" name="TextBox 22">
            <a:extLst>
              <a:ext uri="{FF2B5EF4-FFF2-40B4-BE49-F238E27FC236}">
                <a16:creationId xmlns:a16="http://schemas.microsoft.com/office/drawing/2014/main" id="{34BF2150-3F50-324F-ADBD-6D0599EEDD64}"/>
              </a:ext>
            </a:extLst>
          </p:cNvPr>
          <p:cNvSpPr txBox="1">
            <a:spLocks noChangeArrowheads="1"/>
          </p:cNvSpPr>
          <p:nvPr/>
        </p:nvSpPr>
        <p:spPr bwMode="auto">
          <a:xfrm>
            <a:off x="6096000" y="2982913"/>
            <a:ext cx="1095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1pPr>
            <a:lvl2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9pPr>
          </a:lstStyle>
          <a:p>
            <a:pPr marL="0" lvl="1" indent="0" eaLnBrk="1">
              <a:spcAft>
                <a:spcPts val="725"/>
              </a:spcAft>
              <a:buClr>
                <a:srgbClr val="00B050"/>
              </a:buClr>
              <a:buSzPct val="100000"/>
            </a:pPr>
            <a:r>
              <a:rPr lang="de-DE" altLang="en-US" b="1">
                <a:solidFill>
                  <a:srgbClr val="FF0000"/>
                </a:solidFill>
                <a:latin typeface="TTE1F17478t00" charset="0"/>
              </a:rPr>
              <a:t>Entity</a:t>
            </a:r>
          </a:p>
        </p:txBody>
      </p:sp>
      <p:cxnSp>
        <p:nvCxnSpPr>
          <p:cNvPr id="5126" name="Straight Arrow Connector 13">
            <a:extLst>
              <a:ext uri="{FF2B5EF4-FFF2-40B4-BE49-F238E27FC236}">
                <a16:creationId xmlns:a16="http://schemas.microsoft.com/office/drawing/2014/main" id="{3C895B98-1D8F-D44D-83CA-E5835E74A9B3}"/>
              </a:ext>
            </a:extLst>
          </p:cNvPr>
          <p:cNvCxnSpPr>
            <a:cxnSpLocks noChangeShapeType="1"/>
          </p:cNvCxnSpPr>
          <p:nvPr/>
        </p:nvCxnSpPr>
        <p:spPr bwMode="auto">
          <a:xfrm>
            <a:off x="4419600" y="2205038"/>
            <a:ext cx="14288" cy="919162"/>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27" name="Straight Arrow Connector 13">
            <a:extLst>
              <a:ext uri="{FF2B5EF4-FFF2-40B4-BE49-F238E27FC236}">
                <a16:creationId xmlns:a16="http://schemas.microsoft.com/office/drawing/2014/main" id="{CF30AC99-2523-9B48-822F-D40674D8258A}"/>
              </a:ext>
            </a:extLst>
          </p:cNvPr>
          <p:cNvCxnSpPr>
            <a:cxnSpLocks noChangeShapeType="1"/>
          </p:cNvCxnSpPr>
          <p:nvPr/>
        </p:nvCxnSpPr>
        <p:spPr bwMode="auto">
          <a:xfrm flipH="1">
            <a:off x="2455863" y="2205038"/>
            <a:ext cx="931862" cy="806450"/>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28" name="TextBox 29">
            <a:extLst>
              <a:ext uri="{FF2B5EF4-FFF2-40B4-BE49-F238E27FC236}">
                <a16:creationId xmlns:a16="http://schemas.microsoft.com/office/drawing/2014/main" id="{EA4B3000-3F9A-A041-975F-AF0812B6547C}"/>
              </a:ext>
            </a:extLst>
          </p:cNvPr>
          <p:cNvSpPr txBox="1">
            <a:spLocks noChangeArrowheads="1"/>
          </p:cNvSpPr>
          <p:nvPr/>
        </p:nvSpPr>
        <p:spPr bwMode="auto">
          <a:xfrm>
            <a:off x="3733800" y="3135313"/>
            <a:ext cx="1600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1pPr>
            <a:lvl2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9pPr>
          </a:lstStyle>
          <a:p>
            <a:pPr marL="0" lvl="1" indent="0" eaLnBrk="1">
              <a:spcAft>
                <a:spcPts val="725"/>
              </a:spcAft>
              <a:buClr>
                <a:srgbClr val="00B050"/>
              </a:buClr>
              <a:buSzPct val="100000"/>
            </a:pPr>
            <a:r>
              <a:rPr lang="de-DE" altLang="en-US" b="1">
                <a:solidFill>
                  <a:srgbClr val="FF0000"/>
                </a:solidFill>
                <a:latin typeface="TTE1F17478t00" charset="0"/>
              </a:rPr>
              <a:t>Architecture</a:t>
            </a:r>
          </a:p>
        </p:txBody>
      </p:sp>
      <p:sp>
        <p:nvSpPr>
          <p:cNvPr id="5129" name="TextBox 30">
            <a:extLst>
              <a:ext uri="{FF2B5EF4-FFF2-40B4-BE49-F238E27FC236}">
                <a16:creationId xmlns:a16="http://schemas.microsoft.com/office/drawing/2014/main" id="{4B4A2591-5375-8746-8535-63EEC5CF4FE1}"/>
              </a:ext>
            </a:extLst>
          </p:cNvPr>
          <p:cNvSpPr txBox="1">
            <a:spLocks noChangeArrowheads="1"/>
          </p:cNvSpPr>
          <p:nvPr/>
        </p:nvSpPr>
        <p:spPr bwMode="auto">
          <a:xfrm>
            <a:off x="1676400" y="3048000"/>
            <a:ext cx="11509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1pPr>
            <a:lvl2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9pPr>
          </a:lstStyle>
          <a:p>
            <a:pPr marL="0" lvl="1" indent="0" eaLnBrk="1">
              <a:spcAft>
                <a:spcPts val="725"/>
              </a:spcAft>
              <a:buClr>
                <a:srgbClr val="00B050"/>
              </a:buClr>
              <a:buSzPct val="100000"/>
            </a:pPr>
            <a:r>
              <a:rPr lang="de-DE" altLang="en-US" b="1">
                <a:solidFill>
                  <a:srgbClr val="FF0000"/>
                </a:solidFill>
                <a:latin typeface="TTE1F17478t00" charset="0"/>
              </a:rPr>
              <a:t>Library</a:t>
            </a:r>
          </a:p>
        </p:txBody>
      </p:sp>
      <p:cxnSp>
        <p:nvCxnSpPr>
          <p:cNvPr id="5130" name="Straight Arrow Connector 13">
            <a:extLst>
              <a:ext uri="{FF2B5EF4-FFF2-40B4-BE49-F238E27FC236}">
                <a16:creationId xmlns:a16="http://schemas.microsoft.com/office/drawing/2014/main" id="{DEFFFFD4-744F-3348-99B8-8BA3ECFE4405}"/>
              </a:ext>
            </a:extLst>
          </p:cNvPr>
          <p:cNvCxnSpPr>
            <a:cxnSpLocks noChangeShapeType="1"/>
          </p:cNvCxnSpPr>
          <p:nvPr/>
        </p:nvCxnSpPr>
        <p:spPr bwMode="auto">
          <a:xfrm>
            <a:off x="4724400" y="3529013"/>
            <a:ext cx="1090613" cy="704850"/>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31" name="Straight Arrow Connector 13">
            <a:extLst>
              <a:ext uri="{FF2B5EF4-FFF2-40B4-BE49-F238E27FC236}">
                <a16:creationId xmlns:a16="http://schemas.microsoft.com/office/drawing/2014/main" id="{8FF2CD23-86E4-0A4B-A430-5CD4020D3F49}"/>
              </a:ext>
            </a:extLst>
          </p:cNvPr>
          <p:cNvCxnSpPr>
            <a:cxnSpLocks noChangeShapeType="1"/>
          </p:cNvCxnSpPr>
          <p:nvPr/>
        </p:nvCxnSpPr>
        <p:spPr bwMode="auto">
          <a:xfrm flipH="1">
            <a:off x="3200400" y="3536950"/>
            <a:ext cx="931863" cy="806450"/>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32" name="TextBox 34">
            <a:extLst>
              <a:ext uri="{FF2B5EF4-FFF2-40B4-BE49-F238E27FC236}">
                <a16:creationId xmlns:a16="http://schemas.microsoft.com/office/drawing/2014/main" id="{0C6D017A-BD1C-7B4A-9CE9-C3C1793D08F7}"/>
              </a:ext>
            </a:extLst>
          </p:cNvPr>
          <p:cNvSpPr txBox="1">
            <a:spLocks noChangeArrowheads="1"/>
          </p:cNvSpPr>
          <p:nvPr/>
        </p:nvSpPr>
        <p:spPr bwMode="auto">
          <a:xfrm>
            <a:off x="2286000" y="4354513"/>
            <a:ext cx="144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1pPr>
            <a:lvl2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9pPr>
          </a:lstStyle>
          <a:p>
            <a:pPr marL="0" lvl="1" indent="0" eaLnBrk="1">
              <a:spcAft>
                <a:spcPts val="725"/>
              </a:spcAft>
              <a:buClr>
                <a:srgbClr val="00B050"/>
              </a:buClr>
              <a:buSzPct val="100000"/>
            </a:pPr>
            <a:r>
              <a:rPr lang="de-DE" altLang="en-US" b="1">
                <a:latin typeface="TTE1F17478t00" charset="0"/>
              </a:rPr>
              <a:t>Structural</a:t>
            </a:r>
          </a:p>
        </p:txBody>
      </p:sp>
      <p:sp>
        <p:nvSpPr>
          <p:cNvPr id="5133" name="TextBox 35">
            <a:extLst>
              <a:ext uri="{FF2B5EF4-FFF2-40B4-BE49-F238E27FC236}">
                <a16:creationId xmlns:a16="http://schemas.microsoft.com/office/drawing/2014/main" id="{79B5F0BF-ECDA-B84C-B3BC-1C576DD08ECD}"/>
              </a:ext>
            </a:extLst>
          </p:cNvPr>
          <p:cNvSpPr txBox="1">
            <a:spLocks noChangeArrowheads="1"/>
          </p:cNvSpPr>
          <p:nvPr/>
        </p:nvSpPr>
        <p:spPr bwMode="auto">
          <a:xfrm>
            <a:off x="5105400" y="4354513"/>
            <a:ext cx="144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1pPr>
            <a:lvl2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9pPr>
          </a:lstStyle>
          <a:p>
            <a:pPr marL="0" lvl="1" indent="0" eaLnBrk="1">
              <a:spcAft>
                <a:spcPts val="725"/>
              </a:spcAft>
              <a:buClr>
                <a:srgbClr val="00B050"/>
              </a:buClr>
              <a:buSzPct val="100000"/>
            </a:pPr>
            <a:r>
              <a:rPr lang="de-DE" altLang="en-US" b="1">
                <a:latin typeface="TTE1F17478t00" charset="0"/>
              </a:rPr>
              <a:t>Behavioral</a:t>
            </a:r>
          </a:p>
        </p:txBody>
      </p:sp>
      <p:cxnSp>
        <p:nvCxnSpPr>
          <p:cNvPr id="5134" name="Straight Arrow Connector 13">
            <a:extLst>
              <a:ext uri="{FF2B5EF4-FFF2-40B4-BE49-F238E27FC236}">
                <a16:creationId xmlns:a16="http://schemas.microsoft.com/office/drawing/2014/main" id="{031489FF-E519-A64F-8202-F2D025195F34}"/>
              </a:ext>
            </a:extLst>
          </p:cNvPr>
          <p:cNvCxnSpPr>
            <a:cxnSpLocks noChangeShapeType="1"/>
          </p:cNvCxnSpPr>
          <p:nvPr/>
        </p:nvCxnSpPr>
        <p:spPr bwMode="auto">
          <a:xfrm>
            <a:off x="5995988" y="4781550"/>
            <a:ext cx="862012" cy="628650"/>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35" name="Rectangle 9">
            <a:extLst>
              <a:ext uri="{FF2B5EF4-FFF2-40B4-BE49-F238E27FC236}">
                <a16:creationId xmlns:a16="http://schemas.microsoft.com/office/drawing/2014/main" id="{CD6DEDE1-24BD-6946-9531-975D9DA159A6}"/>
              </a:ext>
            </a:extLst>
          </p:cNvPr>
          <p:cNvSpPr>
            <a:spLocks noChangeArrowheads="1"/>
          </p:cNvSpPr>
          <p:nvPr/>
        </p:nvSpPr>
        <p:spPr bwMode="auto">
          <a:xfrm>
            <a:off x="6064250" y="5486400"/>
            <a:ext cx="22542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de-DE" altLang="en-US" b="1">
                <a:latin typeface="TTE1F17478t00" charset="0"/>
              </a:rPr>
              <a:t>Concurent</a:t>
            </a:r>
          </a:p>
          <a:p>
            <a:pPr algn="ctr"/>
            <a:r>
              <a:rPr lang="de-DE" altLang="en-US" b="1">
                <a:latin typeface="TTE1F17478t00" charset="0"/>
              </a:rPr>
              <a:t>Signal Assignment</a:t>
            </a:r>
            <a:endParaRPr lang="en-GB" altLang="en-US" b="1">
              <a:latin typeface="TTE1F17478t00" charset="0"/>
            </a:endParaRPr>
          </a:p>
        </p:txBody>
      </p:sp>
      <p:cxnSp>
        <p:nvCxnSpPr>
          <p:cNvPr id="5136" name="Straight Arrow Connector 13">
            <a:extLst>
              <a:ext uri="{FF2B5EF4-FFF2-40B4-BE49-F238E27FC236}">
                <a16:creationId xmlns:a16="http://schemas.microsoft.com/office/drawing/2014/main" id="{C300AF74-15DF-C844-A8BF-A3F8031A7DB1}"/>
              </a:ext>
            </a:extLst>
          </p:cNvPr>
          <p:cNvCxnSpPr>
            <a:cxnSpLocks noChangeShapeType="1"/>
            <a:endCxn id="5137" idx="0"/>
          </p:cNvCxnSpPr>
          <p:nvPr/>
        </p:nvCxnSpPr>
        <p:spPr bwMode="auto">
          <a:xfrm flipH="1">
            <a:off x="4775200" y="4800600"/>
            <a:ext cx="690563" cy="649288"/>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37" name="Rectangle 19">
            <a:extLst>
              <a:ext uri="{FF2B5EF4-FFF2-40B4-BE49-F238E27FC236}">
                <a16:creationId xmlns:a16="http://schemas.microsoft.com/office/drawing/2014/main" id="{7A4504B4-73E4-6D4A-94A1-5C88E4E14D8E}"/>
              </a:ext>
            </a:extLst>
          </p:cNvPr>
          <p:cNvSpPr>
            <a:spLocks noChangeArrowheads="1"/>
          </p:cNvSpPr>
          <p:nvPr/>
        </p:nvSpPr>
        <p:spPr bwMode="auto">
          <a:xfrm>
            <a:off x="3649663" y="5449888"/>
            <a:ext cx="22526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de-DE" altLang="en-US" b="1">
                <a:latin typeface="TTE1F17478t00" charset="0"/>
              </a:rPr>
              <a:t>Sequential</a:t>
            </a:r>
          </a:p>
          <a:p>
            <a:pPr algn="ctr"/>
            <a:r>
              <a:rPr lang="de-DE" altLang="en-US" b="1">
                <a:latin typeface="TTE1F17478t00" charset="0"/>
              </a:rPr>
              <a:t>Signal Assignment</a:t>
            </a:r>
            <a:endParaRPr lang="en-GB" altLang="en-US"/>
          </a:p>
        </p:txBody>
      </p:sp>
    </p:spTree>
  </p:cSld>
  <p:clrMapOvr>
    <a:masterClrMapping/>
  </p:clrMapOvr>
  <p:transition spd="med" advTm="17169"/>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C42C40A7-495B-7D4C-B0F1-FCF02508A45A}"/>
              </a:ext>
            </a:extLst>
          </p:cNvPr>
          <p:cNvSpPr>
            <a:spLocks noGrp="1"/>
          </p:cNvSpPr>
          <p:nvPr>
            <p:ph idx="1"/>
          </p:nvPr>
        </p:nvSpPr>
        <p:spPr>
          <a:xfrm>
            <a:off x="460375" y="1906588"/>
            <a:ext cx="8223250" cy="3959225"/>
          </a:xfrm>
        </p:spPr>
        <p:txBody>
          <a:bodyPr/>
          <a:lstStyle/>
          <a:p>
            <a:pPr marL="268288" lvl="1" indent="-268288">
              <a:lnSpc>
                <a:spcPct val="100000"/>
              </a:lnSpc>
              <a:spcAft>
                <a:spcPct val="40000"/>
              </a:spcAft>
              <a:buClr>
                <a:srgbClr val="00B050"/>
              </a:buClr>
              <a:buFont typeface="Wingdings" pitchFamily="1" charset="2"/>
              <a:buChar char="n"/>
              <a:defRPr/>
            </a:pPr>
            <a:r>
              <a:rPr lang="de-DE" altLang="en-US" sz="2800" dirty="0" err="1"/>
              <a:t>Learn</a:t>
            </a:r>
            <a:r>
              <a:rPr lang="de-DE" altLang="en-US" sz="2800" dirty="0"/>
              <a:t> the basics of VHDL language</a:t>
            </a:r>
          </a:p>
          <a:p>
            <a:pPr marL="268288" lvl="1" indent="-268288">
              <a:lnSpc>
                <a:spcPct val="100000"/>
              </a:lnSpc>
              <a:spcAft>
                <a:spcPct val="40000"/>
              </a:spcAft>
              <a:buClr>
                <a:srgbClr val="00B050"/>
              </a:buClr>
              <a:buFont typeface="Wingdings" pitchFamily="1" charset="2"/>
              <a:buChar char="n"/>
              <a:defRPr/>
            </a:pPr>
            <a:r>
              <a:rPr lang="de-DE" altLang="en-US" sz="2800" dirty="0"/>
              <a:t>Understand and use the concept of object in VHDL</a:t>
            </a:r>
          </a:p>
          <a:p>
            <a:pPr marL="268288" lvl="1" indent="-268288">
              <a:lnSpc>
                <a:spcPct val="100000"/>
              </a:lnSpc>
              <a:spcAft>
                <a:spcPct val="40000"/>
              </a:spcAft>
              <a:buClr>
                <a:srgbClr val="00B050"/>
              </a:buClr>
              <a:buFont typeface="Wingdings" pitchFamily="1" charset="2"/>
              <a:buChar char="n"/>
              <a:defRPr/>
            </a:pPr>
            <a:r>
              <a:rPr lang="de-DE" altLang="en-US" sz="2800" dirty="0"/>
              <a:t>Understand and use the design units of VHDL</a:t>
            </a:r>
          </a:p>
          <a:p>
            <a:pPr marL="0" lvl="1" indent="0">
              <a:buClr>
                <a:srgbClr val="00B050"/>
              </a:buClr>
              <a:defRPr/>
            </a:pPr>
            <a:endParaRPr lang="en-GB" sz="2000" dirty="0"/>
          </a:p>
        </p:txBody>
      </p:sp>
      <p:sp>
        <p:nvSpPr>
          <p:cNvPr id="6147" name="Rectangle 1">
            <a:extLst>
              <a:ext uri="{FF2B5EF4-FFF2-40B4-BE49-F238E27FC236}">
                <a16:creationId xmlns:a16="http://schemas.microsoft.com/office/drawing/2014/main" id="{24E9CC70-ED44-A941-AC5D-A0AA5B03B2C0}"/>
              </a:ext>
            </a:extLst>
          </p:cNvPr>
          <p:cNvSpPr>
            <a:spLocks noGrp="1" noChangeArrowheads="1"/>
          </p:cNvSpPr>
          <p:nvPr>
            <p:ph type="title" idx="4294967295"/>
          </p:nvPr>
        </p:nvSpPr>
        <p:spPr>
          <a:xfrm>
            <a:off x="460375" y="534988"/>
            <a:ext cx="8223250" cy="914400"/>
          </a:xfrm>
        </p:spPr>
        <p:txBody>
          <a:bodyPr/>
          <a:lstStyle/>
          <a:p>
            <a:pPr eaLnBrk="1">
              <a:lnSpc>
                <a:spcPct val="100000"/>
              </a:lnSpc>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lang="de-DE" altLang="en-US" b="1">
                <a:latin typeface="Frutiger LT Com 45 Light" charset="0"/>
              </a:rPr>
              <a:t>Objectives</a:t>
            </a:r>
          </a:p>
        </p:txBody>
      </p:sp>
      <p:sp>
        <p:nvSpPr>
          <p:cNvPr id="6148" name="Text Box 3">
            <a:extLst>
              <a:ext uri="{FF2B5EF4-FFF2-40B4-BE49-F238E27FC236}">
                <a16:creationId xmlns:a16="http://schemas.microsoft.com/office/drawing/2014/main" id="{32619F1C-1A45-E14D-BF86-142921AE66DD}"/>
              </a:ext>
            </a:extLst>
          </p:cNvPr>
          <p:cNvSpPr txBox="1">
            <a:spLocks noChangeArrowheads="1"/>
          </p:cNvSpPr>
          <p:nvPr/>
        </p:nvSpPr>
        <p:spPr bwMode="auto">
          <a:xfrm>
            <a:off x="3506788" y="6323013"/>
            <a:ext cx="21336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fld id="{FF6DBCC4-2258-274C-A31B-FAA0D596FCD0}" type="slidenum">
              <a:rPr lang="de-DE" altLang="en-US" sz="1200">
                <a:solidFill>
                  <a:srgbClr val="B2B2B2"/>
                </a:solidFill>
              </a:rPr>
              <a:pPr algn="ctr" eaLnBrk="1">
                <a:lnSpc>
                  <a:spcPct val="100000"/>
                </a:lnSpc>
                <a:spcAft>
                  <a:spcPct val="0"/>
                </a:spcAft>
              </a:pPr>
              <a:t>3</a:t>
            </a:fld>
            <a:endParaRPr lang="de-DE" altLang="en-US" sz="1200">
              <a:solidFill>
                <a:srgbClr val="B2B2B2"/>
              </a:solidFill>
            </a:endParaRPr>
          </a:p>
        </p:txBody>
      </p:sp>
    </p:spTree>
  </p:cSld>
  <p:clrMapOvr>
    <a:masterClrMapping/>
  </p:clrMapOvr>
  <p:transition spd="med" advTm="18605"/>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AutoShape 1">
            <a:extLst>
              <a:ext uri="{FF2B5EF4-FFF2-40B4-BE49-F238E27FC236}">
                <a16:creationId xmlns:a16="http://schemas.microsoft.com/office/drawing/2014/main" id="{30466445-E8A9-C749-884C-D937E926AAF6}"/>
              </a:ext>
            </a:extLst>
          </p:cNvPr>
          <p:cNvSpPr>
            <a:spLocks noChangeArrowheads="1"/>
          </p:cNvSpPr>
          <p:nvPr/>
        </p:nvSpPr>
        <p:spPr bwMode="auto">
          <a:xfrm>
            <a:off x="460375" y="1676400"/>
            <a:ext cx="8223250" cy="4343400"/>
          </a:xfrm>
          <a:custGeom>
            <a:avLst/>
            <a:gdLst>
              <a:gd name="G0" fmla="*/ 22842 1 2"/>
              <a:gd name="G1" fmla="*/ 10998 1 2"/>
              <a:gd name="G2" fmla="+- 10998 0 0"/>
              <a:gd name="G3" fmla="+- 22842 0 0"/>
            </a:gdLst>
            <a:ahLst/>
            <a:cxnLst>
              <a:cxn ang="0">
                <a:pos x="r" y="vc"/>
              </a:cxn>
              <a:cxn ang="5400000">
                <a:pos x="hc" y="b"/>
              </a:cxn>
              <a:cxn ang="10800000">
                <a:pos x="l" y="vc"/>
              </a:cxn>
              <a:cxn ang="16200000">
                <a:pos x="hc" y="t"/>
              </a:cxn>
            </a:cxnLst>
            <a:rect l="0" t="0" r="0" b="0"/>
            <a:pathLst>
              <a:path>
                <a:moveTo>
                  <a:pt x="0" y="0"/>
                </a:moveTo>
                <a:lnTo>
                  <a:pt x="22842" y="0"/>
                </a:lnTo>
                <a:lnTo>
                  <a:pt x="22842" y="10998"/>
                </a:lnTo>
                <a:lnTo>
                  <a:pt x="0" y="10998"/>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ea typeface="+mn-ea"/>
                <a:cs typeface="Arial" panose="020B0604020202020204" pitchFamily="34" charset="0"/>
              </a:rPr>
              <a:t>Two </a:t>
            </a:r>
            <a:r>
              <a:rPr lang="de-DE" dirty="0">
                <a:ea typeface="+mn-ea"/>
                <a:cs typeface="Arial" panose="020B0604020202020204" pitchFamily="34" charset="0"/>
              </a:rPr>
              <a:t>sets of constructs</a:t>
            </a:r>
            <a:r>
              <a:rPr lang="de-DE" dirty="0">
                <a:solidFill>
                  <a:srgbClr val="000000"/>
                </a:solidFill>
                <a:ea typeface="+mn-ea"/>
                <a:cs typeface="Arial" panose="020B0604020202020204" pitchFamily="34" charset="0"/>
              </a:rPr>
              <a:t>:  </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ea typeface="+mn-ea"/>
                <a:cs typeface="Arial" panose="020B0604020202020204" pitchFamily="34" charset="0"/>
              </a:rPr>
              <a:t>Simulation</a:t>
            </a:r>
            <a:endParaRPr lang="de-DE" dirty="0">
              <a:ea typeface="+mn-ea"/>
              <a:cs typeface="Arial" panose="020B0604020202020204" pitchFamily="34" charset="0"/>
            </a:endParaRP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ea typeface="+mn-ea"/>
                <a:cs typeface="Arial" panose="020B0604020202020204" pitchFamily="34" charset="0"/>
              </a:rPr>
              <a:t>Synthesis</a:t>
            </a:r>
            <a:endParaRPr lang="de-DE" dirty="0">
              <a:solidFill>
                <a:srgbClr val="000000"/>
              </a:solidFill>
              <a:ea typeface="+mn-ea"/>
              <a:cs typeface="Arial" panose="020B0604020202020204" pitchFamily="34" charset="0"/>
            </a:endParaRPr>
          </a:p>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ea typeface="+mn-ea"/>
                <a:cs typeface="Arial" panose="020B0604020202020204" pitchFamily="34" charset="0"/>
              </a:rPr>
              <a:t>The VHDL </a:t>
            </a:r>
            <a:r>
              <a:rPr lang="de-DE" dirty="0" err="1">
                <a:ea typeface="+mn-ea"/>
                <a:cs typeface="Arial" panose="020B0604020202020204" pitchFamily="34" charset="0"/>
              </a:rPr>
              <a:t>language</a:t>
            </a:r>
            <a:r>
              <a:rPr lang="de-DE" dirty="0">
                <a:ea typeface="+mn-ea"/>
                <a:cs typeface="Arial" panose="020B0604020202020204" pitchFamily="34" charset="0"/>
              </a:rPr>
              <a:t> </a:t>
            </a:r>
            <a:r>
              <a:rPr lang="de-DE" dirty="0" err="1">
                <a:ea typeface="+mn-ea"/>
                <a:cs typeface="Arial" panose="020B0604020202020204" pitchFamily="34" charset="0"/>
              </a:rPr>
              <a:t>is</a:t>
            </a:r>
            <a:r>
              <a:rPr lang="de-DE" dirty="0">
                <a:ea typeface="+mn-ea"/>
                <a:cs typeface="Arial" panose="020B0604020202020204" pitchFamily="34" charset="0"/>
              </a:rPr>
              <a:t> </a:t>
            </a:r>
            <a:r>
              <a:rPr lang="de-DE" dirty="0" err="1">
                <a:ea typeface="+mn-ea"/>
                <a:cs typeface="Arial" panose="020B0604020202020204" pitchFamily="34" charset="0"/>
              </a:rPr>
              <a:t>made</a:t>
            </a:r>
            <a:r>
              <a:rPr lang="de-DE" dirty="0">
                <a:ea typeface="+mn-ea"/>
                <a:cs typeface="Arial" panose="020B0604020202020204" pitchFamily="34" charset="0"/>
              </a:rPr>
              <a:t> </a:t>
            </a:r>
            <a:r>
              <a:rPr lang="de-DE" dirty="0" err="1">
                <a:ea typeface="+mn-ea"/>
                <a:cs typeface="Arial" panose="020B0604020202020204" pitchFamily="34" charset="0"/>
              </a:rPr>
              <a:t>up</a:t>
            </a:r>
            <a:r>
              <a:rPr lang="de-DE" dirty="0">
                <a:ea typeface="+mn-ea"/>
                <a:cs typeface="Arial" panose="020B0604020202020204" pitchFamily="34" charset="0"/>
              </a:rPr>
              <a:t> </a:t>
            </a:r>
            <a:r>
              <a:rPr lang="de-DE" dirty="0" err="1">
                <a:ea typeface="+mn-ea"/>
                <a:cs typeface="Arial" panose="020B0604020202020204" pitchFamily="34" charset="0"/>
              </a:rPr>
              <a:t>of</a:t>
            </a:r>
            <a:r>
              <a:rPr lang="de-DE" dirty="0">
                <a:ea typeface="+mn-ea"/>
                <a:cs typeface="Arial" panose="020B0604020202020204" pitchFamily="34" charset="0"/>
              </a:rPr>
              <a:t> </a:t>
            </a:r>
            <a:r>
              <a:rPr lang="de-DE" b="1" dirty="0" err="1">
                <a:solidFill>
                  <a:srgbClr val="000000"/>
                </a:solidFill>
                <a:ea typeface="+mn-ea"/>
                <a:cs typeface="Arial" panose="020B0604020202020204" pitchFamily="34" charset="0"/>
              </a:rPr>
              <a:t>reserved</a:t>
            </a:r>
            <a:r>
              <a:rPr lang="de-DE" dirty="0">
                <a:solidFill>
                  <a:srgbClr val="000000"/>
                </a:solidFill>
                <a:ea typeface="+mn-ea"/>
                <a:cs typeface="Arial" panose="020B0604020202020204" pitchFamily="34" charset="0"/>
              </a:rPr>
              <a:t> </a:t>
            </a:r>
            <a:r>
              <a:rPr lang="de-DE" b="1" dirty="0" err="1">
                <a:solidFill>
                  <a:srgbClr val="000000"/>
                </a:solidFill>
                <a:ea typeface="+mn-ea"/>
                <a:cs typeface="Arial" panose="020B0604020202020204" pitchFamily="34" charset="0"/>
              </a:rPr>
              <a:t>keywords</a:t>
            </a:r>
            <a:endParaRPr lang="de-DE" b="1" dirty="0">
              <a:solidFill>
                <a:srgbClr val="000000"/>
              </a:solidFill>
              <a:ea typeface="+mn-ea"/>
              <a:cs typeface="Arial" panose="020B0604020202020204" pitchFamily="34" charset="0"/>
            </a:endParaRP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ea typeface="+mn-ea"/>
                <a:cs typeface="Arial" panose="020B0604020202020204" pitchFamily="34" charset="0"/>
              </a:rPr>
              <a:t>Can not be used as a user-defined name, E.x. </a:t>
            </a:r>
            <a:r>
              <a:rPr lang="de-DE" b="1" dirty="0">
                <a:solidFill>
                  <a:srgbClr val="0000FF"/>
                </a:solidFill>
                <a:ea typeface="+mn-ea"/>
                <a:cs typeface="Arial" panose="020B0604020202020204" pitchFamily="34" charset="0"/>
              </a:rPr>
              <a:t>ENTITY</a:t>
            </a:r>
            <a:r>
              <a:rPr lang="de-DE" dirty="0">
                <a:ea typeface="+mn-ea"/>
                <a:cs typeface="Arial" panose="020B0604020202020204" pitchFamily="34" charset="0"/>
              </a:rPr>
              <a:t>, </a:t>
            </a:r>
            <a:r>
              <a:rPr lang="de-DE" b="1" dirty="0">
                <a:solidFill>
                  <a:srgbClr val="0000FF"/>
                </a:solidFill>
                <a:ea typeface="+mn-ea"/>
                <a:cs typeface="Arial" panose="020B0604020202020204" pitchFamily="34" charset="0"/>
              </a:rPr>
              <a:t>IS</a:t>
            </a:r>
            <a:r>
              <a:rPr lang="de-DE" dirty="0">
                <a:ea typeface="+mn-ea"/>
                <a:cs typeface="Arial" panose="020B0604020202020204" pitchFamily="34" charset="0"/>
              </a:rPr>
              <a:t>, </a:t>
            </a:r>
            <a:r>
              <a:rPr lang="de-DE" b="1" dirty="0">
                <a:solidFill>
                  <a:srgbClr val="0000FF"/>
                </a:solidFill>
                <a:ea typeface="+mn-ea"/>
                <a:cs typeface="Arial" panose="020B0604020202020204" pitchFamily="34" charset="0"/>
              </a:rPr>
              <a:t>PORT</a:t>
            </a:r>
            <a:r>
              <a:rPr lang="de-DE" dirty="0">
                <a:ea typeface="+mn-ea"/>
                <a:cs typeface="Arial" panose="020B0604020202020204" pitchFamily="34" charset="0"/>
              </a:rPr>
              <a:t>, ...</a:t>
            </a:r>
          </a:p>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ea typeface="+mn-ea"/>
                <a:cs typeface="Arial" panose="020B0604020202020204" pitchFamily="34" charset="0"/>
              </a:rPr>
              <a:t>In the VHDL language </a:t>
            </a:r>
            <a:r>
              <a:rPr lang="de-DE" dirty="0">
                <a:solidFill>
                  <a:srgbClr val="000000"/>
                </a:solidFill>
                <a:ea typeface="+mn-ea"/>
                <a:cs typeface="Arial" panose="020B0604020202020204" pitchFamily="34" charset="0"/>
              </a:rPr>
              <a:t>part of design is descried by </a:t>
            </a:r>
            <a:r>
              <a:rPr lang="de-DE" b="1" dirty="0">
                <a:solidFill>
                  <a:srgbClr val="000000"/>
                </a:solidFill>
                <a:ea typeface="+mn-ea"/>
                <a:cs typeface="Arial" panose="020B0604020202020204" pitchFamily="34" charset="0"/>
              </a:rPr>
              <a:t>user-defined names</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ea typeface="+mn-ea"/>
                <a:cs typeface="Arial" panose="020B0604020202020204" pitchFamily="34" charset="0"/>
              </a:rPr>
              <a:t>Must start with a letter, followed by any sequence of letters, </a:t>
            </a:r>
          </a:p>
          <a:p>
            <a:pPr marL="985837" lvl="1" indent="0" eaLnBrk="1" hangingPunct="1">
              <a:spcAft>
                <a:spcPts val="725"/>
              </a:spcAft>
              <a:buClr>
                <a:srgbClr val="A8AFAF"/>
              </a:buClr>
              <a:buSzPct val="100000"/>
              <a:buFont typeface="Times New Roman" panose="02020603050405020304" pitchFamily="18" charset="0"/>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ea typeface="+mn-ea"/>
                <a:cs typeface="Arial" panose="020B0604020202020204" pitchFamily="34" charset="0"/>
              </a:rPr>
              <a:t>    numbers, and underscore characters </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ea typeface="+mn-ea"/>
                <a:cs typeface="Arial" panose="020B0604020202020204" pitchFamily="34" charset="0"/>
              </a:rPr>
              <a:t>Two </a:t>
            </a:r>
            <a:r>
              <a:rPr lang="de-DE" dirty="0">
                <a:ea typeface="+mn-ea"/>
                <a:cs typeface="Arial" panose="020B0604020202020204" pitchFamily="34" charset="0"/>
              </a:rPr>
              <a:t>underscore cannot </a:t>
            </a:r>
            <a:r>
              <a:rPr lang="de-DE" dirty="0">
                <a:solidFill>
                  <a:srgbClr val="000000"/>
                </a:solidFill>
                <a:ea typeface="+mn-ea"/>
                <a:cs typeface="Arial" panose="020B0604020202020204" pitchFamily="34" charset="0"/>
              </a:rPr>
              <a:t>appear in row </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ea typeface="+mn-ea"/>
                <a:cs typeface="Arial" panose="020B0604020202020204" pitchFamily="34" charset="0"/>
              </a:rPr>
              <a:t>Underscore cannot be the last character </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b="1" dirty="0">
                <a:solidFill>
                  <a:srgbClr val="00B050"/>
                </a:solidFill>
                <a:ea typeface="+mn-ea"/>
                <a:cs typeface="Arial" panose="020B0604020202020204" pitchFamily="34" charset="0"/>
              </a:rPr>
              <a:t>Valid names</a:t>
            </a:r>
            <a:r>
              <a:rPr lang="de-DE" dirty="0">
                <a:solidFill>
                  <a:srgbClr val="FF0000"/>
                </a:solidFill>
                <a:ea typeface="+mn-ea"/>
                <a:cs typeface="Arial" panose="020B0604020202020204" pitchFamily="34" charset="0"/>
              </a:rPr>
              <a:t>: </a:t>
            </a:r>
            <a:r>
              <a:rPr lang="de-DE" dirty="0">
                <a:solidFill>
                  <a:srgbClr val="000000"/>
                </a:solidFill>
                <a:ea typeface="+mn-ea"/>
                <a:cs typeface="Arial" panose="020B0604020202020204" pitchFamily="34" charset="0"/>
              </a:rPr>
              <a:t>Hello, Wire_23, test_entity_1</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b="1" dirty="0">
                <a:solidFill>
                  <a:srgbClr val="FF0000"/>
                </a:solidFill>
                <a:ea typeface="+mn-ea"/>
                <a:cs typeface="Arial" panose="020B0604020202020204" pitchFamily="34" charset="0"/>
              </a:rPr>
              <a:t>Invalid names</a:t>
            </a:r>
            <a:r>
              <a:rPr lang="de-DE" dirty="0">
                <a:ea typeface="+mn-ea"/>
                <a:cs typeface="Arial" panose="020B0604020202020204" pitchFamily="34" charset="0"/>
              </a:rPr>
              <a:t>: IN, 4x1Mux, _in4, Wire_, Wire__23</a:t>
            </a:r>
          </a:p>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TTE1F17478t00"/>
              <a:ea typeface="+mn-ea"/>
              <a:cs typeface="DejaVu Sans" charset="0"/>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p:txBody>
      </p:sp>
      <p:sp>
        <p:nvSpPr>
          <p:cNvPr id="7171" name="AutoShape 2">
            <a:extLst>
              <a:ext uri="{FF2B5EF4-FFF2-40B4-BE49-F238E27FC236}">
                <a16:creationId xmlns:a16="http://schemas.microsoft.com/office/drawing/2014/main" id="{D8350799-C219-1946-864A-9FD42C1837F5}"/>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 VHDL Basics</a:t>
            </a:r>
          </a:p>
        </p:txBody>
      </p:sp>
      <p:sp>
        <p:nvSpPr>
          <p:cNvPr id="7172" name="Text Box 3">
            <a:extLst>
              <a:ext uri="{FF2B5EF4-FFF2-40B4-BE49-F238E27FC236}">
                <a16:creationId xmlns:a16="http://schemas.microsoft.com/office/drawing/2014/main" id="{EBA20E46-6C53-A841-A043-0BA66006D992}"/>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fld id="{52567EB5-341C-9948-9FF3-1155BB280110}" type="slidenum">
              <a:rPr lang="de-DE" altLang="en-US" sz="1200">
                <a:solidFill>
                  <a:srgbClr val="B2B2B2"/>
                </a:solidFill>
              </a:rPr>
              <a:pPr algn="ctr" eaLnBrk="1">
                <a:lnSpc>
                  <a:spcPct val="100000"/>
                </a:lnSpc>
                <a:spcAft>
                  <a:spcPct val="0"/>
                </a:spcAft>
              </a:pPr>
              <a:t>4</a:t>
            </a:fld>
            <a:endParaRPr lang="de-DE" altLang="en-US" sz="1200">
              <a:solidFill>
                <a:srgbClr val="B2B2B2"/>
              </a:solidFill>
            </a:endParaRPr>
          </a:p>
        </p:txBody>
      </p:sp>
    </p:spTree>
  </p:cSld>
  <p:clrMapOvr>
    <a:masterClrMapping/>
  </p:clrMapOvr>
  <p:transition spd="med" advTm="109086"/>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AutoShape 1">
            <a:extLst>
              <a:ext uri="{FF2B5EF4-FFF2-40B4-BE49-F238E27FC236}">
                <a16:creationId xmlns:a16="http://schemas.microsoft.com/office/drawing/2014/main" id="{452BB362-EB00-EA4A-9D33-CA5DD6DD0676}"/>
              </a:ext>
            </a:extLst>
          </p:cNvPr>
          <p:cNvSpPr>
            <a:spLocks noChangeArrowheads="1"/>
          </p:cNvSpPr>
          <p:nvPr/>
        </p:nvSpPr>
        <p:spPr bwMode="auto">
          <a:xfrm>
            <a:off x="460375" y="1908175"/>
            <a:ext cx="8223250" cy="4495800"/>
          </a:xfrm>
          <a:custGeom>
            <a:avLst/>
            <a:gdLst>
              <a:gd name="G0" fmla="*/ 22842 1 2"/>
              <a:gd name="G1" fmla="*/ 10998 1 2"/>
              <a:gd name="G2" fmla="+- 10998 0 0"/>
              <a:gd name="G3" fmla="+- 22842 0 0"/>
            </a:gdLst>
            <a:ahLst/>
            <a:cxnLst>
              <a:cxn ang="0">
                <a:pos x="r" y="vc"/>
              </a:cxn>
              <a:cxn ang="5400000">
                <a:pos x="hc" y="b"/>
              </a:cxn>
              <a:cxn ang="10800000">
                <a:pos x="l" y="vc"/>
              </a:cxn>
              <a:cxn ang="16200000">
                <a:pos x="hc" y="t"/>
              </a:cxn>
            </a:cxnLst>
            <a:rect l="0" t="0" r="0" b="0"/>
            <a:pathLst>
              <a:path>
                <a:moveTo>
                  <a:pt x="0" y="0"/>
                </a:moveTo>
                <a:lnTo>
                  <a:pt x="22842" y="0"/>
                </a:lnTo>
                <a:lnTo>
                  <a:pt x="22842" y="10998"/>
                </a:lnTo>
                <a:lnTo>
                  <a:pt x="0" y="10998"/>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The language is, </a:t>
            </a:r>
            <a:r>
              <a:rPr lang="de-DE" dirty="0">
                <a:latin typeface="+mn-lt"/>
                <a:ea typeface="+mn-ea"/>
                <a:cs typeface="+mn-cs"/>
              </a:rPr>
              <a:t>for the most part,</a:t>
            </a:r>
            <a:r>
              <a:rPr lang="de-DE" dirty="0">
                <a:solidFill>
                  <a:srgbClr val="000000"/>
                </a:solidFill>
                <a:latin typeface="TTE1F17478t00"/>
                <a:ea typeface="+mn-ea"/>
                <a:cs typeface="DejaVu Sans" charset="0"/>
              </a:rPr>
              <a:t> </a:t>
            </a:r>
            <a:r>
              <a:rPr lang="de-DE" b="1" dirty="0">
                <a:solidFill>
                  <a:srgbClr val="000000"/>
                </a:solidFill>
                <a:latin typeface="TTE1F17478t00"/>
                <a:ea typeface="+mn-ea"/>
                <a:cs typeface="DejaVu Sans" charset="0"/>
              </a:rPr>
              <a:t>case insensitive</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b="1" dirty="0">
                <a:solidFill>
                  <a:srgbClr val="0000FF"/>
                </a:solidFill>
                <a:latin typeface="TTE1F17478t00"/>
                <a:ea typeface="+mn-ea"/>
                <a:cs typeface="DejaVu Sans" charset="0"/>
              </a:rPr>
              <a:t>ENTITY</a:t>
            </a:r>
            <a:r>
              <a:rPr lang="de-DE" dirty="0">
                <a:solidFill>
                  <a:srgbClr val="000000"/>
                </a:solidFill>
                <a:latin typeface="TTE1F17478t00"/>
                <a:ea typeface="+mn-ea"/>
                <a:cs typeface="DejaVu Sans" charset="0"/>
              </a:rPr>
              <a:t>, </a:t>
            </a:r>
            <a:r>
              <a:rPr lang="de-DE" b="1" dirty="0">
                <a:solidFill>
                  <a:srgbClr val="0000FF"/>
                </a:solidFill>
                <a:latin typeface="TTE1F17478t00"/>
                <a:ea typeface="+mn-ea"/>
                <a:cs typeface="DejaVu Sans" charset="0"/>
              </a:rPr>
              <a:t>enti ty</a:t>
            </a:r>
            <a:r>
              <a:rPr lang="de-DE" dirty="0">
                <a:solidFill>
                  <a:srgbClr val="000000"/>
                </a:solidFill>
                <a:latin typeface="TTE1F17478t00"/>
                <a:ea typeface="+mn-ea"/>
                <a:cs typeface="DejaVu Sans" charset="0"/>
              </a:rPr>
              <a:t>, </a:t>
            </a:r>
            <a:r>
              <a:rPr lang="de-DE" b="1" dirty="0">
                <a:solidFill>
                  <a:srgbClr val="0000FF"/>
                </a:solidFill>
                <a:latin typeface="TTE1F17478t00"/>
                <a:ea typeface="+mn-ea"/>
                <a:cs typeface="DejaVu Sans" charset="0"/>
              </a:rPr>
              <a:t>Entity</a:t>
            </a:r>
            <a:r>
              <a:rPr lang="de-DE" dirty="0">
                <a:solidFill>
                  <a:srgbClr val="000000"/>
                </a:solidFill>
                <a:latin typeface="TTE1F17478t00"/>
                <a:ea typeface="+mn-ea"/>
                <a:cs typeface="DejaVu Sans" charset="0"/>
              </a:rPr>
              <a:t>, </a:t>
            </a:r>
            <a:r>
              <a:rPr lang="de-DE" b="1" dirty="0">
                <a:solidFill>
                  <a:srgbClr val="0000FF"/>
                </a:solidFill>
                <a:latin typeface="TTE1F17478t00"/>
                <a:ea typeface="+mn-ea"/>
                <a:cs typeface="DejaVu Sans" charset="0"/>
              </a:rPr>
              <a:t>EnTiTy</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b="1" dirty="0">
                <a:solidFill>
                  <a:srgbClr val="0000FF"/>
                </a:solidFill>
                <a:latin typeface="TTE1F17478t00"/>
                <a:ea typeface="+mn-ea"/>
                <a:cs typeface="DejaVu Sans" charset="0"/>
              </a:rPr>
              <a:t>AND2</a:t>
            </a:r>
            <a:r>
              <a:rPr lang="de-DE" dirty="0">
                <a:solidFill>
                  <a:srgbClr val="000000"/>
                </a:solidFill>
                <a:latin typeface="TTE1F17478t00"/>
                <a:ea typeface="+mn-ea"/>
                <a:cs typeface="DejaVu Sans" charset="0"/>
              </a:rPr>
              <a:t>, </a:t>
            </a:r>
            <a:r>
              <a:rPr lang="de-DE" b="1" dirty="0">
                <a:solidFill>
                  <a:srgbClr val="0000FF"/>
                </a:solidFill>
                <a:latin typeface="TTE1F17478t00"/>
                <a:ea typeface="+mn-ea"/>
                <a:cs typeface="DejaVu Sans" charset="0"/>
              </a:rPr>
              <a:t>and 2</a:t>
            </a:r>
            <a:r>
              <a:rPr lang="de-DE" dirty="0">
                <a:solidFill>
                  <a:srgbClr val="000000"/>
                </a:solidFill>
                <a:latin typeface="TTE1F17478t00"/>
                <a:ea typeface="+mn-ea"/>
                <a:cs typeface="DejaVu Sans" charset="0"/>
              </a:rPr>
              <a:t>, </a:t>
            </a:r>
            <a:r>
              <a:rPr lang="de-DE" b="1" dirty="0">
                <a:solidFill>
                  <a:srgbClr val="0000FF"/>
                </a:solidFill>
                <a:latin typeface="TTE1F17478t00"/>
                <a:ea typeface="+mn-ea"/>
                <a:cs typeface="DejaVu Sans" charset="0"/>
              </a:rPr>
              <a:t>A nd 2</a:t>
            </a:r>
          </a:p>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VHDL is white space insensitive</a:t>
            </a:r>
          </a:p>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VHDL </a:t>
            </a:r>
            <a:r>
              <a:rPr lang="de-DE" dirty="0">
                <a:ea typeface="+mn-ea"/>
              </a:rPr>
              <a:t>statements are terminated </a:t>
            </a:r>
            <a:r>
              <a:rPr lang="de-DE" dirty="0">
                <a:solidFill>
                  <a:srgbClr val="000000"/>
                </a:solidFill>
                <a:latin typeface="TTE1F17478t00"/>
                <a:ea typeface="+mn-ea"/>
                <a:cs typeface="DejaVu Sans" charset="0"/>
              </a:rPr>
              <a:t>with a semicolon </a:t>
            </a:r>
            <a:r>
              <a:rPr lang="de-DE" dirty="0">
                <a:solidFill>
                  <a:srgbClr val="FF0000"/>
                </a:solidFill>
                <a:latin typeface="TTE1F17478t00"/>
                <a:ea typeface="+mn-ea"/>
                <a:cs typeface="DejaVu Sans" charset="0"/>
              </a:rPr>
              <a:t>“ ; “ </a:t>
            </a:r>
          </a:p>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FF0000"/>
              </a:solidFill>
              <a:latin typeface="TTE1F17478t00"/>
              <a:ea typeface="+mn-ea"/>
              <a:cs typeface="DejaVu Sans" charset="0"/>
            </a:endParaRPr>
          </a:p>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mn-lt"/>
                <a:ea typeface="+mn-ea"/>
                <a:cs typeface="+mn-cs"/>
              </a:rPr>
              <a:t>Comment support </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Short comment    </a:t>
            </a:r>
            <a:r>
              <a:rPr lang="de-DE" dirty="0">
                <a:solidFill>
                  <a:srgbClr val="00B050"/>
                </a:solidFill>
                <a:latin typeface="TTE1F17478t00"/>
                <a:ea typeface="+mn-ea"/>
                <a:cs typeface="DejaVu Sans" charset="0"/>
              </a:rPr>
              <a:t>- - This is a single line comments in VHDL</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TTE1F17478t00"/>
                <a:ea typeface="+mn-ea"/>
                <a:cs typeface="DejaVu Sans" charset="0"/>
              </a:rPr>
              <a:t>Long comment     </a:t>
            </a:r>
            <a:r>
              <a:rPr lang="de-DE" dirty="0">
                <a:solidFill>
                  <a:srgbClr val="00B050"/>
                </a:solidFill>
                <a:latin typeface="TTE1F17478t00"/>
                <a:ea typeface="+mn-ea"/>
                <a:cs typeface="DejaVu Sans" charset="0"/>
              </a:rPr>
              <a:t>/* This is a multiple</a:t>
            </a:r>
          </a:p>
          <a:p>
            <a:pPr marL="985837" lvl="1" indent="0" eaLnBrk="1" hangingPunct="1">
              <a:spcAft>
                <a:spcPts val="725"/>
              </a:spcAft>
              <a:buClr>
                <a:srgbClr val="A8AFAF"/>
              </a:buClr>
              <a:buSzPct val="1000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B050"/>
                </a:solidFill>
                <a:latin typeface="TTE1F17478t00"/>
                <a:ea typeface="+mn-ea"/>
                <a:cs typeface="DejaVu Sans" charset="0"/>
              </a:rPr>
              <a:t>                                    line comments</a:t>
            </a:r>
          </a:p>
          <a:p>
            <a:pPr marL="985837" lvl="1" indent="0" eaLnBrk="1" hangingPunct="1">
              <a:spcAft>
                <a:spcPts val="725"/>
              </a:spcAft>
              <a:buClr>
                <a:srgbClr val="A8AFAF"/>
              </a:buClr>
              <a:buSzPct val="1000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B050"/>
                </a:solidFill>
                <a:latin typeface="TTE1F17478t00"/>
                <a:ea typeface="+mn-ea"/>
                <a:cs typeface="DejaVu Sans" charset="0"/>
              </a:rPr>
              <a:t>                                    in VHDL  */ </a:t>
            </a:r>
            <a:r>
              <a:rPr lang="de-DE" dirty="0">
                <a:latin typeface="TTE1F17478t00"/>
                <a:ea typeface="+mn-ea"/>
                <a:cs typeface="DejaVu Sans" charset="0"/>
              </a:rPr>
              <a:t> </a:t>
            </a:r>
            <a:endParaRPr lang="de-DE" dirty="0">
              <a:latin typeface="Frutiger LT Com 55 Roman" pitchFamily="1" charset="0"/>
              <a:ea typeface="+mn-ea"/>
              <a:cs typeface="DejaVu Sans" charset="0"/>
            </a:endParaRPr>
          </a:p>
        </p:txBody>
      </p:sp>
      <p:sp>
        <p:nvSpPr>
          <p:cNvPr id="8195" name="AutoShape 2">
            <a:extLst>
              <a:ext uri="{FF2B5EF4-FFF2-40B4-BE49-F238E27FC236}">
                <a16:creationId xmlns:a16="http://schemas.microsoft.com/office/drawing/2014/main" id="{ACA715FC-C927-0242-A7F8-CDC42A5A71CE}"/>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 VHDL Basics</a:t>
            </a:r>
          </a:p>
        </p:txBody>
      </p:sp>
      <p:sp>
        <p:nvSpPr>
          <p:cNvPr id="8196" name="Text Box 3">
            <a:extLst>
              <a:ext uri="{FF2B5EF4-FFF2-40B4-BE49-F238E27FC236}">
                <a16:creationId xmlns:a16="http://schemas.microsoft.com/office/drawing/2014/main" id="{98473558-1FE1-DA46-B991-F5E08CFCE3B5}"/>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fld id="{38C5AAF0-95B7-8944-9BE2-7F7042F322B6}" type="slidenum">
              <a:rPr lang="de-DE" altLang="en-US" sz="1200">
                <a:solidFill>
                  <a:srgbClr val="B2B2B2"/>
                </a:solidFill>
              </a:rPr>
              <a:pPr algn="ctr" eaLnBrk="1">
                <a:lnSpc>
                  <a:spcPct val="100000"/>
                </a:lnSpc>
                <a:spcAft>
                  <a:spcPct val="0"/>
                </a:spcAft>
              </a:pPr>
              <a:t>5</a:t>
            </a:fld>
            <a:endParaRPr lang="de-DE" altLang="en-US" sz="1200">
              <a:solidFill>
                <a:srgbClr val="B2B2B2"/>
              </a:solidFill>
            </a:endParaRPr>
          </a:p>
        </p:txBody>
      </p:sp>
      <p:sp>
        <p:nvSpPr>
          <p:cNvPr id="8197" name="Oval 1">
            <a:extLst>
              <a:ext uri="{FF2B5EF4-FFF2-40B4-BE49-F238E27FC236}">
                <a16:creationId xmlns:a16="http://schemas.microsoft.com/office/drawing/2014/main" id="{05A0E205-50AC-8D47-B22C-E976777E9666}"/>
              </a:ext>
            </a:extLst>
          </p:cNvPr>
          <p:cNvSpPr>
            <a:spLocks noChangeArrowheads="1"/>
          </p:cNvSpPr>
          <p:nvPr/>
        </p:nvSpPr>
        <p:spPr bwMode="auto">
          <a:xfrm>
            <a:off x="6324600" y="3048000"/>
            <a:ext cx="2133600" cy="838200"/>
          </a:xfrm>
          <a:prstGeom prst="ellipse">
            <a:avLst/>
          </a:prstGeom>
          <a:solidFill>
            <a:schemeClr val="bg1"/>
          </a:solidFill>
          <a:ln w="9525" algn="ctr">
            <a:solidFill>
              <a:srgbClr val="FF0000"/>
            </a:solidFill>
            <a:round/>
            <a:headEnd/>
            <a:tailEnd/>
          </a:ln>
        </p:spPr>
        <p:txBody>
          <a:bodyPr/>
          <a:lstStyle/>
          <a:p>
            <a:pPr algn="ctr" eaLnBrk="1">
              <a:lnSpc>
                <a:spcPct val="93000"/>
              </a:lnSpc>
              <a:buClr>
                <a:srgbClr val="000000"/>
              </a:buClr>
              <a:buSzPct val="100000"/>
              <a:buFont typeface="Times New Roman" panose="02020603050405020304" pitchFamily="18" charset="0"/>
              <a:buNone/>
            </a:pPr>
            <a:r>
              <a:rPr lang="en-GB" altLang="en-US">
                <a:solidFill>
                  <a:srgbClr val="FF0000"/>
                </a:solidFill>
              </a:rPr>
              <a:t>Do not forget semicolon</a:t>
            </a:r>
          </a:p>
        </p:txBody>
      </p:sp>
    </p:spTree>
  </p:cSld>
  <p:clrMapOvr>
    <a:masterClrMapping/>
  </p:clrMapOvr>
  <p:transition spd="med" advTm="50666"/>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a:extLst>
              <a:ext uri="{FF2B5EF4-FFF2-40B4-BE49-F238E27FC236}">
                <a16:creationId xmlns:a16="http://schemas.microsoft.com/office/drawing/2014/main" id="{75D16936-2B25-E340-95B8-4DC0E463C5CD}"/>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VHDL Design Units</a:t>
            </a:r>
          </a:p>
        </p:txBody>
      </p:sp>
      <p:sp>
        <p:nvSpPr>
          <p:cNvPr id="9219" name="Text Box 3">
            <a:extLst>
              <a:ext uri="{FF2B5EF4-FFF2-40B4-BE49-F238E27FC236}">
                <a16:creationId xmlns:a16="http://schemas.microsoft.com/office/drawing/2014/main" id="{D930C82D-817F-344F-BB5D-B323D4731941}"/>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fld id="{7280204D-3DA1-8640-8C6A-A43E036A336F}" type="slidenum">
              <a:rPr lang="de-DE" altLang="en-US" sz="1200">
                <a:solidFill>
                  <a:srgbClr val="B2B2B2"/>
                </a:solidFill>
              </a:rPr>
              <a:pPr algn="ctr" eaLnBrk="1">
                <a:lnSpc>
                  <a:spcPct val="100000"/>
                </a:lnSpc>
                <a:spcAft>
                  <a:spcPct val="0"/>
                </a:spcAft>
              </a:pPr>
              <a:t>6</a:t>
            </a:fld>
            <a:endParaRPr lang="de-DE" altLang="en-US" sz="1200">
              <a:solidFill>
                <a:srgbClr val="B2B2B2"/>
              </a:solidFill>
            </a:endParaRPr>
          </a:p>
        </p:txBody>
      </p:sp>
      <p:sp>
        <p:nvSpPr>
          <p:cNvPr id="9220" name="Rectangle 487">
            <a:extLst>
              <a:ext uri="{FF2B5EF4-FFF2-40B4-BE49-F238E27FC236}">
                <a16:creationId xmlns:a16="http://schemas.microsoft.com/office/drawing/2014/main" id="{D4AFE39F-C1A4-374D-8405-F5C29672A6FB}"/>
              </a:ext>
            </a:extLst>
          </p:cNvPr>
          <p:cNvSpPr>
            <a:spLocks noChangeArrowheads="1"/>
          </p:cNvSpPr>
          <p:nvPr/>
        </p:nvSpPr>
        <p:spPr bwMode="auto">
          <a:xfrm>
            <a:off x="6705600" y="2819400"/>
            <a:ext cx="1581150" cy="2209800"/>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endParaRPr lang="en-US" altLang="en-US" sz="2400">
              <a:solidFill>
                <a:schemeClr val="tx1"/>
              </a:solidFill>
              <a:latin typeface="Times New Roman" panose="02020603050405020304" pitchFamily="18" charset="0"/>
            </a:endParaRPr>
          </a:p>
        </p:txBody>
      </p:sp>
      <p:sp>
        <p:nvSpPr>
          <p:cNvPr id="9221" name="Line 488">
            <a:extLst>
              <a:ext uri="{FF2B5EF4-FFF2-40B4-BE49-F238E27FC236}">
                <a16:creationId xmlns:a16="http://schemas.microsoft.com/office/drawing/2014/main" id="{77BF51B8-2D17-484C-9E3F-4DA774CEED85}"/>
              </a:ext>
            </a:extLst>
          </p:cNvPr>
          <p:cNvSpPr>
            <a:spLocks noChangeShapeType="1"/>
          </p:cNvSpPr>
          <p:nvPr/>
        </p:nvSpPr>
        <p:spPr bwMode="auto">
          <a:xfrm>
            <a:off x="8286750" y="3733800"/>
            <a:ext cx="382588" cy="1588"/>
          </a:xfrm>
          <a:prstGeom prst="line">
            <a:avLst/>
          </a:prstGeom>
          <a:noFill/>
          <a:ln w="25400">
            <a:solidFill>
              <a:srgbClr val="000000"/>
            </a:solidFill>
            <a:miter lim="800000"/>
            <a:headEnd/>
            <a:tailEnd type="stealth" w="med" len="med"/>
          </a:ln>
          <a:extLst>
            <a:ext uri="{909E8E84-426E-40DD-AFC4-6F175D3DCCD1}">
              <a14:hiddenFill xmlns:a14="http://schemas.microsoft.com/office/drawing/2010/main">
                <a:noFill/>
              </a14:hiddenFill>
            </a:ext>
          </a:extLst>
        </p:spPr>
        <p:txBody>
          <a:bodyPr/>
          <a:lstStyle/>
          <a:p>
            <a:endParaRPr lang="en-GB"/>
          </a:p>
        </p:txBody>
      </p:sp>
      <p:sp>
        <p:nvSpPr>
          <p:cNvPr id="9222" name="Line 490">
            <a:extLst>
              <a:ext uri="{FF2B5EF4-FFF2-40B4-BE49-F238E27FC236}">
                <a16:creationId xmlns:a16="http://schemas.microsoft.com/office/drawing/2014/main" id="{453630FD-8F8B-B74C-885E-8523974416FB}"/>
              </a:ext>
            </a:extLst>
          </p:cNvPr>
          <p:cNvSpPr>
            <a:spLocks noChangeShapeType="1"/>
          </p:cNvSpPr>
          <p:nvPr/>
        </p:nvSpPr>
        <p:spPr bwMode="auto">
          <a:xfrm>
            <a:off x="8286750" y="4489450"/>
            <a:ext cx="623888" cy="1588"/>
          </a:xfrm>
          <a:prstGeom prst="line">
            <a:avLst/>
          </a:prstGeom>
          <a:noFill/>
          <a:ln w="25400">
            <a:solidFill>
              <a:srgbClr val="000000"/>
            </a:solidFill>
            <a:miter lim="800000"/>
            <a:headEnd type="stealth" w="med" len="med"/>
            <a:tailEnd type="stealth" w="med" len="med"/>
          </a:ln>
          <a:extLst>
            <a:ext uri="{909E8E84-426E-40DD-AFC4-6F175D3DCCD1}">
              <a14:hiddenFill xmlns:a14="http://schemas.microsoft.com/office/drawing/2010/main">
                <a:noFill/>
              </a14:hiddenFill>
            </a:ext>
          </a:extLst>
        </p:spPr>
        <p:txBody>
          <a:bodyPr/>
          <a:lstStyle/>
          <a:p>
            <a:endParaRPr lang="en-GB"/>
          </a:p>
        </p:txBody>
      </p:sp>
      <p:sp>
        <p:nvSpPr>
          <p:cNvPr id="9223" name="Line 493">
            <a:extLst>
              <a:ext uri="{FF2B5EF4-FFF2-40B4-BE49-F238E27FC236}">
                <a16:creationId xmlns:a16="http://schemas.microsoft.com/office/drawing/2014/main" id="{E561769F-2BF9-5347-B61B-ABD00341C5E8}"/>
              </a:ext>
            </a:extLst>
          </p:cNvPr>
          <p:cNvSpPr>
            <a:spLocks noChangeShapeType="1"/>
          </p:cNvSpPr>
          <p:nvPr/>
        </p:nvSpPr>
        <p:spPr bwMode="auto">
          <a:xfrm>
            <a:off x="6165850" y="3360738"/>
            <a:ext cx="539750" cy="1587"/>
          </a:xfrm>
          <a:prstGeom prst="line">
            <a:avLst/>
          </a:prstGeom>
          <a:noFill/>
          <a:ln w="31750">
            <a:solidFill>
              <a:srgbClr val="000000"/>
            </a:solidFill>
            <a:miter lim="800000"/>
            <a:headEnd/>
            <a:tailEnd type="stealth" w="med" len="med"/>
          </a:ln>
          <a:extLst>
            <a:ext uri="{909E8E84-426E-40DD-AFC4-6F175D3DCCD1}">
              <a14:hiddenFill xmlns:a14="http://schemas.microsoft.com/office/drawing/2010/main">
                <a:noFill/>
              </a14:hiddenFill>
            </a:ext>
          </a:extLst>
        </p:spPr>
        <p:txBody>
          <a:bodyPr/>
          <a:lstStyle/>
          <a:p>
            <a:endParaRPr lang="en-GB"/>
          </a:p>
        </p:txBody>
      </p:sp>
      <p:sp>
        <p:nvSpPr>
          <p:cNvPr id="9224" name="Rectangle 500">
            <a:extLst>
              <a:ext uri="{FF2B5EF4-FFF2-40B4-BE49-F238E27FC236}">
                <a16:creationId xmlns:a16="http://schemas.microsoft.com/office/drawing/2014/main" id="{FE2FFD5E-57D5-E044-92F6-351170C4AB0A}"/>
              </a:ext>
            </a:extLst>
          </p:cNvPr>
          <p:cNvSpPr>
            <a:spLocks noChangeArrowheads="1"/>
          </p:cNvSpPr>
          <p:nvPr/>
        </p:nvSpPr>
        <p:spPr bwMode="auto">
          <a:xfrm>
            <a:off x="6361113" y="3048000"/>
            <a:ext cx="192087"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r>
              <a:rPr lang="en-US" altLang="en-US">
                <a:latin typeface="Myriad Roman" charset="0"/>
              </a:rPr>
              <a:t>In</a:t>
            </a:r>
            <a:endParaRPr lang="en-US" altLang="en-US">
              <a:solidFill>
                <a:schemeClr val="tx1"/>
              </a:solidFill>
              <a:latin typeface="Times New Roman" panose="02020603050405020304" pitchFamily="18" charset="0"/>
            </a:endParaRPr>
          </a:p>
        </p:txBody>
      </p:sp>
      <p:sp>
        <p:nvSpPr>
          <p:cNvPr id="9225" name="Rectangle 503">
            <a:extLst>
              <a:ext uri="{FF2B5EF4-FFF2-40B4-BE49-F238E27FC236}">
                <a16:creationId xmlns:a16="http://schemas.microsoft.com/office/drawing/2014/main" id="{2702BFBF-7EA3-ED4F-A69C-656E993E5126}"/>
              </a:ext>
            </a:extLst>
          </p:cNvPr>
          <p:cNvSpPr>
            <a:spLocks noChangeArrowheads="1"/>
          </p:cNvSpPr>
          <p:nvPr/>
        </p:nvSpPr>
        <p:spPr bwMode="auto">
          <a:xfrm>
            <a:off x="8432800" y="3429000"/>
            <a:ext cx="37147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r>
              <a:rPr lang="en-US" altLang="en-US">
                <a:latin typeface="Myriad Roman" charset="0"/>
              </a:rPr>
              <a:t>Out</a:t>
            </a:r>
            <a:endParaRPr lang="en-US" altLang="en-US">
              <a:solidFill>
                <a:schemeClr val="tx1"/>
              </a:solidFill>
              <a:latin typeface="Times New Roman" panose="02020603050405020304" pitchFamily="18" charset="0"/>
            </a:endParaRPr>
          </a:p>
        </p:txBody>
      </p:sp>
      <p:sp>
        <p:nvSpPr>
          <p:cNvPr id="40" name="Rectangle 487">
            <a:extLst>
              <a:ext uri="{FF2B5EF4-FFF2-40B4-BE49-F238E27FC236}">
                <a16:creationId xmlns:a16="http://schemas.microsoft.com/office/drawing/2014/main" id="{50C57FA1-DEE8-7F42-B89C-29991500EBBB}"/>
              </a:ext>
            </a:extLst>
          </p:cNvPr>
          <p:cNvSpPr>
            <a:spLocks noChangeArrowheads="1"/>
          </p:cNvSpPr>
          <p:nvPr/>
        </p:nvSpPr>
        <p:spPr bwMode="auto">
          <a:xfrm>
            <a:off x="6992143" y="3347947"/>
            <a:ext cx="1008063" cy="481013"/>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algn="ctr" eaLnBrk="1" hangingPunct="1">
              <a:lnSpc>
                <a:spcPct val="93000"/>
              </a:lnSpc>
              <a:spcAft>
                <a:spcPct val="0"/>
              </a:spcAft>
              <a:defRPr/>
            </a:pPr>
            <a:r>
              <a:rPr lang="en-US" altLang="en-US" dirty="0">
                <a:latin typeface="TTE1F17478t00"/>
                <a:ea typeface="+mn-ea"/>
                <a:cs typeface="DejaVu Sans" charset="0"/>
              </a:rPr>
              <a:t>Signals</a:t>
            </a:r>
          </a:p>
        </p:txBody>
      </p:sp>
      <p:sp>
        <p:nvSpPr>
          <p:cNvPr id="41" name="Rectangle 487">
            <a:extLst>
              <a:ext uri="{FF2B5EF4-FFF2-40B4-BE49-F238E27FC236}">
                <a16:creationId xmlns:a16="http://schemas.microsoft.com/office/drawing/2014/main" id="{1497AB0A-FA3A-284B-AB0D-B58B340F74A7}"/>
              </a:ext>
            </a:extLst>
          </p:cNvPr>
          <p:cNvSpPr>
            <a:spLocks noChangeArrowheads="1"/>
          </p:cNvSpPr>
          <p:nvPr/>
        </p:nvSpPr>
        <p:spPr bwMode="auto">
          <a:xfrm>
            <a:off x="6767512" y="4170363"/>
            <a:ext cx="1455738" cy="781050"/>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algn="ctr" eaLnBrk="1" hangingPunct="1">
              <a:lnSpc>
                <a:spcPct val="93000"/>
              </a:lnSpc>
              <a:spcAft>
                <a:spcPct val="0"/>
              </a:spcAft>
              <a:defRPr/>
            </a:pPr>
            <a:r>
              <a:rPr lang="en-US" altLang="en-US" dirty="0">
                <a:latin typeface="TTE1F17478t00"/>
                <a:ea typeface="+mn-ea"/>
                <a:cs typeface="DejaVu Sans" charset="0"/>
              </a:rPr>
              <a:t>Architecture</a:t>
            </a:r>
          </a:p>
          <a:p>
            <a:pPr algn="ctr" eaLnBrk="1" hangingPunct="1">
              <a:lnSpc>
                <a:spcPct val="93000"/>
              </a:lnSpc>
              <a:spcAft>
                <a:spcPct val="0"/>
              </a:spcAft>
              <a:defRPr/>
            </a:pPr>
            <a:r>
              <a:rPr lang="en-US" altLang="en-US" dirty="0">
                <a:latin typeface="TTE1F17478t00"/>
                <a:ea typeface="+mn-ea"/>
                <a:cs typeface="DejaVu Sans" charset="0"/>
              </a:rPr>
              <a:t> </a:t>
            </a:r>
            <a:r>
              <a:rPr lang="en-US" altLang="en-US" sz="1600" dirty="0">
                <a:latin typeface="TTE1F17478t00"/>
                <a:ea typeface="+mn-ea"/>
                <a:cs typeface="DejaVu Sans" charset="0"/>
              </a:rPr>
              <a:t>or</a:t>
            </a:r>
            <a:r>
              <a:rPr lang="en-US" altLang="en-US" dirty="0">
                <a:latin typeface="TTE1F17478t00"/>
                <a:ea typeface="+mn-ea"/>
                <a:cs typeface="DejaVu Sans" charset="0"/>
              </a:rPr>
              <a:t> </a:t>
            </a:r>
            <a:r>
              <a:rPr lang="en-US" altLang="en-US" sz="1600" dirty="0">
                <a:latin typeface="TTE1F17478t00"/>
                <a:ea typeface="+mn-ea"/>
                <a:cs typeface="DejaVu Sans" charset="0"/>
              </a:rPr>
              <a:t>Body Code</a:t>
            </a:r>
          </a:p>
        </p:txBody>
      </p:sp>
      <p:sp>
        <p:nvSpPr>
          <p:cNvPr id="9228" name="Rectangle 503">
            <a:extLst>
              <a:ext uri="{FF2B5EF4-FFF2-40B4-BE49-F238E27FC236}">
                <a16:creationId xmlns:a16="http://schemas.microsoft.com/office/drawing/2014/main" id="{B6477E3B-0D87-C845-A05E-5A809E9E1D71}"/>
              </a:ext>
            </a:extLst>
          </p:cNvPr>
          <p:cNvSpPr>
            <a:spLocks noChangeArrowheads="1"/>
          </p:cNvSpPr>
          <p:nvPr/>
        </p:nvSpPr>
        <p:spPr bwMode="auto">
          <a:xfrm>
            <a:off x="8362950" y="4038600"/>
            <a:ext cx="6286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r>
              <a:rPr lang="en-US" altLang="en-US">
                <a:latin typeface="Myriad Roman" charset="0"/>
              </a:rPr>
              <a:t>In/Out</a:t>
            </a:r>
            <a:endParaRPr lang="en-US" altLang="en-US" sz="2400">
              <a:solidFill>
                <a:schemeClr val="tx1"/>
              </a:solidFill>
              <a:latin typeface="Times New Roman" panose="02020603050405020304" pitchFamily="18" charset="0"/>
            </a:endParaRPr>
          </a:p>
        </p:txBody>
      </p:sp>
      <p:sp>
        <p:nvSpPr>
          <p:cNvPr id="9229" name="Rectangle 499">
            <a:extLst>
              <a:ext uri="{FF2B5EF4-FFF2-40B4-BE49-F238E27FC236}">
                <a16:creationId xmlns:a16="http://schemas.microsoft.com/office/drawing/2014/main" id="{AB537F25-3F2C-0449-A315-8DD2C6203841}"/>
              </a:ext>
            </a:extLst>
          </p:cNvPr>
          <p:cNvSpPr>
            <a:spLocks noChangeArrowheads="1"/>
          </p:cNvSpPr>
          <p:nvPr/>
        </p:nvSpPr>
        <p:spPr bwMode="auto">
          <a:xfrm>
            <a:off x="7223927" y="2493527"/>
            <a:ext cx="542906" cy="25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algn="ctr" eaLnBrk="1" hangingPunct="1">
              <a:lnSpc>
                <a:spcPct val="93000"/>
              </a:lnSpc>
              <a:spcAft>
                <a:spcPct val="0"/>
              </a:spcAft>
            </a:pPr>
            <a:r>
              <a:rPr lang="en-US" altLang="en-US" dirty="0">
                <a:latin typeface="Myriad Roman" charset="0"/>
              </a:rPr>
              <a:t>Entity</a:t>
            </a:r>
            <a:endParaRPr lang="en-US" altLang="en-US" dirty="0">
              <a:solidFill>
                <a:schemeClr val="tx1"/>
              </a:solidFill>
              <a:latin typeface="Times New Roman" panose="02020603050405020304" pitchFamily="18" charset="0"/>
            </a:endParaRPr>
          </a:p>
        </p:txBody>
      </p:sp>
      <p:sp>
        <p:nvSpPr>
          <p:cNvPr id="3" name="TextBox 2">
            <a:extLst>
              <a:ext uri="{FF2B5EF4-FFF2-40B4-BE49-F238E27FC236}">
                <a16:creationId xmlns:a16="http://schemas.microsoft.com/office/drawing/2014/main" id="{40E8ABB4-B856-BC40-BF68-343C8210DFA2}"/>
              </a:ext>
            </a:extLst>
          </p:cNvPr>
          <p:cNvSpPr txBox="1"/>
          <p:nvPr/>
        </p:nvSpPr>
        <p:spPr>
          <a:xfrm>
            <a:off x="460375" y="2133600"/>
            <a:ext cx="6092825" cy="3678238"/>
          </a:xfrm>
          <a:prstGeom prst="rect">
            <a:avLst/>
          </a:prstGeom>
          <a:noFill/>
        </p:spPr>
        <p:txBody>
          <a:bodyPr>
            <a:spAutoFit/>
          </a:bodyPr>
          <a:lstStyle/>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b="1" dirty="0">
                <a:solidFill>
                  <a:srgbClr val="0000FF"/>
                </a:solidFill>
                <a:latin typeface="TTE1F17478t00"/>
                <a:ea typeface="+mn-ea"/>
                <a:cs typeface="DejaVu Sans" charset="0"/>
              </a:rPr>
              <a:t>Entity</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is used to </a:t>
            </a:r>
            <a:r>
              <a:rPr lang="de-DE" dirty="0">
                <a:ea typeface="+mn-ea"/>
              </a:rPr>
              <a:t>define </a:t>
            </a:r>
            <a:r>
              <a:rPr lang="de-DE" b="1" dirty="0">
                <a:ea typeface="+mn-ea"/>
              </a:rPr>
              <a:t>external view</a:t>
            </a:r>
            <a:r>
              <a:rPr lang="de-DE" dirty="0">
                <a:ea typeface="+mn-ea"/>
              </a:rPr>
              <a:t> </a:t>
            </a:r>
            <a:r>
              <a:rPr lang="de-DE" dirty="0">
                <a:solidFill>
                  <a:srgbClr val="000000"/>
                </a:solidFill>
                <a:latin typeface="TTE1F17478t00"/>
                <a:ea typeface="+mn-ea"/>
                <a:cs typeface="DejaVu Sans" charset="0"/>
              </a:rPr>
              <a:t>of any circuit or subcircuit (i.e. symbol)</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en-US" altLang="en-US" dirty="0">
                <a:latin typeface="Arial" charset="0"/>
                <a:ea typeface="+mn-ea"/>
              </a:rPr>
              <a:t>Defines the circuit</a:t>
            </a:r>
            <a:r>
              <a:rPr lang="en-US" altLang="en-US" dirty="0">
                <a:ea typeface="+mn-ea"/>
              </a:rPr>
              <a:t> </a:t>
            </a:r>
            <a:r>
              <a:rPr lang="en-US" altLang="en-US" b="1" dirty="0">
                <a:ea typeface="+mn-ea"/>
              </a:rPr>
              <a:t>name</a:t>
            </a:r>
            <a:r>
              <a:rPr lang="en-US" altLang="en-US" dirty="0">
                <a:ea typeface="+mn-ea"/>
              </a:rPr>
              <a:t> and </a:t>
            </a:r>
            <a:r>
              <a:rPr lang="en-US" altLang="en-US" b="1" dirty="0">
                <a:ea typeface="+mn-ea"/>
              </a:rPr>
              <a:t>ports</a:t>
            </a:r>
            <a:r>
              <a:rPr lang="en-US" altLang="en-US" dirty="0">
                <a:ea typeface="+mn-ea"/>
              </a:rPr>
              <a:t> </a:t>
            </a:r>
            <a:r>
              <a:rPr lang="en-US" altLang="en-US" dirty="0">
                <a:latin typeface="Arial" charset="0"/>
                <a:ea typeface="+mn-ea"/>
              </a:rPr>
              <a:t>(inputs/outputs)</a:t>
            </a:r>
          </a:p>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b="1" dirty="0">
                <a:solidFill>
                  <a:srgbClr val="0000FF"/>
                </a:solidFill>
                <a:latin typeface="TTE1F17478t00"/>
                <a:ea typeface="+mn-ea"/>
                <a:cs typeface="DejaVu Sans" charset="0"/>
              </a:rPr>
              <a:t>Architecture</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Used </a:t>
            </a:r>
            <a:r>
              <a:rPr lang="de-DE" dirty="0">
                <a:ea typeface="+mn-ea"/>
              </a:rPr>
              <a:t>to define the </a:t>
            </a:r>
            <a:r>
              <a:rPr lang="de-DE" b="1" dirty="0">
                <a:ea typeface="+mn-ea"/>
              </a:rPr>
              <a:t>functionality</a:t>
            </a:r>
            <a:r>
              <a:rPr lang="de-DE" dirty="0">
                <a:ea typeface="+mn-ea"/>
              </a:rPr>
              <a:t> and </a:t>
            </a:r>
            <a:r>
              <a:rPr lang="de-DE" b="1" dirty="0">
                <a:ea typeface="+mn-ea"/>
              </a:rPr>
              <a:t>timing</a:t>
            </a:r>
            <a:r>
              <a:rPr lang="de-DE" dirty="0">
                <a:ea typeface="+mn-ea"/>
              </a:rPr>
              <a:t> of the model (i.e. </a:t>
            </a:r>
            <a:r>
              <a:rPr lang="de-DE" dirty="0" err="1">
                <a:ea typeface="+mn-ea"/>
              </a:rPr>
              <a:t>schematic</a:t>
            </a:r>
            <a:r>
              <a:rPr lang="de-DE" dirty="0">
                <a:ea typeface="+mn-ea"/>
              </a:rPr>
              <a:t>)</a:t>
            </a:r>
          </a:p>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b="1" dirty="0">
                <a:solidFill>
                  <a:srgbClr val="0000FF"/>
                </a:solidFill>
                <a:latin typeface="TTE1F17478t00"/>
                <a:ea typeface="+mn-ea"/>
                <a:cs typeface="DejaVu Sans" charset="0"/>
              </a:rPr>
              <a:t>Library/Package</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en-US" dirty="0">
                <a:latin typeface="TTE1F17478t00"/>
                <a:ea typeface="+mn-ea"/>
              </a:rPr>
              <a:t>A LIBRARY is a directory that contains a package or a collection of packages. </a:t>
            </a:r>
            <a:endParaRPr lang="de-DE" dirty="0">
              <a:ea typeface="+mn-ea"/>
            </a:endParaRPr>
          </a:p>
        </p:txBody>
      </p:sp>
      <p:sp>
        <p:nvSpPr>
          <p:cNvPr id="9231" name="Rectangle 3">
            <a:extLst>
              <a:ext uri="{FF2B5EF4-FFF2-40B4-BE49-F238E27FC236}">
                <a16:creationId xmlns:a16="http://schemas.microsoft.com/office/drawing/2014/main" id="{86393B4D-7DF2-C94C-B121-31592DE78013}"/>
              </a:ext>
            </a:extLst>
          </p:cNvPr>
          <p:cNvSpPr>
            <a:spLocks noChangeArrowheads="1"/>
          </p:cNvSpPr>
          <p:nvPr/>
        </p:nvSpPr>
        <p:spPr bwMode="auto">
          <a:xfrm>
            <a:off x="488950" y="1687513"/>
            <a:ext cx="82740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1pPr>
            <a:lvl2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9pPr>
          </a:lstStyle>
          <a:p>
            <a:pPr marL="0" lvl="1" indent="0" eaLnBrk="1">
              <a:spcAft>
                <a:spcPts val="725"/>
              </a:spcAft>
              <a:buClr>
                <a:srgbClr val="00B050"/>
              </a:buClr>
              <a:buSzPct val="100000"/>
            </a:pPr>
            <a:r>
              <a:rPr lang="de-DE" altLang="en-US">
                <a:latin typeface="TTE1F17478t00" charset="0"/>
              </a:rPr>
              <a:t>Any circuit or subcircuit in VHDL can be define using the following design units</a:t>
            </a:r>
          </a:p>
        </p:txBody>
      </p:sp>
      <p:sp>
        <p:nvSpPr>
          <p:cNvPr id="9232" name="Rectangle 499">
            <a:extLst>
              <a:ext uri="{FF2B5EF4-FFF2-40B4-BE49-F238E27FC236}">
                <a16:creationId xmlns:a16="http://schemas.microsoft.com/office/drawing/2014/main" id="{F294EC09-F414-A840-A6FB-41B953788948}"/>
              </a:ext>
            </a:extLst>
          </p:cNvPr>
          <p:cNvSpPr>
            <a:spLocks noChangeArrowheads="1"/>
          </p:cNvSpPr>
          <p:nvPr/>
        </p:nvSpPr>
        <p:spPr bwMode="auto">
          <a:xfrm>
            <a:off x="6871716" y="2933700"/>
            <a:ext cx="1247329" cy="228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algn="ctr" eaLnBrk="1" hangingPunct="1">
              <a:lnSpc>
                <a:spcPct val="93000"/>
              </a:lnSpc>
              <a:spcAft>
                <a:spcPct val="0"/>
              </a:spcAft>
            </a:pPr>
            <a:r>
              <a:rPr lang="en-US" altLang="en-US" sz="1600" dirty="0">
                <a:latin typeface="Myriad Roman" charset="0"/>
              </a:rPr>
              <a:t>name of circuit</a:t>
            </a:r>
            <a:endParaRPr lang="en-US" altLang="en-US" sz="1600" dirty="0">
              <a:solidFill>
                <a:schemeClr val="tx1"/>
              </a:solidFill>
              <a:latin typeface="Times New Roman" panose="02020603050405020304" pitchFamily="18" charset="0"/>
            </a:endParaRPr>
          </a:p>
        </p:txBody>
      </p:sp>
    </p:spTree>
  </p:cSld>
  <p:clrMapOvr>
    <a:masterClrMapping/>
  </p:clrMapOvr>
  <p:transition spd="med" advTm="49928"/>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a:extLst>
              <a:ext uri="{FF2B5EF4-FFF2-40B4-BE49-F238E27FC236}">
                <a16:creationId xmlns:a16="http://schemas.microsoft.com/office/drawing/2014/main" id="{EC9B45AF-4CAC-214E-BE0D-C2F92186FF71}"/>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VHDL Design Units</a:t>
            </a:r>
          </a:p>
        </p:txBody>
      </p:sp>
      <p:sp>
        <p:nvSpPr>
          <p:cNvPr id="10243" name="Rectangle 94">
            <a:extLst>
              <a:ext uri="{FF2B5EF4-FFF2-40B4-BE49-F238E27FC236}">
                <a16:creationId xmlns:a16="http://schemas.microsoft.com/office/drawing/2014/main" id="{AC3B0F3E-0076-F540-9930-4DCDB624CDA7}"/>
              </a:ext>
            </a:extLst>
          </p:cNvPr>
          <p:cNvSpPr>
            <a:spLocks noChangeArrowheads="1"/>
          </p:cNvSpPr>
          <p:nvPr/>
        </p:nvSpPr>
        <p:spPr bwMode="auto">
          <a:xfrm>
            <a:off x="2743200" y="2214563"/>
            <a:ext cx="3276600" cy="604837"/>
          </a:xfrm>
          <a:prstGeom prst="rect">
            <a:avLst/>
          </a:prstGeom>
          <a:solidFill>
            <a:srgbClr val="D4E0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eaLnBrk="1">
              <a:lnSpc>
                <a:spcPct val="93000"/>
              </a:lnSpc>
              <a:buClr>
                <a:srgbClr val="000000"/>
              </a:buClr>
              <a:buSzPct val="100000"/>
              <a:buFont typeface="Times New Roman" panose="02020603050405020304" pitchFamily="18" charset="0"/>
              <a:buNone/>
            </a:pPr>
            <a:r>
              <a:rPr lang="en-GB" altLang="en-US"/>
              <a:t>Library/ Package declarations</a:t>
            </a:r>
          </a:p>
        </p:txBody>
      </p:sp>
      <p:sp>
        <p:nvSpPr>
          <p:cNvPr id="10244" name="Rectangle 94">
            <a:extLst>
              <a:ext uri="{FF2B5EF4-FFF2-40B4-BE49-F238E27FC236}">
                <a16:creationId xmlns:a16="http://schemas.microsoft.com/office/drawing/2014/main" id="{437488A2-F198-694D-89BE-FAEEB65422EB}"/>
              </a:ext>
            </a:extLst>
          </p:cNvPr>
          <p:cNvSpPr>
            <a:spLocks noChangeArrowheads="1"/>
          </p:cNvSpPr>
          <p:nvPr/>
        </p:nvSpPr>
        <p:spPr bwMode="auto">
          <a:xfrm>
            <a:off x="2743200" y="2895600"/>
            <a:ext cx="3276600" cy="838200"/>
          </a:xfrm>
          <a:prstGeom prst="rect">
            <a:avLst/>
          </a:prstGeom>
          <a:solidFill>
            <a:srgbClr val="D4E0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a:lnSpc>
                <a:spcPct val="93000"/>
              </a:lnSpc>
              <a:buClr>
                <a:srgbClr val="000000"/>
              </a:buClr>
              <a:buSzPct val="100000"/>
              <a:buFont typeface="Times New Roman" panose="02020603050405020304" pitchFamily="18" charset="0"/>
              <a:buNone/>
            </a:pPr>
            <a:r>
              <a:rPr lang="en-GB" altLang="en-US"/>
              <a:t>ENTITY</a:t>
            </a:r>
          </a:p>
        </p:txBody>
      </p:sp>
      <p:sp>
        <p:nvSpPr>
          <p:cNvPr id="10245" name="Rectangle 94">
            <a:extLst>
              <a:ext uri="{FF2B5EF4-FFF2-40B4-BE49-F238E27FC236}">
                <a16:creationId xmlns:a16="http://schemas.microsoft.com/office/drawing/2014/main" id="{C4D7AE6A-CC2D-4643-A621-1B278E8355C9}"/>
              </a:ext>
            </a:extLst>
          </p:cNvPr>
          <p:cNvSpPr>
            <a:spLocks noChangeArrowheads="1"/>
          </p:cNvSpPr>
          <p:nvPr/>
        </p:nvSpPr>
        <p:spPr bwMode="auto">
          <a:xfrm>
            <a:off x="2743200" y="3810000"/>
            <a:ext cx="3276600" cy="1828800"/>
          </a:xfrm>
          <a:prstGeom prst="rect">
            <a:avLst/>
          </a:prstGeom>
          <a:solidFill>
            <a:srgbClr val="D4E0F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a:lnSpc>
                <a:spcPct val="93000"/>
              </a:lnSpc>
              <a:buClr>
                <a:srgbClr val="000000"/>
              </a:buClr>
              <a:buSzPct val="100000"/>
              <a:buFont typeface="Times New Roman" panose="02020603050405020304" pitchFamily="18" charset="0"/>
              <a:buNone/>
            </a:pPr>
            <a:r>
              <a:rPr lang="en-GB" altLang="en-US"/>
              <a:t>ARCHITECTURE</a:t>
            </a:r>
          </a:p>
        </p:txBody>
      </p:sp>
      <p:sp>
        <p:nvSpPr>
          <p:cNvPr id="10246" name="Line 389">
            <a:extLst>
              <a:ext uri="{FF2B5EF4-FFF2-40B4-BE49-F238E27FC236}">
                <a16:creationId xmlns:a16="http://schemas.microsoft.com/office/drawing/2014/main" id="{569E95FD-2E49-2244-98A8-7E8DC67368CC}"/>
              </a:ext>
            </a:extLst>
          </p:cNvPr>
          <p:cNvSpPr>
            <a:spLocks noChangeShapeType="1"/>
          </p:cNvSpPr>
          <p:nvPr/>
        </p:nvSpPr>
        <p:spPr bwMode="auto">
          <a:xfrm>
            <a:off x="2311400" y="2209800"/>
            <a:ext cx="0" cy="3203575"/>
          </a:xfrm>
          <a:prstGeom prst="line">
            <a:avLst/>
          </a:prstGeom>
          <a:noFill/>
          <a:ln w="238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0247" name="Freeform 390">
            <a:extLst>
              <a:ext uri="{FF2B5EF4-FFF2-40B4-BE49-F238E27FC236}">
                <a16:creationId xmlns:a16="http://schemas.microsoft.com/office/drawing/2014/main" id="{1C8C8EB6-31B3-554C-A59E-E31F0C297F05}"/>
              </a:ext>
            </a:extLst>
          </p:cNvPr>
          <p:cNvSpPr>
            <a:spLocks/>
          </p:cNvSpPr>
          <p:nvPr/>
        </p:nvSpPr>
        <p:spPr bwMode="auto">
          <a:xfrm>
            <a:off x="2259013" y="5368925"/>
            <a:ext cx="96837" cy="193675"/>
          </a:xfrm>
          <a:custGeom>
            <a:avLst/>
            <a:gdLst>
              <a:gd name="T0" fmla="*/ 2147483647 w 61"/>
              <a:gd name="T1" fmla="*/ 2147483647 h 122"/>
              <a:gd name="T2" fmla="*/ 2147483647 w 61"/>
              <a:gd name="T3" fmla="*/ 0 h 122"/>
              <a:gd name="T4" fmla="*/ 0 w 61"/>
              <a:gd name="T5" fmla="*/ 0 h 122"/>
              <a:gd name="T6" fmla="*/ 2147483647 w 61"/>
              <a:gd name="T7" fmla="*/ 2147483647 h 122"/>
              <a:gd name="T8" fmla="*/ 0 60000 65536"/>
              <a:gd name="T9" fmla="*/ 0 60000 65536"/>
              <a:gd name="T10" fmla="*/ 0 60000 65536"/>
              <a:gd name="T11" fmla="*/ 0 60000 65536"/>
              <a:gd name="T12" fmla="*/ 0 w 61"/>
              <a:gd name="T13" fmla="*/ 0 h 122"/>
              <a:gd name="T14" fmla="*/ 61 w 61"/>
              <a:gd name="T15" fmla="*/ 122 h 122"/>
            </a:gdLst>
            <a:ahLst/>
            <a:cxnLst>
              <a:cxn ang="T8">
                <a:pos x="T0" y="T1"/>
              </a:cxn>
              <a:cxn ang="T9">
                <a:pos x="T2" y="T3"/>
              </a:cxn>
              <a:cxn ang="T10">
                <a:pos x="T4" y="T5"/>
              </a:cxn>
              <a:cxn ang="T11">
                <a:pos x="T6" y="T7"/>
              </a:cxn>
            </a:cxnLst>
            <a:rect l="T12" t="T13" r="T14" b="T15"/>
            <a:pathLst>
              <a:path w="61" h="122">
                <a:moveTo>
                  <a:pt x="30" y="122"/>
                </a:moveTo>
                <a:lnTo>
                  <a:pt x="61" y="0"/>
                </a:lnTo>
                <a:lnTo>
                  <a:pt x="0" y="0"/>
                </a:lnTo>
                <a:lnTo>
                  <a:pt x="30" y="1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248" name="Text Box 3">
            <a:extLst>
              <a:ext uri="{FF2B5EF4-FFF2-40B4-BE49-F238E27FC236}">
                <a16:creationId xmlns:a16="http://schemas.microsoft.com/office/drawing/2014/main" id="{2C8E5A04-C3A7-5B48-ACEF-974F03F3261B}"/>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fld id="{1837BC5F-77C8-214D-A127-8CCA045793F8}" type="slidenum">
              <a:rPr lang="de-DE" altLang="en-US" sz="1200">
                <a:solidFill>
                  <a:srgbClr val="B2B2B2"/>
                </a:solidFill>
              </a:rPr>
              <a:pPr algn="ctr" eaLnBrk="1">
                <a:lnSpc>
                  <a:spcPct val="100000"/>
                </a:lnSpc>
                <a:spcAft>
                  <a:spcPct val="0"/>
                </a:spcAft>
              </a:pPr>
              <a:t>7</a:t>
            </a:fld>
            <a:endParaRPr lang="de-DE" altLang="en-US" sz="1200">
              <a:solidFill>
                <a:srgbClr val="B2B2B2"/>
              </a:solidFill>
            </a:endParaRPr>
          </a:p>
        </p:txBody>
      </p:sp>
      <p:sp>
        <p:nvSpPr>
          <p:cNvPr id="17418" name="TextBox 9">
            <a:extLst>
              <a:ext uri="{FF2B5EF4-FFF2-40B4-BE49-F238E27FC236}">
                <a16:creationId xmlns:a16="http://schemas.microsoft.com/office/drawing/2014/main" id="{7C0A716B-0E66-BF4D-B6D1-A9AA2150EF3D}"/>
              </a:ext>
            </a:extLst>
          </p:cNvPr>
          <p:cNvSpPr txBox="1">
            <a:spLocks noChangeArrowheads="1"/>
          </p:cNvSpPr>
          <p:nvPr/>
        </p:nvSpPr>
        <p:spPr bwMode="auto">
          <a:xfrm>
            <a:off x="533400" y="3354388"/>
            <a:ext cx="1828800"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a:lnSpc>
                <a:spcPct val="93000"/>
              </a:lnSpc>
              <a:buClr>
                <a:srgbClr val="000000"/>
              </a:buClr>
              <a:buSzPct val="100000"/>
              <a:buFont typeface="Times New Roman" panose="02020603050405020304" pitchFamily="18" charset="0"/>
              <a:buNone/>
              <a:defRPr/>
            </a:pPr>
            <a:r>
              <a:rPr lang="en-GB" dirty="0">
                <a:ea typeface="+mn-ea"/>
              </a:rPr>
              <a:t>Basic VHDL </a:t>
            </a:r>
            <a:r>
              <a:rPr lang="en-GB" dirty="0">
                <a:latin typeface="+mn-lt"/>
                <a:ea typeface="+mn-ea"/>
                <a:cs typeface="+mn-cs"/>
              </a:rPr>
              <a:t>Code s</a:t>
            </a:r>
            <a:r>
              <a:rPr lang="en-GB" dirty="0">
                <a:ea typeface="+mn-ea"/>
              </a:rPr>
              <a:t>tructure</a:t>
            </a:r>
          </a:p>
        </p:txBody>
      </p:sp>
    </p:spTree>
  </p:cSld>
  <p:clrMapOvr>
    <a:masterClrMapping/>
  </p:clrMapOvr>
  <mc:AlternateContent xmlns:mc="http://schemas.openxmlformats.org/markup-compatibility/2006" xmlns:p14="http://schemas.microsoft.com/office/powerpoint/2010/main">
    <mc:Choice Requires="p14">
      <p:transition spd="slow" p14:dur="2000" advTm="21434"/>
    </mc:Choice>
    <mc:Fallback xmlns="">
      <p:transition spd="slow" advTm="2143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3">
            <a:extLst>
              <a:ext uri="{FF2B5EF4-FFF2-40B4-BE49-F238E27FC236}">
                <a16:creationId xmlns:a16="http://schemas.microsoft.com/office/drawing/2014/main" id="{A484B033-2C21-E84E-BF1A-2764B2A81A2A}"/>
              </a:ext>
            </a:extLst>
          </p:cNvPr>
          <p:cNvSpPr>
            <a:spLocks noChangeArrowheads="1"/>
          </p:cNvSpPr>
          <p:nvPr/>
        </p:nvSpPr>
        <p:spPr bwMode="auto">
          <a:xfrm>
            <a:off x="1676400" y="1638300"/>
            <a:ext cx="5029200" cy="1409700"/>
          </a:xfrm>
          <a:prstGeom prst="rect">
            <a:avLst/>
          </a:prstGeom>
          <a:solidFill>
            <a:srgbClr val="D4E0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11267" name="AutoShape 3">
            <a:extLst>
              <a:ext uri="{FF2B5EF4-FFF2-40B4-BE49-F238E27FC236}">
                <a16:creationId xmlns:a16="http://schemas.microsoft.com/office/drawing/2014/main" id="{4A34B867-0003-404F-AC80-9627F43CDD86}"/>
              </a:ext>
            </a:extLst>
          </p:cNvPr>
          <p:cNvSpPr>
            <a:spLocks noChangeArrowheads="1"/>
          </p:cNvSpPr>
          <p:nvPr/>
        </p:nvSpPr>
        <p:spPr bwMode="auto">
          <a:xfrm>
            <a:off x="1828800" y="1719942"/>
            <a:ext cx="4953000" cy="1198563"/>
          </a:xfrm>
          <a:custGeom>
            <a:avLst/>
            <a:gdLst>
              <a:gd name="T0" fmla="*/ 24407949 w 4721225"/>
              <a:gd name="T1" fmla="*/ 19 h 2009775"/>
              <a:gd name="T2" fmla="*/ 12203978 w 4721225"/>
              <a:gd name="T3" fmla="*/ 39 h 2009775"/>
              <a:gd name="T4" fmla="*/ 0 w 4721225"/>
              <a:gd name="T5" fmla="*/ 19 h 2009775"/>
              <a:gd name="T6" fmla="*/ 12203978 w 4721225"/>
              <a:gd name="T7" fmla="*/ 0 h 2009775"/>
              <a:gd name="T8" fmla="*/ 0 60000 65536"/>
              <a:gd name="T9" fmla="*/ 5898240 60000 65536"/>
              <a:gd name="T10" fmla="*/ 11796480 60000 65536"/>
              <a:gd name="T11" fmla="*/ 17694720 60000 65536"/>
              <a:gd name="T12" fmla="*/ 0 w 4721225"/>
              <a:gd name="T13" fmla="*/ 0 h 2009775"/>
              <a:gd name="T14" fmla="*/ 4721225 w 4721225"/>
              <a:gd name="T15" fmla="*/ 2009775 h 2009775"/>
            </a:gdLst>
            <a:ahLst/>
            <a:cxnLst>
              <a:cxn ang="T8">
                <a:pos x="T0" y="T1"/>
              </a:cxn>
              <a:cxn ang="T9">
                <a:pos x="T2" y="T3"/>
              </a:cxn>
              <a:cxn ang="T10">
                <a:pos x="T4" y="T5"/>
              </a:cxn>
              <a:cxn ang="T11">
                <a:pos x="T6" y="T7"/>
              </a:cxn>
            </a:cxnLst>
            <a:rect l="T12" t="T13" r="T14" b="T15"/>
            <a:pathLst>
              <a:path w="4721225" h="2009775">
                <a:moveTo>
                  <a:pt x="0" y="0"/>
                </a:moveTo>
                <a:lnTo>
                  <a:pt x="13115" y="0"/>
                </a:lnTo>
                <a:lnTo>
                  <a:pt x="13115" y="5584"/>
                </a:lnTo>
                <a:lnTo>
                  <a:pt x="0" y="5584"/>
                </a:lnTo>
                <a:lnTo>
                  <a:pt x="0" y="0"/>
                </a:lnTo>
                <a:close/>
              </a:path>
            </a:pathLst>
          </a:cu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5000" rIns="90000" bIns="45000">
            <a:spAutoFit/>
          </a:bodyP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dirty="0" err="1">
                <a:solidFill>
                  <a:srgbClr val="0000FF"/>
                </a:solidFill>
                <a:latin typeface="TTE1F17478t00" charset="0"/>
              </a:rPr>
              <a:t>entity</a:t>
            </a:r>
            <a:r>
              <a:rPr lang="de-DE" altLang="en-US" dirty="0">
                <a:solidFill>
                  <a:srgbClr val="0000FF"/>
                </a:solidFill>
                <a:latin typeface="TTE1F17478t00" charset="0"/>
              </a:rPr>
              <a:t> </a:t>
            </a:r>
            <a:r>
              <a:rPr lang="de-DE" altLang="en-US" dirty="0">
                <a:latin typeface="TTE1F17478t00" charset="0"/>
              </a:rPr>
              <a:t>&lt;</a:t>
            </a:r>
            <a:r>
              <a:rPr lang="de-DE" altLang="en-US" dirty="0" err="1">
                <a:latin typeface="TTE1F17478t00" charset="0"/>
              </a:rPr>
              <a:t>entity_name</a:t>
            </a:r>
            <a:r>
              <a:rPr lang="de-DE" altLang="en-US" dirty="0">
                <a:latin typeface="TTE1F17478t00" charset="0"/>
              </a:rPr>
              <a:t>&gt; </a:t>
            </a:r>
            <a:r>
              <a:rPr lang="de-DE" altLang="en-US" dirty="0" err="1">
                <a:solidFill>
                  <a:srgbClr val="0000FF"/>
                </a:solidFill>
                <a:latin typeface="TTE1F17478t00" charset="0"/>
              </a:rPr>
              <a:t>is</a:t>
            </a:r>
            <a:r>
              <a:rPr lang="de-DE" altLang="en-US" dirty="0">
                <a:solidFill>
                  <a:srgbClr val="0000FF"/>
                </a:solidFill>
                <a:latin typeface="TTE1F17478t00" charset="0"/>
              </a:rPr>
              <a:t> </a:t>
            </a:r>
          </a:p>
          <a:p>
            <a:pPr eaLnBrk="1">
              <a:lnSpc>
                <a:spcPct val="100000"/>
              </a:lnSpc>
              <a:spcAft>
                <a:spcPct val="0"/>
              </a:spcAft>
            </a:pPr>
            <a:r>
              <a:rPr lang="de-DE" altLang="en-US" dirty="0">
                <a:solidFill>
                  <a:srgbClr val="0000FF"/>
                </a:solidFill>
                <a:latin typeface="TTE1F17478t00" charset="0"/>
              </a:rPr>
              <a:t>       </a:t>
            </a:r>
            <a:r>
              <a:rPr lang="de-DE" altLang="en-US" dirty="0" err="1">
                <a:latin typeface="TTE1F17478t00" charset="0"/>
              </a:rPr>
              <a:t>Generic</a:t>
            </a:r>
            <a:r>
              <a:rPr lang="de-DE" altLang="en-US" dirty="0">
                <a:latin typeface="TTE1F17478t00" charset="0"/>
              </a:rPr>
              <a:t> </a:t>
            </a:r>
            <a:r>
              <a:rPr lang="de-DE" altLang="en-US" dirty="0" err="1">
                <a:latin typeface="TTE1F17478t00" charset="0"/>
              </a:rPr>
              <a:t>declarations</a:t>
            </a:r>
            <a:endParaRPr lang="de-DE" altLang="en-US" dirty="0">
              <a:latin typeface="TTE1F17478t00" charset="0"/>
            </a:endParaRPr>
          </a:p>
          <a:p>
            <a:pPr eaLnBrk="1">
              <a:lnSpc>
                <a:spcPct val="100000"/>
              </a:lnSpc>
              <a:spcAft>
                <a:spcPct val="0"/>
              </a:spcAft>
            </a:pPr>
            <a:r>
              <a:rPr lang="de-DE" altLang="en-US" dirty="0">
                <a:latin typeface="TTE1F17478t00" charset="0"/>
              </a:rPr>
              <a:t>       Port </a:t>
            </a:r>
            <a:r>
              <a:rPr lang="de-DE" altLang="en-US" dirty="0" err="1">
                <a:latin typeface="TTE1F17478t00" charset="0"/>
              </a:rPr>
              <a:t>Declarations</a:t>
            </a:r>
            <a:endParaRPr lang="de-DE" altLang="en-US" dirty="0">
              <a:latin typeface="TTE1F17478t00" charset="0"/>
            </a:endParaRPr>
          </a:p>
          <a:p>
            <a:pPr eaLnBrk="1">
              <a:lnSpc>
                <a:spcPct val="100000"/>
              </a:lnSpc>
              <a:spcAft>
                <a:spcPct val="0"/>
              </a:spcAft>
            </a:pPr>
            <a:r>
              <a:rPr lang="de-DE" altLang="en-US" dirty="0">
                <a:solidFill>
                  <a:srgbClr val="0000FF"/>
                </a:solidFill>
                <a:latin typeface="TTE1F17478t00" charset="0"/>
              </a:rPr>
              <a:t>end </a:t>
            </a:r>
            <a:r>
              <a:rPr lang="de-DE" altLang="en-US" dirty="0" err="1">
                <a:solidFill>
                  <a:srgbClr val="0000FF"/>
                </a:solidFill>
                <a:latin typeface="TTE1F17478t00" charset="0"/>
              </a:rPr>
              <a:t>entity</a:t>
            </a:r>
            <a:r>
              <a:rPr lang="de-DE" altLang="en-US" dirty="0">
                <a:solidFill>
                  <a:srgbClr val="0000FF"/>
                </a:solidFill>
                <a:latin typeface="TTE1F17478t00" charset="0"/>
              </a:rPr>
              <a:t> </a:t>
            </a:r>
            <a:r>
              <a:rPr lang="de-DE" altLang="en-US" dirty="0">
                <a:latin typeface="TTE1F17478t00" charset="0"/>
              </a:rPr>
              <a:t>&lt;</a:t>
            </a:r>
            <a:r>
              <a:rPr lang="de-DE" altLang="en-US" dirty="0" err="1">
                <a:latin typeface="TTE1F17478t00" charset="0"/>
              </a:rPr>
              <a:t>entity_name</a:t>
            </a:r>
            <a:r>
              <a:rPr lang="de-DE" altLang="en-US" dirty="0">
                <a:latin typeface="TTE1F17478t00" charset="0"/>
              </a:rPr>
              <a:t>&gt;;   (1076-1993 </a:t>
            </a:r>
            <a:r>
              <a:rPr lang="de-DE" altLang="en-US" dirty="0" err="1">
                <a:latin typeface="TTE1F17478t00" charset="0"/>
              </a:rPr>
              <a:t>version</a:t>
            </a:r>
            <a:r>
              <a:rPr lang="de-DE" altLang="en-US" dirty="0">
                <a:latin typeface="TTE1F17478t00" charset="0"/>
              </a:rPr>
              <a:t>)</a:t>
            </a:r>
            <a:endParaRPr lang="de-DE" altLang="en-US" dirty="0">
              <a:solidFill>
                <a:srgbClr val="0000FF"/>
              </a:solidFill>
              <a:latin typeface="TTE1F17478t00" charset="0"/>
            </a:endParaRPr>
          </a:p>
        </p:txBody>
      </p:sp>
      <p:sp>
        <p:nvSpPr>
          <p:cNvPr id="18433" name="AutoShape 1">
            <a:extLst>
              <a:ext uri="{FF2B5EF4-FFF2-40B4-BE49-F238E27FC236}">
                <a16:creationId xmlns:a16="http://schemas.microsoft.com/office/drawing/2014/main" id="{5C9170EF-A41C-8844-9546-6EDECAC46670}"/>
              </a:ext>
            </a:extLst>
          </p:cNvPr>
          <p:cNvSpPr>
            <a:spLocks noChangeArrowheads="1"/>
          </p:cNvSpPr>
          <p:nvPr/>
        </p:nvSpPr>
        <p:spPr bwMode="auto">
          <a:xfrm>
            <a:off x="460375" y="2819400"/>
            <a:ext cx="8223250" cy="3276600"/>
          </a:xfrm>
          <a:custGeom>
            <a:avLst/>
            <a:gdLst>
              <a:gd name="G0" fmla="*/ 22842 1 2"/>
              <a:gd name="G1" fmla="*/ 10998 1 2"/>
              <a:gd name="G2" fmla="+- 10998 0 0"/>
              <a:gd name="G3" fmla="+- 22842 0 0"/>
            </a:gdLst>
            <a:ahLst/>
            <a:cxnLst>
              <a:cxn ang="0">
                <a:pos x="r" y="vc"/>
              </a:cxn>
              <a:cxn ang="5400000">
                <a:pos x="hc" y="b"/>
              </a:cxn>
              <a:cxn ang="10800000">
                <a:pos x="l" y="vc"/>
              </a:cxn>
              <a:cxn ang="16200000">
                <a:pos x="hc" y="t"/>
              </a:cxn>
            </a:cxnLst>
            <a:rect l="0" t="0" r="0" b="0"/>
            <a:pathLst>
              <a:path>
                <a:moveTo>
                  <a:pt x="0" y="0"/>
                </a:moveTo>
                <a:lnTo>
                  <a:pt x="22842" y="0"/>
                </a:lnTo>
                <a:lnTo>
                  <a:pt x="22842" y="10998"/>
                </a:lnTo>
                <a:lnTo>
                  <a:pt x="0" y="10998"/>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TTE1F17478t00"/>
              <a:ea typeface="+mn-ea"/>
              <a:cs typeface="DejaVu Sans" charset="0"/>
            </a:endParaRPr>
          </a:p>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mn-lt"/>
                <a:ea typeface="+mn-ea"/>
                <a:cs typeface="+mn-cs"/>
              </a:rPr>
              <a:t>Symbol name</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mn-lt"/>
                <a:ea typeface="+mn-ea"/>
                <a:cs typeface="+mn-cs"/>
              </a:rPr>
              <a:t>&lt;entity_name</a:t>
            </a:r>
            <a:r>
              <a:rPr lang="de-DE" dirty="0">
                <a:solidFill>
                  <a:srgbClr val="000000"/>
                </a:solidFill>
                <a:latin typeface="TTE1F17478t00"/>
                <a:ea typeface="+mn-ea"/>
                <a:cs typeface="DejaVu Sans" charset="0"/>
              </a:rPr>
              <a:t>&gt; can be any alpha/numerical name</a:t>
            </a:r>
          </a:p>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mn-lt"/>
                <a:ea typeface="+mn-ea"/>
                <a:cs typeface="+mn-cs"/>
              </a:rPr>
              <a:t>Port declarations</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mn-lt"/>
                <a:ea typeface="+mn-ea"/>
                <a:cs typeface="+mn-cs"/>
              </a:rPr>
              <a:t>Used </a:t>
            </a:r>
            <a:r>
              <a:rPr lang="de-DE" dirty="0">
                <a:solidFill>
                  <a:srgbClr val="000000"/>
                </a:solidFill>
                <a:latin typeface="TTE1F17478t00"/>
                <a:ea typeface="+mn-ea"/>
                <a:cs typeface="DejaVu Sans" charset="0"/>
              </a:rPr>
              <a:t>to describe the </a:t>
            </a:r>
            <a:r>
              <a:rPr lang="de-DE" dirty="0">
                <a:latin typeface="+mn-lt"/>
                <a:ea typeface="+mn-ea"/>
                <a:cs typeface="+mn-cs"/>
              </a:rPr>
              <a:t>inputs and outputs </a:t>
            </a:r>
            <a:r>
              <a:rPr lang="de-DE" dirty="0">
                <a:solidFill>
                  <a:srgbClr val="000000"/>
                </a:solidFill>
                <a:latin typeface="TTE1F17478t00"/>
                <a:ea typeface="+mn-ea"/>
                <a:cs typeface="DejaVu Sans" charset="0"/>
              </a:rPr>
              <a:t>i.e.pins</a:t>
            </a:r>
          </a:p>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mn-lt"/>
                <a:ea typeface="+mn-ea"/>
                <a:cs typeface="+mn-cs"/>
              </a:rPr>
              <a:t>Generic declarations</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Used to pass information into a model by defining constants</a:t>
            </a:r>
          </a:p>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Close entity in one of these ways</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END </a:t>
            </a:r>
            <a:r>
              <a:rPr lang="de-DE" dirty="0">
                <a:latin typeface="+mn-lt"/>
                <a:ea typeface="+mn-ea"/>
                <a:cs typeface="+mn-cs"/>
              </a:rPr>
              <a:t>ENTITY &lt;entity_name&gt;;    END &lt;entity_name&gt;</a:t>
            </a:r>
            <a:r>
              <a:rPr lang="de-DE" dirty="0">
                <a:solidFill>
                  <a:srgbClr val="000000"/>
                </a:solidFill>
                <a:latin typeface="TTE1F17478t00"/>
                <a:ea typeface="+mn-ea"/>
                <a:cs typeface="DejaVu Sans" charset="0"/>
              </a:rPr>
              <a:t>;                    </a:t>
            </a:r>
          </a:p>
        </p:txBody>
      </p:sp>
      <p:sp>
        <p:nvSpPr>
          <p:cNvPr id="11269" name="AutoShape 2">
            <a:extLst>
              <a:ext uri="{FF2B5EF4-FFF2-40B4-BE49-F238E27FC236}">
                <a16:creationId xmlns:a16="http://schemas.microsoft.com/office/drawing/2014/main" id="{6B9B058F-2F18-DE42-AACC-75C2227BF1D9}"/>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Entity</a:t>
            </a:r>
          </a:p>
        </p:txBody>
      </p:sp>
      <p:sp>
        <p:nvSpPr>
          <p:cNvPr id="11270" name="Text Box 4">
            <a:extLst>
              <a:ext uri="{FF2B5EF4-FFF2-40B4-BE49-F238E27FC236}">
                <a16:creationId xmlns:a16="http://schemas.microsoft.com/office/drawing/2014/main" id="{C0B2A8C1-AFFB-714C-B8DE-A8B9EA82D5C1}"/>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fld id="{D9A8CBB3-CED6-2E48-A81A-92A60B1E31D9}" type="slidenum">
              <a:rPr lang="de-DE" altLang="en-US" sz="1200">
                <a:solidFill>
                  <a:srgbClr val="B2B2B2"/>
                </a:solidFill>
              </a:rPr>
              <a:pPr algn="ctr" eaLnBrk="1">
                <a:lnSpc>
                  <a:spcPct val="100000"/>
                </a:lnSpc>
                <a:spcAft>
                  <a:spcPct val="0"/>
                </a:spcAft>
              </a:pPr>
              <a:t>8</a:t>
            </a:fld>
            <a:endParaRPr lang="de-DE" altLang="en-US" sz="1200">
              <a:solidFill>
                <a:srgbClr val="B2B2B2"/>
              </a:solidFill>
            </a:endParaRPr>
          </a:p>
        </p:txBody>
      </p:sp>
    </p:spTree>
  </p:cSld>
  <p:clrMapOvr>
    <a:masterClrMapping/>
  </p:clrMapOvr>
  <p:transition spd="med" advTm="63656"/>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a:extLst>
              <a:ext uri="{FF2B5EF4-FFF2-40B4-BE49-F238E27FC236}">
                <a16:creationId xmlns:a16="http://schemas.microsoft.com/office/drawing/2014/main" id="{9EC4552C-4BE7-DA44-BFA8-73D0B70DC122}"/>
              </a:ext>
            </a:extLst>
          </p:cNvPr>
          <p:cNvSpPr>
            <a:spLocks noGrp="1"/>
          </p:cNvSpPr>
          <p:nvPr>
            <p:ph type="sldNum" sz="quarter" idx="10"/>
          </p:nvPr>
        </p:nvSpPr>
        <p:spPr>
          <a:xfrm>
            <a:off x="3505200" y="6323013"/>
            <a:ext cx="2133600" cy="365125"/>
          </a:xfrm>
          <a:noFill/>
          <a:extLst>
            <a:ext uri="{91240B29-F687-4F45-9708-019B960494DF}">
              <a14:hiddenLine xmlns:a14="http://schemas.microsoft.com/office/drawing/2010/main" w="9525">
                <a:solidFill>
                  <a:srgbClr val="3465AF"/>
                </a:solidFill>
                <a:round/>
                <a:headEnd/>
                <a:tailEnd/>
              </a14:hiddenLine>
            </a:ext>
          </a:extLst>
        </p:spPr>
        <p:txBody>
          <a:bodyPr/>
          <a:lstStyle>
            <a:lvl1pPr>
              <a:tabLst>
                <a:tab pos="449263" algn="l"/>
                <a:tab pos="898525" algn="l"/>
                <a:tab pos="1347788" algn="l"/>
                <a:tab pos="1797050" algn="l"/>
              </a:tabLst>
              <a:defRPr>
                <a:solidFill>
                  <a:schemeClr val="tx1"/>
                </a:solidFill>
                <a:latin typeface="Arial" panose="020B0604020202020204" pitchFamily="34" charset="0"/>
                <a:ea typeface="DejaVu Sans" pitchFamily="34" charset="0"/>
                <a:cs typeface="DejaVu Sans" pitchFamily="34" charset="0"/>
              </a:defRPr>
            </a:lvl1pPr>
            <a:lvl2pPr>
              <a:tabLst>
                <a:tab pos="449263" algn="l"/>
                <a:tab pos="898525" algn="l"/>
                <a:tab pos="1347788" algn="l"/>
                <a:tab pos="1797050" algn="l"/>
              </a:tabLst>
              <a:defRPr>
                <a:solidFill>
                  <a:schemeClr val="tx1"/>
                </a:solidFill>
                <a:latin typeface="Arial" panose="020B0604020202020204" pitchFamily="34" charset="0"/>
                <a:ea typeface="DejaVu Sans" pitchFamily="34" charset="0"/>
                <a:cs typeface="DejaVu Sans" pitchFamily="34" charset="0"/>
              </a:defRPr>
            </a:lvl2pPr>
            <a:lvl3pPr>
              <a:tabLst>
                <a:tab pos="449263" algn="l"/>
                <a:tab pos="898525" algn="l"/>
                <a:tab pos="1347788" algn="l"/>
                <a:tab pos="1797050" algn="l"/>
              </a:tabLst>
              <a:defRPr>
                <a:solidFill>
                  <a:schemeClr val="tx1"/>
                </a:solidFill>
                <a:latin typeface="Arial" panose="020B0604020202020204" pitchFamily="34" charset="0"/>
                <a:ea typeface="DejaVu Sans" pitchFamily="34" charset="0"/>
                <a:cs typeface="DejaVu Sans" pitchFamily="34" charset="0"/>
              </a:defRPr>
            </a:lvl3pPr>
            <a:lvl4pPr>
              <a:tabLst>
                <a:tab pos="449263" algn="l"/>
                <a:tab pos="898525" algn="l"/>
                <a:tab pos="1347788" algn="l"/>
                <a:tab pos="1797050" algn="l"/>
              </a:tabLst>
              <a:defRPr>
                <a:solidFill>
                  <a:schemeClr val="tx1"/>
                </a:solidFill>
                <a:latin typeface="Arial" panose="020B0604020202020204" pitchFamily="34" charset="0"/>
                <a:ea typeface="DejaVu Sans" pitchFamily="34" charset="0"/>
                <a:cs typeface="DejaVu Sans" pitchFamily="34" charset="0"/>
              </a:defRPr>
            </a:lvl4pPr>
            <a:lvl5pPr>
              <a:tabLst>
                <a:tab pos="449263" algn="l"/>
                <a:tab pos="898525" algn="l"/>
                <a:tab pos="1347788" algn="l"/>
                <a:tab pos="1797050" algn="l"/>
              </a:tabLst>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tabLst>
                <a:tab pos="449263" algn="l"/>
                <a:tab pos="898525" algn="l"/>
                <a:tab pos="1347788" algn="l"/>
                <a:tab pos="1797050" algn="l"/>
              </a:tabLs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tabLst>
                <a:tab pos="449263" algn="l"/>
                <a:tab pos="898525" algn="l"/>
                <a:tab pos="1347788" algn="l"/>
                <a:tab pos="1797050" algn="l"/>
              </a:tabLs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tabLst>
                <a:tab pos="449263" algn="l"/>
                <a:tab pos="898525" algn="l"/>
                <a:tab pos="1347788" algn="l"/>
                <a:tab pos="1797050" algn="l"/>
              </a:tabLs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tabLst>
                <a:tab pos="449263" algn="l"/>
                <a:tab pos="898525" algn="l"/>
                <a:tab pos="1347788" algn="l"/>
                <a:tab pos="1797050" algn="l"/>
              </a:tabLst>
              <a:defRPr>
                <a:solidFill>
                  <a:schemeClr val="tx1"/>
                </a:solidFill>
                <a:latin typeface="Arial" panose="020B0604020202020204" pitchFamily="34" charset="0"/>
                <a:ea typeface="DejaVu Sans" pitchFamily="34" charset="0"/>
                <a:cs typeface="DejaVu Sans" pitchFamily="34" charset="0"/>
              </a:defRPr>
            </a:lvl9pPr>
          </a:lstStyle>
          <a:p>
            <a:fld id="{4940DE21-E0DF-4541-A4F1-B120192030DA}" type="slidenum">
              <a:rPr lang="de-DE" altLang="en-US">
                <a:solidFill>
                  <a:srgbClr val="B2B2B2"/>
                </a:solidFill>
                <a:latin typeface="Frutiger LT Com 55 Roman" pitchFamily="1" charset="0"/>
              </a:rPr>
              <a:pPr/>
              <a:t>9</a:t>
            </a:fld>
            <a:endParaRPr lang="de-DE" altLang="en-US">
              <a:solidFill>
                <a:srgbClr val="B2B2B2"/>
              </a:solidFill>
              <a:latin typeface="Frutiger LT Com 55 Roman" pitchFamily="1" charset="0"/>
            </a:endParaRPr>
          </a:p>
        </p:txBody>
      </p:sp>
      <p:grpSp>
        <p:nvGrpSpPr>
          <p:cNvPr id="12291" name="Group 1">
            <a:extLst>
              <a:ext uri="{FF2B5EF4-FFF2-40B4-BE49-F238E27FC236}">
                <a16:creationId xmlns:a16="http://schemas.microsoft.com/office/drawing/2014/main" id="{1D39D55B-D312-E342-81B6-4C21751B606F}"/>
              </a:ext>
            </a:extLst>
          </p:cNvPr>
          <p:cNvGrpSpPr>
            <a:grpSpLocks noChangeAspect="1"/>
          </p:cNvGrpSpPr>
          <p:nvPr/>
        </p:nvGrpSpPr>
        <p:grpSpPr bwMode="auto">
          <a:xfrm>
            <a:off x="838200" y="2545101"/>
            <a:ext cx="1504950" cy="2088810"/>
            <a:chOff x="1219200" y="3574592"/>
            <a:chExt cx="1233488" cy="1711783"/>
          </a:xfrm>
        </p:grpSpPr>
        <p:sp>
          <p:nvSpPr>
            <p:cNvPr id="12317" name="Line 169">
              <a:extLst>
                <a:ext uri="{FF2B5EF4-FFF2-40B4-BE49-F238E27FC236}">
                  <a16:creationId xmlns:a16="http://schemas.microsoft.com/office/drawing/2014/main" id="{75EECE70-D051-1D4C-9F1E-DF8B11A27777}"/>
                </a:ext>
              </a:extLst>
            </p:cNvPr>
            <p:cNvSpPr>
              <a:spLocks noChangeShapeType="1"/>
            </p:cNvSpPr>
            <p:nvPr/>
          </p:nvSpPr>
          <p:spPr bwMode="auto">
            <a:xfrm>
              <a:off x="1703387" y="5065712"/>
              <a:ext cx="1588" cy="22066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2318" name="Line 170">
              <a:extLst>
                <a:ext uri="{FF2B5EF4-FFF2-40B4-BE49-F238E27FC236}">
                  <a16:creationId xmlns:a16="http://schemas.microsoft.com/office/drawing/2014/main" id="{C5B6DACE-2FCE-CC47-8BFF-7509D1A3619C}"/>
                </a:ext>
              </a:extLst>
            </p:cNvPr>
            <p:cNvSpPr>
              <a:spLocks noChangeShapeType="1"/>
            </p:cNvSpPr>
            <p:nvPr/>
          </p:nvSpPr>
          <p:spPr bwMode="auto">
            <a:xfrm>
              <a:off x="1965325" y="5065712"/>
              <a:ext cx="0" cy="22066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2319" name="Line 171">
              <a:extLst>
                <a:ext uri="{FF2B5EF4-FFF2-40B4-BE49-F238E27FC236}">
                  <a16:creationId xmlns:a16="http://schemas.microsoft.com/office/drawing/2014/main" id="{BEB17376-B994-DA48-BD54-AC3032660769}"/>
                </a:ext>
              </a:extLst>
            </p:cNvPr>
            <p:cNvSpPr>
              <a:spLocks noChangeShapeType="1"/>
            </p:cNvSpPr>
            <p:nvPr/>
          </p:nvSpPr>
          <p:spPr bwMode="auto">
            <a:xfrm>
              <a:off x="1703387" y="3810000"/>
              <a:ext cx="1588" cy="22066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2320" name="Line 172">
              <a:extLst>
                <a:ext uri="{FF2B5EF4-FFF2-40B4-BE49-F238E27FC236}">
                  <a16:creationId xmlns:a16="http://schemas.microsoft.com/office/drawing/2014/main" id="{D3755C50-9FDF-C34A-95C3-7487E59EC357}"/>
                </a:ext>
              </a:extLst>
            </p:cNvPr>
            <p:cNvSpPr>
              <a:spLocks noChangeShapeType="1"/>
            </p:cNvSpPr>
            <p:nvPr/>
          </p:nvSpPr>
          <p:spPr bwMode="auto">
            <a:xfrm>
              <a:off x="1965325" y="3810000"/>
              <a:ext cx="0" cy="22066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2321" name="Rectangle 183">
              <a:extLst>
                <a:ext uri="{FF2B5EF4-FFF2-40B4-BE49-F238E27FC236}">
                  <a16:creationId xmlns:a16="http://schemas.microsoft.com/office/drawing/2014/main" id="{86DA06FF-5C66-BB40-9684-560C543919DB}"/>
                </a:ext>
              </a:extLst>
            </p:cNvPr>
            <p:cNvSpPr>
              <a:spLocks noChangeArrowheads="1"/>
            </p:cNvSpPr>
            <p:nvPr/>
          </p:nvSpPr>
          <p:spPr bwMode="auto">
            <a:xfrm>
              <a:off x="1650809" y="3577379"/>
              <a:ext cx="105115" cy="227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b="1" dirty="0">
                  <a:solidFill>
                    <a:srgbClr val="000000"/>
                  </a:solidFill>
                  <a:latin typeface="Helvetica" pitchFamily="2" charset="0"/>
                </a:rPr>
                <a:t>a</a:t>
              </a:r>
            </a:p>
          </p:txBody>
        </p:sp>
        <p:sp>
          <p:nvSpPr>
            <p:cNvPr id="12322" name="Rectangle 184">
              <a:extLst>
                <a:ext uri="{FF2B5EF4-FFF2-40B4-BE49-F238E27FC236}">
                  <a16:creationId xmlns:a16="http://schemas.microsoft.com/office/drawing/2014/main" id="{9E50235C-8536-2A46-A54E-6345D0D61FB3}"/>
                </a:ext>
              </a:extLst>
            </p:cNvPr>
            <p:cNvSpPr>
              <a:spLocks noChangeArrowheads="1"/>
            </p:cNvSpPr>
            <p:nvPr/>
          </p:nvSpPr>
          <p:spPr bwMode="auto">
            <a:xfrm>
              <a:off x="1921947" y="3574592"/>
              <a:ext cx="115626" cy="227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b="1" dirty="0">
                  <a:solidFill>
                    <a:srgbClr val="000000"/>
                  </a:solidFill>
                  <a:latin typeface="Helvetica" pitchFamily="2" charset="0"/>
                </a:rPr>
                <a:t>b</a:t>
              </a:r>
            </a:p>
          </p:txBody>
        </p:sp>
        <p:sp>
          <p:nvSpPr>
            <p:cNvPr id="12323" name="Rectangle 192">
              <a:extLst>
                <a:ext uri="{FF2B5EF4-FFF2-40B4-BE49-F238E27FC236}">
                  <a16:creationId xmlns:a16="http://schemas.microsoft.com/office/drawing/2014/main" id="{5EF3D064-7C0B-A04C-BEA5-64E00069DE6E}"/>
                </a:ext>
              </a:extLst>
            </p:cNvPr>
            <p:cNvSpPr>
              <a:spLocks noChangeArrowheads="1"/>
            </p:cNvSpPr>
            <p:nvPr/>
          </p:nvSpPr>
          <p:spPr bwMode="auto">
            <a:xfrm>
              <a:off x="1219200" y="4025900"/>
              <a:ext cx="1233488" cy="1039813"/>
            </a:xfrm>
            <a:prstGeom prst="rect">
              <a:avLst/>
            </a:prstGeom>
            <a:noFill/>
            <a:ln w="15875">
              <a:solidFill>
                <a:srgbClr val="0079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tLang="en-US"/>
            </a:p>
          </p:txBody>
        </p:sp>
        <p:sp>
          <p:nvSpPr>
            <p:cNvPr id="12324" name="Text Box 193">
              <a:extLst>
                <a:ext uri="{FF2B5EF4-FFF2-40B4-BE49-F238E27FC236}">
                  <a16:creationId xmlns:a16="http://schemas.microsoft.com/office/drawing/2014/main" id="{10C88323-DC1C-E646-8E55-3C4D6C7166DC}"/>
                </a:ext>
              </a:extLst>
            </p:cNvPr>
            <p:cNvSpPr txBox="1">
              <a:spLocks noChangeArrowheads="1"/>
            </p:cNvSpPr>
            <p:nvPr/>
          </p:nvSpPr>
          <p:spPr bwMode="auto">
            <a:xfrm>
              <a:off x="1265237" y="4321175"/>
              <a:ext cx="1044575" cy="529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algn="ctr" eaLnBrk="1" hangingPunct="1">
                <a:lnSpc>
                  <a:spcPct val="100000"/>
                </a:lnSpc>
                <a:spcAft>
                  <a:spcPct val="0"/>
                </a:spcAft>
                <a:buClrTx/>
                <a:buSzTx/>
                <a:buFontTx/>
                <a:buNone/>
              </a:pPr>
              <a:r>
                <a:rPr lang="en-US" altLang="en-US">
                  <a:solidFill>
                    <a:schemeClr val="tx1"/>
                  </a:solidFill>
                  <a:latin typeface="Times New Roman" panose="02020603050405020304" pitchFamily="18" charset="0"/>
                </a:rPr>
                <a:t>Half-adder (HA)</a:t>
              </a:r>
            </a:p>
          </p:txBody>
        </p:sp>
      </p:grpSp>
      <p:sp>
        <p:nvSpPr>
          <p:cNvPr id="12292" name="AutoShape 2">
            <a:extLst>
              <a:ext uri="{FF2B5EF4-FFF2-40B4-BE49-F238E27FC236}">
                <a16:creationId xmlns:a16="http://schemas.microsoft.com/office/drawing/2014/main" id="{B8D2DC54-0B98-874F-88B0-1569EB4A9C72}"/>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Entity</a:t>
            </a:r>
          </a:p>
        </p:txBody>
      </p:sp>
      <p:grpSp>
        <p:nvGrpSpPr>
          <p:cNvPr id="12293" name="Group 6">
            <a:extLst>
              <a:ext uri="{FF2B5EF4-FFF2-40B4-BE49-F238E27FC236}">
                <a16:creationId xmlns:a16="http://schemas.microsoft.com/office/drawing/2014/main" id="{683E7F09-52EE-8A4E-B9E4-571330AA5547}"/>
              </a:ext>
            </a:extLst>
          </p:cNvPr>
          <p:cNvGrpSpPr>
            <a:grpSpLocks/>
          </p:cNvGrpSpPr>
          <p:nvPr/>
        </p:nvGrpSpPr>
        <p:grpSpPr bwMode="auto">
          <a:xfrm>
            <a:off x="2590800" y="2550724"/>
            <a:ext cx="1671638" cy="2048264"/>
            <a:chOff x="2286000" y="3340525"/>
            <a:chExt cx="1671638" cy="2048264"/>
          </a:xfrm>
        </p:grpSpPr>
        <p:sp>
          <p:nvSpPr>
            <p:cNvPr id="12303" name="Oval 162">
              <a:extLst>
                <a:ext uri="{FF2B5EF4-FFF2-40B4-BE49-F238E27FC236}">
                  <a16:creationId xmlns:a16="http://schemas.microsoft.com/office/drawing/2014/main" id="{9DF5FBB1-F4DF-564F-8D91-01651FE0C7F4}"/>
                </a:ext>
              </a:extLst>
            </p:cNvPr>
            <p:cNvSpPr>
              <a:spLocks noChangeArrowheads="1"/>
            </p:cNvSpPr>
            <p:nvPr/>
          </p:nvSpPr>
          <p:spPr bwMode="auto">
            <a:xfrm>
              <a:off x="2779713" y="4025126"/>
              <a:ext cx="77788" cy="82550"/>
            </a:xfrm>
            <a:prstGeom prst="ellipse">
              <a:avLst/>
            </a:prstGeom>
            <a:solidFill>
              <a:srgbClr val="000000"/>
            </a:solidFill>
            <a:ln w="11113">
              <a:solidFill>
                <a:srgbClr val="000000"/>
              </a:solidFill>
              <a:miter lim="800000"/>
              <a:headEnd/>
              <a:tailEnd/>
            </a:ln>
          </p:spPr>
          <p:txBody>
            <a:bodyPr/>
            <a:lstStyle/>
            <a:p>
              <a:endParaRPr lang="en-US" altLang="en-US"/>
            </a:p>
          </p:txBody>
        </p:sp>
        <p:sp>
          <p:nvSpPr>
            <p:cNvPr id="12304" name="Oval 163">
              <a:extLst>
                <a:ext uri="{FF2B5EF4-FFF2-40B4-BE49-F238E27FC236}">
                  <a16:creationId xmlns:a16="http://schemas.microsoft.com/office/drawing/2014/main" id="{92466AB9-D720-A845-B13E-8CE329C53260}"/>
                </a:ext>
              </a:extLst>
            </p:cNvPr>
            <p:cNvSpPr>
              <a:spLocks noChangeArrowheads="1"/>
            </p:cNvSpPr>
            <p:nvPr/>
          </p:nvSpPr>
          <p:spPr bwMode="auto">
            <a:xfrm>
              <a:off x="2508250" y="4194989"/>
              <a:ext cx="76200" cy="82550"/>
            </a:xfrm>
            <a:prstGeom prst="ellipse">
              <a:avLst/>
            </a:prstGeom>
            <a:solidFill>
              <a:srgbClr val="000000"/>
            </a:solidFill>
            <a:ln w="11113">
              <a:solidFill>
                <a:srgbClr val="000000"/>
              </a:solidFill>
              <a:miter lim="800000"/>
              <a:headEnd/>
              <a:tailEnd/>
            </a:ln>
          </p:spPr>
          <p:txBody>
            <a:bodyPr/>
            <a:lstStyle/>
            <a:p>
              <a:endParaRPr lang="en-US" altLang="en-US"/>
            </a:p>
          </p:txBody>
        </p:sp>
        <p:sp>
          <p:nvSpPr>
            <p:cNvPr id="12305" name="Rectangle 164">
              <a:extLst>
                <a:ext uri="{FF2B5EF4-FFF2-40B4-BE49-F238E27FC236}">
                  <a16:creationId xmlns:a16="http://schemas.microsoft.com/office/drawing/2014/main" id="{9B5D4DFA-03A0-8E4B-98DF-FAF20D1BA38F}"/>
                </a:ext>
              </a:extLst>
            </p:cNvPr>
            <p:cNvSpPr>
              <a:spLocks noChangeArrowheads="1"/>
            </p:cNvSpPr>
            <p:nvPr/>
          </p:nvSpPr>
          <p:spPr bwMode="auto">
            <a:xfrm>
              <a:off x="2286000" y="3896539"/>
              <a:ext cx="1671638" cy="1311275"/>
            </a:xfrm>
            <a:prstGeom prst="rect">
              <a:avLst/>
            </a:prstGeom>
            <a:noFill/>
            <a:ln w="15875">
              <a:solidFill>
                <a:srgbClr val="0079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tLang="en-US"/>
            </a:p>
          </p:txBody>
        </p:sp>
        <p:sp>
          <p:nvSpPr>
            <p:cNvPr id="12306" name="Line 165">
              <a:extLst>
                <a:ext uri="{FF2B5EF4-FFF2-40B4-BE49-F238E27FC236}">
                  <a16:creationId xmlns:a16="http://schemas.microsoft.com/office/drawing/2014/main" id="{4B5F9759-1593-1346-8E46-8A4D7537333D}"/>
                </a:ext>
              </a:extLst>
            </p:cNvPr>
            <p:cNvSpPr>
              <a:spLocks noChangeShapeType="1"/>
            </p:cNvSpPr>
            <p:nvPr/>
          </p:nvSpPr>
          <p:spPr bwMode="auto">
            <a:xfrm>
              <a:off x="2820988" y="3726676"/>
              <a:ext cx="1588" cy="6842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2307" name="Line 166">
              <a:extLst>
                <a:ext uri="{FF2B5EF4-FFF2-40B4-BE49-F238E27FC236}">
                  <a16:creationId xmlns:a16="http://schemas.microsoft.com/office/drawing/2014/main" id="{A4E04D02-4614-6B47-960E-0C94C88CDD5A}"/>
                </a:ext>
              </a:extLst>
            </p:cNvPr>
            <p:cNvSpPr>
              <a:spLocks noChangeShapeType="1"/>
            </p:cNvSpPr>
            <p:nvPr/>
          </p:nvSpPr>
          <p:spPr bwMode="auto">
            <a:xfrm>
              <a:off x="2682875" y="5044301"/>
              <a:ext cx="1588" cy="3444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2308" name="Line 167">
              <a:extLst>
                <a:ext uri="{FF2B5EF4-FFF2-40B4-BE49-F238E27FC236}">
                  <a16:creationId xmlns:a16="http://schemas.microsoft.com/office/drawing/2014/main" id="{C8BBB3E9-27EE-9F4C-BEC4-E081A2165AEF}"/>
                </a:ext>
              </a:extLst>
            </p:cNvPr>
            <p:cNvSpPr>
              <a:spLocks noChangeShapeType="1"/>
            </p:cNvSpPr>
            <p:nvPr/>
          </p:nvSpPr>
          <p:spPr bwMode="auto">
            <a:xfrm>
              <a:off x="2543175" y="3726676"/>
              <a:ext cx="1588" cy="6842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2309" name="Line 168">
              <a:extLst>
                <a:ext uri="{FF2B5EF4-FFF2-40B4-BE49-F238E27FC236}">
                  <a16:creationId xmlns:a16="http://schemas.microsoft.com/office/drawing/2014/main" id="{713A254B-3CBD-A141-B071-9FD2B06E68BB}"/>
                </a:ext>
              </a:extLst>
            </p:cNvPr>
            <p:cNvSpPr>
              <a:spLocks noChangeShapeType="1"/>
            </p:cNvSpPr>
            <p:nvPr/>
          </p:nvSpPr>
          <p:spPr bwMode="auto">
            <a:xfrm>
              <a:off x="3530600" y="5044301"/>
              <a:ext cx="1588" cy="33813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2310" name="Freeform 173">
              <a:extLst>
                <a:ext uri="{FF2B5EF4-FFF2-40B4-BE49-F238E27FC236}">
                  <a16:creationId xmlns:a16="http://schemas.microsoft.com/office/drawing/2014/main" id="{78C7B57F-9784-C848-9F64-E815B89C32B9}"/>
                </a:ext>
              </a:extLst>
            </p:cNvPr>
            <p:cNvSpPr>
              <a:spLocks/>
            </p:cNvSpPr>
            <p:nvPr/>
          </p:nvSpPr>
          <p:spPr bwMode="auto">
            <a:xfrm>
              <a:off x="2820988" y="4066401"/>
              <a:ext cx="828675" cy="452438"/>
            </a:xfrm>
            <a:custGeom>
              <a:avLst/>
              <a:gdLst>
                <a:gd name="T0" fmla="*/ 2147483647 w 522"/>
                <a:gd name="T1" fmla="*/ 2147483647 h 285"/>
                <a:gd name="T2" fmla="*/ 2147483647 w 522"/>
                <a:gd name="T3" fmla="*/ 0 h 285"/>
                <a:gd name="T4" fmla="*/ 0 w 522"/>
                <a:gd name="T5" fmla="*/ 0 h 285"/>
                <a:gd name="T6" fmla="*/ 0 60000 65536"/>
                <a:gd name="T7" fmla="*/ 0 60000 65536"/>
                <a:gd name="T8" fmla="*/ 0 60000 65536"/>
                <a:gd name="T9" fmla="*/ 0 w 522"/>
                <a:gd name="T10" fmla="*/ 0 h 285"/>
                <a:gd name="T11" fmla="*/ 522 w 522"/>
                <a:gd name="T12" fmla="*/ 285 h 285"/>
              </a:gdLst>
              <a:ahLst/>
              <a:cxnLst>
                <a:cxn ang="T6">
                  <a:pos x="T0" y="T1"/>
                </a:cxn>
                <a:cxn ang="T7">
                  <a:pos x="T2" y="T3"/>
                </a:cxn>
                <a:cxn ang="T8">
                  <a:pos x="T4" y="T5"/>
                </a:cxn>
              </a:cxnLst>
              <a:rect l="T9" t="T10" r="T11" b="T12"/>
              <a:pathLst>
                <a:path w="522" h="285">
                  <a:moveTo>
                    <a:pt x="522" y="285"/>
                  </a:moveTo>
                  <a:lnTo>
                    <a:pt x="522" y="0"/>
                  </a:lnTo>
                  <a:lnTo>
                    <a:pt x="0" y="0"/>
                  </a:lnTo>
                </a:path>
              </a:pathLst>
            </a:custGeom>
            <a:noFill/>
            <a:ln w="206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311" name="Freeform 174">
              <a:extLst>
                <a:ext uri="{FF2B5EF4-FFF2-40B4-BE49-F238E27FC236}">
                  <a16:creationId xmlns:a16="http://schemas.microsoft.com/office/drawing/2014/main" id="{CDDC2D1A-6F0F-CF40-8682-5BC92AEDBBF0}"/>
                </a:ext>
              </a:extLst>
            </p:cNvPr>
            <p:cNvSpPr>
              <a:spLocks/>
            </p:cNvSpPr>
            <p:nvPr/>
          </p:nvSpPr>
          <p:spPr bwMode="auto">
            <a:xfrm>
              <a:off x="2543175" y="4236264"/>
              <a:ext cx="874713" cy="277813"/>
            </a:xfrm>
            <a:custGeom>
              <a:avLst/>
              <a:gdLst>
                <a:gd name="T0" fmla="*/ 2147483647 w 551"/>
                <a:gd name="T1" fmla="*/ 2147483647 h 175"/>
                <a:gd name="T2" fmla="*/ 2147483647 w 551"/>
                <a:gd name="T3" fmla="*/ 0 h 175"/>
                <a:gd name="T4" fmla="*/ 0 w 551"/>
                <a:gd name="T5" fmla="*/ 0 h 175"/>
                <a:gd name="T6" fmla="*/ 0 60000 65536"/>
                <a:gd name="T7" fmla="*/ 0 60000 65536"/>
                <a:gd name="T8" fmla="*/ 0 60000 65536"/>
                <a:gd name="T9" fmla="*/ 0 w 551"/>
                <a:gd name="T10" fmla="*/ 0 h 175"/>
                <a:gd name="T11" fmla="*/ 551 w 551"/>
                <a:gd name="T12" fmla="*/ 175 h 175"/>
              </a:gdLst>
              <a:ahLst/>
              <a:cxnLst>
                <a:cxn ang="T6">
                  <a:pos x="T0" y="T1"/>
                </a:cxn>
                <a:cxn ang="T7">
                  <a:pos x="T2" y="T3"/>
                </a:cxn>
                <a:cxn ang="T8">
                  <a:pos x="T4" y="T5"/>
                </a:cxn>
              </a:cxnLst>
              <a:rect l="T9" t="T10" r="T11" b="T12"/>
              <a:pathLst>
                <a:path w="551" h="175">
                  <a:moveTo>
                    <a:pt x="551" y="175"/>
                  </a:moveTo>
                  <a:lnTo>
                    <a:pt x="551" y="0"/>
                  </a:lnTo>
                  <a:lnTo>
                    <a:pt x="0" y="0"/>
                  </a:lnTo>
                </a:path>
              </a:pathLst>
            </a:custGeom>
            <a:noFill/>
            <a:ln w="206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312" name="Freeform 175">
              <a:extLst>
                <a:ext uri="{FF2B5EF4-FFF2-40B4-BE49-F238E27FC236}">
                  <a16:creationId xmlns:a16="http://schemas.microsoft.com/office/drawing/2014/main" id="{5998D10E-BC31-134E-B7D1-C2B5FE933EF3}"/>
                </a:ext>
              </a:extLst>
            </p:cNvPr>
            <p:cNvSpPr>
              <a:spLocks/>
            </p:cNvSpPr>
            <p:nvPr/>
          </p:nvSpPr>
          <p:spPr bwMode="auto">
            <a:xfrm>
              <a:off x="2405063" y="4410889"/>
              <a:ext cx="555625" cy="633413"/>
            </a:xfrm>
            <a:custGeom>
              <a:avLst/>
              <a:gdLst>
                <a:gd name="T0" fmla="*/ 0 w 108"/>
                <a:gd name="T1" fmla="*/ 0 h 123"/>
                <a:gd name="T2" fmla="*/ 0 w 108"/>
                <a:gd name="T3" fmla="*/ 2147483647 h 123"/>
                <a:gd name="T4" fmla="*/ 2147483647 w 108"/>
                <a:gd name="T5" fmla="*/ 2147483647 h 123"/>
                <a:gd name="T6" fmla="*/ 2147483647 w 108"/>
                <a:gd name="T7" fmla="*/ 2147483647 h 123"/>
                <a:gd name="T8" fmla="*/ 2147483647 w 108"/>
                <a:gd name="T9" fmla="*/ 0 h 123"/>
                <a:gd name="T10" fmla="*/ 0 w 108"/>
                <a:gd name="T11" fmla="*/ 0 h 123"/>
                <a:gd name="T12" fmla="*/ 0 60000 65536"/>
                <a:gd name="T13" fmla="*/ 0 60000 65536"/>
                <a:gd name="T14" fmla="*/ 0 60000 65536"/>
                <a:gd name="T15" fmla="*/ 0 60000 65536"/>
                <a:gd name="T16" fmla="*/ 0 60000 65536"/>
                <a:gd name="T17" fmla="*/ 0 60000 65536"/>
                <a:gd name="T18" fmla="*/ 0 w 108"/>
                <a:gd name="T19" fmla="*/ 0 h 123"/>
                <a:gd name="T20" fmla="*/ 108 w 10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08" h="123">
                  <a:moveTo>
                    <a:pt x="0" y="0"/>
                  </a:moveTo>
                  <a:cubicBezTo>
                    <a:pt x="0" y="69"/>
                    <a:pt x="0" y="69"/>
                    <a:pt x="0" y="69"/>
                  </a:cubicBezTo>
                  <a:cubicBezTo>
                    <a:pt x="0" y="99"/>
                    <a:pt x="24" y="123"/>
                    <a:pt x="54" y="123"/>
                  </a:cubicBezTo>
                  <a:cubicBezTo>
                    <a:pt x="84" y="123"/>
                    <a:pt x="108" y="99"/>
                    <a:pt x="108" y="69"/>
                  </a:cubicBezTo>
                  <a:cubicBezTo>
                    <a:pt x="108" y="0"/>
                    <a:pt x="108" y="0"/>
                    <a:pt x="108" y="0"/>
                  </a:cubicBezTo>
                  <a:lnTo>
                    <a:pt x="0" y="0"/>
                  </a:lnTo>
                  <a:close/>
                </a:path>
              </a:pathLst>
            </a:custGeom>
            <a:solidFill>
              <a:srgbClr val="FFFFFF"/>
            </a:solidFill>
            <a:ln w="15875">
              <a:solidFill>
                <a:srgbClr val="0079C1"/>
              </a:solidFill>
              <a:miter lim="800000"/>
              <a:headEnd/>
              <a:tailEnd/>
            </a:ln>
          </p:spPr>
          <p:txBody>
            <a:bodyPr/>
            <a:lstStyle/>
            <a:p>
              <a:endParaRPr lang="en-GB"/>
            </a:p>
          </p:txBody>
        </p:sp>
        <p:sp>
          <p:nvSpPr>
            <p:cNvPr id="12313" name="Freeform 176">
              <a:extLst>
                <a:ext uri="{FF2B5EF4-FFF2-40B4-BE49-F238E27FC236}">
                  <a16:creationId xmlns:a16="http://schemas.microsoft.com/office/drawing/2014/main" id="{87424310-AD3F-C940-B211-8B6787779F17}"/>
                </a:ext>
              </a:extLst>
            </p:cNvPr>
            <p:cNvSpPr>
              <a:spLocks/>
            </p:cNvSpPr>
            <p:nvPr/>
          </p:nvSpPr>
          <p:spPr bwMode="auto">
            <a:xfrm>
              <a:off x="3259138" y="4488676"/>
              <a:ext cx="544513" cy="555625"/>
            </a:xfrm>
            <a:custGeom>
              <a:avLst/>
              <a:gdLst>
                <a:gd name="T0" fmla="*/ 2147483647 w 106"/>
                <a:gd name="T1" fmla="*/ 2147483647 h 108"/>
                <a:gd name="T2" fmla="*/ 0 w 106"/>
                <a:gd name="T3" fmla="*/ 0 h 108"/>
                <a:gd name="T4" fmla="*/ 2147483647 w 106"/>
                <a:gd name="T5" fmla="*/ 2147483647 h 108"/>
                <a:gd name="T6" fmla="*/ 2147483647 w 106"/>
                <a:gd name="T7" fmla="*/ 2147483647 h 108"/>
                <a:gd name="T8" fmla="*/ 2147483647 w 106"/>
                <a:gd name="T9" fmla="*/ 0 h 108"/>
                <a:gd name="T10" fmla="*/ 2147483647 w 106"/>
                <a:gd name="T11" fmla="*/ 2147483647 h 108"/>
                <a:gd name="T12" fmla="*/ 0 60000 65536"/>
                <a:gd name="T13" fmla="*/ 0 60000 65536"/>
                <a:gd name="T14" fmla="*/ 0 60000 65536"/>
                <a:gd name="T15" fmla="*/ 0 60000 65536"/>
                <a:gd name="T16" fmla="*/ 0 60000 65536"/>
                <a:gd name="T17" fmla="*/ 0 60000 65536"/>
                <a:gd name="T18" fmla="*/ 0 w 106"/>
                <a:gd name="T19" fmla="*/ 0 h 108"/>
                <a:gd name="T20" fmla="*/ 106 w 106"/>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06" h="108">
                  <a:moveTo>
                    <a:pt x="53" y="108"/>
                  </a:moveTo>
                  <a:cubicBezTo>
                    <a:pt x="53" y="108"/>
                    <a:pt x="0" y="83"/>
                    <a:pt x="0" y="0"/>
                  </a:cubicBezTo>
                  <a:cubicBezTo>
                    <a:pt x="0" y="0"/>
                    <a:pt x="5" y="16"/>
                    <a:pt x="52" y="16"/>
                  </a:cubicBezTo>
                  <a:cubicBezTo>
                    <a:pt x="54" y="16"/>
                    <a:pt x="54" y="16"/>
                    <a:pt x="54" y="16"/>
                  </a:cubicBezTo>
                  <a:cubicBezTo>
                    <a:pt x="101" y="16"/>
                    <a:pt x="106" y="0"/>
                    <a:pt x="106" y="0"/>
                  </a:cubicBezTo>
                  <a:cubicBezTo>
                    <a:pt x="106" y="83"/>
                    <a:pt x="53" y="108"/>
                    <a:pt x="53" y="108"/>
                  </a:cubicBezTo>
                  <a:close/>
                </a:path>
              </a:pathLst>
            </a:custGeom>
            <a:solidFill>
              <a:srgbClr val="FFFFFF"/>
            </a:solidFill>
            <a:ln w="15875">
              <a:solidFill>
                <a:srgbClr val="0079C1"/>
              </a:solidFill>
              <a:miter lim="800000"/>
              <a:headEnd/>
              <a:tailEnd/>
            </a:ln>
          </p:spPr>
          <p:txBody>
            <a:bodyPr/>
            <a:lstStyle/>
            <a:p>
              <a:endParaRPr lang="en-GB"/>
            </a:p>
          </p:txBody>
        </p:sp>
        <p:sp>
          <p:nvSpPr>
            <p:cNvPr id="12314" name="Freeform 177">
              <a:extLst>
                <a:ext uri="{FF2B5EF4-FFF2-40B4-BE49-F238E27FC236}">
                  <a16:creationId xmlns:a16="http://schemas.microsoft.com/office/drawing/2014/main" id="{35659FB4-DAB2-094A-B7B5-929D1F30C1E1}"/>
                </a:ext>
              </a:extLst>
            </p:cNvPr>
            <p:cNvSpPr>
              <a:spLocks/>
            </p:cNvSpPr>
            <p:nvPr/>
          </p:nvSpPr>
          <p:spPr bwMode="auto">
            <a:xfrm>
              <a:off x="3259138" y="4442639"/>
              <a:ext cx="544513" cy="80963"/>
            </a:xfrm>
            <a:custGeom>
              <a:avLst/>
              <a:gdLst>
                <a:gd name="T0" fmla="*/ 0 w 106"/>
                <a:gd name="T1" fmla="*/ 0 h 16"/>
                <a:gd name="T2" fmla="*/ 2147483647 w 106"/>
                <a:gd name="T3" fmla="*/ 2147483647 h 16"/>
                <a:gd name="T4" fmla="*/ 2147483647 w 106"/>
                <a:gd name="T5" fmla="*/ 2147483647 h 16"/>
                <a:gd name="T6" fmla="*/ 2147483647 w 106"/>
                <a:gd name="T7" fmla="*/ 0 h 16"/>
                <a:gd name="T8" fmla="*/ 0 60000 65536"/>
                <a:gd name="T9" fmla="*/ 0 60000 65536"/>
                <a:gd name="T10" fmla="*/ 0 60000 65536"/>
                <a:gd name="T11" fmla="*/ 0 60000 65536"/>
                <a:gd name="T12" fmla="*/ 0 w 106"/>
                <a:gd name="T13" fmla="*/ 0 h 16"/>
                <a:gd name="T14" fmla="*/ 106 w 106"/>
                <a:gd name="T15" fmla="*/ 16 h 16"/>
              </a:gdLst>
              <a:ahLst/>
              <a:cxnLst>
                <a:cxn ang="T8">
                  <a:pos x="T0" y="T1"/>
                </a:cxn>
                <a:cxn ang="T9">
                  <a:pos x="T2" y="T3"/>
                </a:cxn>
                <a:cxn ang="T10">
                  <a:pos x="T4" y="T5"/>
                </a:cxn>
                <a:cxn ang="T11">
                  <a:pos x="T6" y="T7"/>
                </a:cxn>
              </a:cxnLst>
              <a:rect l="T12" t="T13" r="T14" b="T15"/>
              <a:pathLst>
                <a:path w="106" h="16">
                  <a:moveTo>
                    <a:pt x="0" y="0"/>
                  </a:moveTo>
                  <a:cubicBezTo>
                    <a:pt x="0" y="0"/>
                    <a:pt x="5" y="16"/>
                    <a:pt x="52" y="16"/>
                  </a:cubicBezTo>
                  <a:cubicBezTo>
                    <a:pt x="54" y="16"/>
                    <a:pt x="54" y="16"/>
                    <a:pt x="54" y="16"/>
                  </a:cubicBezTo>
                  <a:cubicBezTo>
                    <a:pt x="101" y="16"/>
                    <a:pt x="106" y="0"/>
                    <a:pt x="106" y="0"/>
                  </a:cubicBezTo>
                </a:path>
              </a:pathLst>
            </a:custGeom>
            <a:noFill/>
            <a:ln w="15875">
              <a:solidFill>
                <a:srgbClr val="0079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315" name="Rectangle 178">
              <a:extLst>
                <a:ext uri="{FF2B5EF4-FFF2-40B4-BE49-F238E27FC236}">
                  <a16:creationId xmlns:a16="http://schemas.microsoft.com/office/drawing/2014/main" id="{FD42F54C-1978-D348-91FC-E4ACA121D626}"/>
                </a:ext>
              </a:extLst>
            </p:cNvPr>
            <p:cNvSpPr>
              <a:spLocks noChangeArrowheads="1"/>
            </p:cNvSpPr>
            <p:nvPr/>
          </p:nvSpPr>
          <p:spPr bwMode="auto">
            <a:xfrm>
              <a:off x="2487056" y="3340525"/>
              <a:ext cx="1282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b="1" dirty="0">
                  <a:solidFill>
                    <a:srgbClr val="000000"/>
                  </a:solidFill>
                  <a:latin typeface="Helvetica" pitchFamily="2" charset="0"/>
                </a:rPr>
                <a:t>a</a:t>
              </a:r>
            </a:p>
          </p:txBody>
        </p:sp>
        <p:sp>
          <p:nvSpPr>
            <p:cNvPr id="12316" name="Rectangle 179">
              <a:extLst>
                <a:ext uri="{FF2B5EF4-FFF2-40B4-BE49-F238E27FC236}">
                  <a16:creationId xmlns:a16="http://schemas.microsoft.com/office/drawing/2014/main" id="{1D26DB76-5EDE-5348-AD8A-DF2BCB3ACF53}"/>
                </a:ext>
              </a:extLst>
            </p:cNvPr>
            <p:cNvSpPr>
              <a:spLocks noChangeArrowheads="1"/>
            </p:cNvSpPr>
            <p:nvPr/>
          </p:nvSpPr>
          <p:spPr bwMode="auto">
            <a:xfrm>
              <a:off x="2778808" y="3341533"/>
              <a:ext cx="14106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b="1" dirty="0">
                  <a:solidFill>
                    <a:srgbClr val="000000"/>
                  </a:solidFill>
                  <a:latin typeface="Helvetica" pitchFamily="2" charset="0"/>
                </a:rPr>
                <a:t>b</a:t>
              </a:r>
            </a:p>
          </p:txBody>
        </p:sp>
      </p:grpSp>
      <p:sp>
        <p:nvSpPr>
          <p:cNvPr id="12294" name="Rectangle 5">
            <a:extLst>
              <a:ext uri="{FF2B5EF4-FFF2-40B4-BE49-F238E27FC236}">
                <a16:creationId xmlns:a16="http://schemas.microsoft.com/office/drawing/2014/main" id="{D903A304-1D52-4843-B162-B65DDAF68B1D}"/>
              </a:ext>
            </a:extLst>
          </p:cNvPr>
          <p:cNvSpPr>
            <a:spLocks noChangeArrowheads="1"/>
          </p:cNvSpPr>
          <p:nvPr/>
        </p:nvSpPr>
        <p:spPr bwMode="auto">
          <a:xfrm>
            <a:off x="481013" y="1741488"/>
            <a:ext cx="32750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1pPr>
            <a:lvl2pPr marL="266700" indent="-2667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9pPr>
          </a:lstStyle>
          <a:p>
            <a:pPr lvl="1" eaLnBrk="1">
              <a:spcAft>
                <a:spcPts val="725"/>
              </a:spcAft>
              <a:buClr>
                <a:srgbClr val="00B050"/>
              </a:buClr>
              <a:buSzPct val="100000"/>
              <a:buFont typeface="Wingdings" pitchFamily="2" charset="2"/>
              <a:buChar char=""/>
            </a:pPr>
            <a:r>
              <a:rPr lang="de-DE" altLang="en-US" b="1">
                <a:solidFill>
                  <a:srgbClr val="000000"/>
                </a:solidFill>
                <a:latin typeface="TTE1F17478t00" charset="0"/>
              </a:rPr>
              <a:t>Example: </a:t>
            </a:r>
            <a:r>
              <a:rPr lang="de-DE" altLang="en-US">
                <a:solidFill>
                  <a:srgbClr val="000000"/>
                </a:solidFill>
                <a:latin typeface="TTE1F17478t00" charset="0"/>
              </a:rPr>
              <a:t>Half adder circuit</a:t>
            </a:r>
          </a:p>
        </p:txBody>
      </p:sp>
      <p:sp>
        <p:nvSpPr>
          <p:cNvPr id="12295" name="AutoShape 3">
            <a:extLst>
              <a:ext uri="{FF2B5EF4-FFF2-40B4-BE49-F238E27FC236}">
                <a16:creationId xmlns:a16="http://schemas.microsoft.com/office/drawing/2014/main" id="{94BD6528-D867-E449-A03D-B9711C15ED33}"/>
              </a:ext>
            </a:extLst>
          </p:cNvPr>
          <p:cNvSpPr>
            <a:spLocks noChangeArrowheads="1"/>
          </p:cNvSpPr>
          <p:nvPr/>
        </p:nvSpPr>
        <p:spPr bwMode="auto">
          <a:xfrm>
            <a:off x="5638800" y="2514600"/>
            <a:ext cx="2686050" cy="1752600"/>
          </a:xfrm>
          <a:custGeom>
            <a:avLst/>
            <a:gdLst>
              <a:gd name="T0" fmla="*/ 1 w 7961313"/>
              <a:gd name="T1" fmla="*/ 610 h 2833688"/>
              <a:gd name="T2" fmla="*/ 1 w 7961313"/>
              <a:gd name="T3" fmla="*/ 1220 h 2833688"/>
              <a:gd name="T4" fmla="*/ 0 w 7961313"/>
              <a:gd name="T5" fmla="*/ 610 h 2833688"/>
              <a:gd name="T6" fmla="*/ 1 w 7961313"/>
              <a:gd name="T7" fmla="*/ 0 h 2833688"/>
              <a:gd name="T8" fmla="*/ 0 60000 65536"/>
              <a:gd name="T9" fmla="*/ 5898240 60000 65536"/>
              <a:gd name="T10" fmla="*/ 11796480 60000 65536"/>
              <a:gd name="T11" fmla="*/ 17694720 60000 65536"/>
              <a:gd name="T12" fmla="*/ 0 w 7961313"/>
              <a:gd name="T13" fmla="*/ 0 h 2833688"/>
              <a:gd name="T14" fmla="*/ 7961313 w 7961313"/>
              <a:gd name="T15" fmla="*/ 2833688 h 2833688"/>
            </a:gdLst>
            <a:ahLst/>
            <a:cxnLst>
              <a:cxn ang="T8">
                <a:pos x="T0" y="T1"/>
              </a:cxn>
              <a:cxn ang="T9">
                <a:pos x="T2" y="T3"/>
              </a:cxn>
              <a:cxn ang="T10">
                <a:pos x="T4" y="T5"/>
              </a:cxn>
              <a:cxn ang="T11">
                <a:pos x="T6" y="T7"/>
              </a:cxn>
            </a:cxnLst>
            <a:rect l="T12" t="T13" r="T14" b="T15"/>
            <a:pathLst>
              <a:path w="7961313" h="2833688">
                <a:moveTo>
                  <a:pt x="0" y="0"/>
                </a:moveTo>
                <a:lnTo>
                  <a:pt x="22115" y="0"/>
                </a:lnTo>
                <a:lnTo>
                  <a:pt x="22115" y="7872"/>
                </a:lnTo>
                <a:lnTo>
                  <a:pt x="0" y="7872"/>
                </a:lnTo>
                <a:lnTo>
                  <a:pt x="0" y="0"/>
                </a:lnTo>
                <a:close/>
              </a:path>
            </a:pathLst>
          </a:custGeom>
          <a:noFill/>
          <a:ln w="9525">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a:solidFill>
                  <a:srgbClr val="0000FF"/>
                </a:solidFill>
                <a:latin typeface="TTE1F17478t00" charset="0"/>
              </a:rPr>
              <a:t>entity</a:t>
            </a:r>
            <a:r>
              <a:rPr lang="de-DE" altLang="en-US">
                <a:solidFill>
                  <a:srgbClr val="3333CC"/>
                </a:solidFill>
                <a:latin typeface="TTE1F17478t00" charset="0"/>
              </a:rPr>
              <a:t> </a:t>
            </a:r>
            <a:r>
              <a:rPr lang="de-DE" altLang="en-US">
                <a:latin typeface="TTE1F17478t00" charset="0"/>
              </a:rPr>
              <a:t>Half-adder </a:t>
            </a:r>
            <a:r>
              <a:rPr lang="de-DE" altLang="en-US">
                <a:solidFill>
                  <a:srgbClr val="0000FF"/>
                </a:solidFill>
                <a:latin typeface="TTE1F17478t00" charset="0"/>
              </a:rPr>
              <a:t>is </a:t>
            </a:r>
          </a:p>
          <a:p>
            <a:pPr eaLnBrk="1">
              <a:lnSpc>
                <a:spcPct val="100000"/>
              </a:lnSpc>
              <a:spcAft>
                <a:spcPct val="0"/>
              </a:spcAft>
            </a:pPr>
            <a:r>
              <a:rPr lang="de-DE" altLang="en-US">
                <a:solidFill>
                  <a:srgbClr val="0000FF"/>
                </a:solidFill>
                <a:latin typeface="TTE1F17478t00" charset="0"/>
              </a:rPr>
              <a:t>    port</a:t>
            </a:r>
            <a:r>
              <a:rPr lang="de-DE" altLang="en-US">
                <a:solidFill>
                  <a:srgbClr val="0070C0"/>
                </a:solidFill>
                <a:latin typeface="TTE1F17478t00" charset="0"/>
              </a:rPr>
              <a:t> </a:t>
            </a:r>
            <a:r>
              <a:rPr lang="de-DE" altLang="en-US">
                <a:latin typeface="TTE1F17478t00" charset="0"/>
              </a:rPr>
              <a:t>(</a:t>
            </a:r>
          </a:p>
          <a:p>
            <a:pPr eaLnBrk="1">
              <a:lnSpc>
                <a:spcPct val="100000"/>
              </a:lnSpc>
              <a:spcAft>
                <a:spcPct val="0"/>
              </a:spcAft>
            </a:pPr>
            <a:r>
              <a:rPr lang="de-DE" altLang="en-US">
                <a:latin typeface="TTE1F17478t00" charset="0"/>
              </a:rPr>
              <a:t>               a, b: </a:t>
            </a:r>
            <a:r>
              <a:rPr lang="de-DE" altLang="en-US">
                <a:solidFill>
                  <a:srgbClr val="0000FF"/>
                </a:solidFill>
                <a:latin typeface="TTE1F17478t00" charset="0"/>
              </a:rPr>
              <a:t>in</a:t>
            </a:r>
            <a:r>
              <a:rPr lang="de-DE" altLang="en-US">
                <a:latin typeface="TTE1F17478t00" charset="0"/>
              </a:rPr>
              <a:t> BIT;  </a:t>
            </a:r>
          </a:p>
          <a:p>
            <a:pPr eaLnBrk="1">
              <a:lnSpc>
                <a:spcPct val="100000"/>
              </a:lnSpc>
              <a:spcAft>
                <a:spcPct val="0"/>
              </a:spcAft>
            </a:pPr>
            <a:r>
              <a:rPr lang="de-DE" altLang="en-US">
                <a:latin typeface="TTE1F17478t00" charset="0"/>
              </a:rPr>
              <a:t>               s, co: </a:t>
            </a:r>
            <a:r>
              <a:rPr lang="de-DE" altLang="en-US">
                <a:solidFill>
                  <a:srgbClr val="0000FF"/>
                </a:solidFill>
                <a:latin typeface="TTE1F17478t00" charset="0"/>
              </a:rPr>
              <a:t>out</a:t>
            </a:r>
            <a:r>
              <a:rPr lang="de-DE" altLang="en-US">
                <a:solidFill>
                  <a:srgbClr val="3333CC"/>
                </a:solidFill>
                <a:latin typeface="TTE1F17478t00" charset="0"/>
              </a:rPr>
              <a:t> </a:t>
            </a:r>
            <a:r>
              <a:rPr lang="de-DE" altLang="en-US">
                <a:latin typeface="TTE1F17478t00" charset="0"/>
              </a:rPr>
              <a:t>BIT</a:t>
            </a:r>
          </a:p>
          <a:p>
            <a:pPr eaLnBrk="1">
              <a:lnSpc>
                <a:spcPct val="100000"/>
              </a:lnSpc>
              <a:spcAft>
                <a:spcPct val="0"/>
              </a:spcAft>
            </a:pPr>
            <a:r>
              <a:rPr lang="de-DE" altLang="en-US">
                <a:latin typeface="TTE1F17478t00" charset="0"/>
              </a:rPr>
              <a:t>              );</a:t>
            </a:r>
          </a:p>
          <a:p>
            <a:pPr eaLnBrk="1">
              <a:lnSpc>
                <a:spcPct val="100000"/>
              </a:lnSpc>
              <a:spcAft>
                <a:spcPct val="0"/>
              </a:spcAft>
            </a:pPr>
            <a:r>
              <a:rPr lang="de-DE" altLang="en-US">
                <a:solidFill>
                  <a:srgbClr val="0000FF"/>
                </a:solidFill>
                <a:latin typeface="TTE1F17478t00" charset="0"/>
              </a:rPr>
              <a:t>end entity </a:t>
            </a:r>
            <a:r>
              <a:rPr lang="de-DE" altLang="en-US">
                <a:latin typeface="TTE1F17478t00" charset="0"/>
              </a:rPr>
              <a:t>Half-adder;</a:t>
            </a:r>
            <a:endParaRPr lang="de-DE" altLang="en-US">
              <a:solidFill>
                <a:srgbClr val="0000FF"/>
              </a:solidFill>
              <a:latin typeface="TTE1F17478t00" charset="0"/>
            </a:endParaRPr>
          </a:p>
        </p:txBody>
      </p:sp>
      <p:sp>
        <p:nvSpPr>
          <p:cNvPr id="99" name="Rectangle 98">
            <a:extLst>
              <a:ext uri="{FF2B5EF4-FFF2-40B4-BE49-F238E27FC236}">
                <a16:creationId xmlns:a16="http://schemas.microsoft.com/office/drawing/2014/main" id="{A254EB79-D877-B043-AEEB-143090BCD208}"/>
              </a:ext>
            </a:extLst>
          </p:cNvPr>
          <p:cNvSpPr/>
          <p:nvPr/>
        </p:nvSpPr>
        <p:spPr bwMode="auto">
          <a:xfrm>
            <a:off x="5475288" y="1905000"/>
            <a:ext cx="2971800" cy="3925888"/>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lstStyle/>
          <a:p>
            <a:pPr eaLnBrk="1">
              <a:lnSpc>
                <a:spcPct val="93000"/>
              </a:lnSpc>
              <a:buClr>
                <a:srgbClr val="000000"/>
              </a:buClr>
              <a:buSzPct val="100000"/>
              <a:buFont typeface="Times New Roman" pitchFamily="16" charset="0"/>
              <a:buNone/>
              <a:defRPr/>
            </a:pPr>
            <a:endParaRPr lang="en-GB">
              <a:latin typeface="Arial" charset="0"/>
              <a:ea typeface="+mn-ea"/>
            </a:endParaRPr>
          </a:p>
        </p:txBody>
      </p:sp>
      <p:sp>
        <p:nvSpPr>
          <p:cNvPr id="100" name="Rectangle 99">
            <a:extLst>
              <a:ext uri="{FF2B5EF4-FFF2-40B4-BE49-F238E27FC236}">
                <a16:creationId xmlns:a16="http://schemas.microsoft.com/office/drawing/2014/main" id="{CB8C017B-C231-DF48-839D-D4E70E2CF92B}"/>
              </a:ext>
            </a:extLst>
          </p:cNvPr>
          <p:cNvSpPr/>
          <p:nvPr/>
        </p:nvSpPr>
        <p:spPr bwMode="auto">
          <a:xfrm>
            <a:off x="5943600" y="4418013"/>
            <a:ext cx="2057400" cy="1144587"/>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r>
              <a:rPr lang="en-GB" dirty="0">
                <a:latin typeface="Arial" charset="0"/>
                <a:ea typeface="+mn-ea"/>
              </a:rPr>
              <a:t>Architecture</a:t>
            </a:r>
          </a:p>
          <a:p>
            <a:pPr algn="ctr" eaLnBrk="1">
              <a:lnSpc>
                <a:spcPct val="93000"/>
              </a:lnSpc>
              <a:buClr>
                <a:srgbClr val="000000"/>
              </a:buClr>
              <a:buSzPct val="100000"/>
              <a:defRPr/>
            </a:pPr>
            <a:r>
              <a:rPr lang="en-US" altLang="en-US" dirty="0">
                <a:ea typeface="+mn-ea"/>
              </a:rPr>
              <a:t>s = </a:t>
            </a:r>
            <a:r>
              <a:rPr lang="en-US" dirty="0">
                <a:ea typeface="+mn-ea"/>
              </a:rPr>
              <a:t>a’ . b + a . b’</a:t>
            </a:r>
          </a:p>
          <a:p>
            <a:pPr algn="ctr" eaLnBrk="1">
              <a:lnSpc>
                <a:spcPct val="93000"/>
              </a:lnSpc>
              <a:buClr>
                <a:srgbClr val="000000"/>
              </a:buClr>
              <a:buSzPct val="100000"/>
              <a:defRPr/>
            </a:pPr>
            <a:r>
              <a:rPr lang="en-US" dirty="0">
                <a:ea typeface="+mn-ea"/>
              </a:rPr>
              <a:t>co = a . b</a:t>
            </a:r>
            <a:endParaRPr lang="en-GB" dirty="0">
              <a:latin typeface="Arial" charset="0"/>
              <a:ea typeface="+mn-ea"/>
            </a:endParaRPr>
          </a:p>
        </p:txBody>
      </p:sp>
      <p:sp>
        <p:nvSpPr>
          <p:cNvPr id="101" name="Rectangle 100">
            <a:extLst>
              <a:ext uri="{FF2B5EF4-FFF2-40B4-BE49-F238E27FC236}">
                <a16:creationId xmlns:a16="http://schemas.microsoft.com/office/drawing/2014/main" id="{4B3BD770-9D03-7A46-9AF4-A3EFDF95BF78}"/>
              </a:ext>
            </a:extLst>
          </p:cNvPr>
          <p:cNvSpPr/>
          <p:nvPr/>
        </p:nvSpPr>
        <p:spPr bwMode="auto">
          <a:xfrm>
            <a:off x="6042025" y="1962150"/>
            <a:ext cx="2057400" cy="400050"/>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r>
              <a:rPr lang="en-GB" dirty="0">
                <a:latin typeface="Arial" charset="0"/>
                <a:ea typeface="+mn-ea"/>
              </a:rPr>
              <a:t>Library</a:t>
            </a:r>
          </a:p>
        </p:txBody>
      </p:sp>
      <p:sp>
        <p:nvSpPr>
          <p:cNvPr id="12299" name="Rectangle 181">
            <a:extLst>
              <a:ext uri="{FF2B5EF4-FFF2-40B4-BE49-F238E27FC236}">
                <a16:creationId xmlns:a16="http://schemas.microsoft.com/office/drawing/2014/main" id="{5B08C105-2C9D-204C-BA56-3F944573D327}"/>
              </a:ext>
            </a:extLst>
          </p:cNvPr>
          <p:cNvSpPr>
            <a:spLocks noChangeArrowheads="1"/>
          </p:cNvSpPr>
          <p:nvPr/>
        </p:nvSpPr>
        <p:spPr bwMode="auto">
          <a:xfrm>
            <a:off x="1300956" y="4578349"/>
            <a:ext cx="2698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b="1" dirty="0">
                <a:solidFill>
                  <a:srgbClr val="000000"/>
                </a:solidFill>
                <a:latin typeface="Helvetica" pitchFamily="2" charset="0"/>
              </a:rPr>
              <a:t>co</a:t>
            </a:r>
            <a:endParaRPr lang="en-US" altLang="en-US" b="1" dirty="0"/>
          </a:p>
        </p:txBody>
      </p:sp>
      <p:sp>
        <p:nvSpPr>
          <p:cNvPr id="12300" name="Rectangle 182">
            <a:extLst>
              <a:ext uri="{FF2B5EF4-FFF2-40B4-BE49-F238E27FC236}">
                <a16:creationId xmlns:a16="http://schemas.microsoft.com/office/drawing/2014/main" id="{6F4E9936-EA13-5340-9F97-EAF6DBBED20D}"/>
              </a:ext>
            </a:extLst>
          </p:cNvPr>
          <p:cNvSpPr>
            <a:spLocks noChangeArrowheads="1"/>
          </p:cNvSpPr>
          <p:nvPr/>
        </p:nvSpPr>
        <p:spPr bwMode="auto">
          <a:xfrm>
            <a:off x="1699040" y="4575989"/>
            <a:ext cx="128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b="1">
                <a:solidFill>
                  <a:srgbClr val="000000"/>
                </a:solidFill>
                <a:latin typeface="Helvetica" pitchFamily="2" charset="0"/>
              </a:rPr>
              <a:t>s</a:t>
            </a:r>
            <a:endParaRPr lang="en-US" altLang="en-US" b="1"/>
          </a:p>
        </p:txBody>
      </p:sp>
      <p:sp>
        <p:nvSpPr>
          <p:cNvPr id="12301" name="Rectangle 181">
            <a:extLst>
              <a:ext uri="{FF2B5EF4-FFF2-40B4-BE49-F238E27FC236}">
                <a16:creationId xmlns:a16="http://schemas.microsoft.com/office/drawing/2014/main" id="{5E5DC71B-CD6B-F546-BE4D-21D3F4167FB6}"/>
              </a:ext>
            </a:extLst>
          </p:cNvPr>
          <p:cNvSpPr>
            <a:spLocks noChangeArrowheads="1"/>
          </p:cNvSpPr>
          <p:nvPr/>
        </p:nvSpPr>
        <p:spPr bwMode="auto">
          <a:xfrm>
            <a:off x="2861865" y="4578350"/>
            <a:ext cx="2698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b="1" dirty="0">
                <a:solidFill>
                  <a:srgbClr val="000000"/>
                </a:solidFill>
                <a:latin typeface="Helvetica" pitchFamily="2" charset="0"/>
              </a:rPr>
              <a:t>co</a:t>
            </a:r>
            <a:endParaRPr lang="en-US" altLang="en-US" b="1" dirty="0"/>
          </a:p>
        </p:txBody>
      </p:sp>
      <p:sp>
        <p:nvSpPr>
          <p:cNvPr id="12302" name="Rectangle 182">
            <a:extLst>
              <a:ext uri="{FF2B5EF4-FFF2-40B4-BE49-F238E27FC236}">
                <a16:creationId xmlns:a16="http://schemas.microsoft.com/office/drawing/2014/main" id="{B983EAD0-5BEE-5B47-9672-92F1AA03E7F8}"/>
              </a:ext>
            </a:extLst>
          </p:cNvPr>
          <p:cNvSpPr>
            <a:spLocks noChangeArrowheads="1"/>
          </p:cNvSpPr>
          <p:nvPr/>
        </p:nvSpPr>
        <p:spPr bwMode="auto">
          <a:xfrm>
            <a:off x="3774392" y="4578350"/>
            <a:ext cx="128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b="1" dirty="0">
                <a:solidFill>
                  <a:srgbClr val="000000"/>
                </a:solidFill>
                <a:latin typeface="Helvetica" pitchFamily="2" charset="0"/>
              </a:rPr>
              <a:t>s</a:t>
            </a:r>
            <a:endParaRPr lang="en-US" altLang="en-US" b="1" dirty="0"/>
          </a:p>
        </p:txBody>
      </p:sp>
    </p:spTree>
  </p:cSld>
  <p:clrMapOvr>
    <a:masterClrMapping/>
  </p:clrMapOvr>
  <mc:AlternateContent xmlns:mc="http://schemas.openxmlformats.org/markup-compatibility/2006" xmlns:p14="http://schemas.microsoft.com/office/powerpoint/2010/main">
    <mc:Choice Requires="p14">
      <p:transition spd="slow" p14:dur="2000" advTm="54533"/>
    </mc:Choice>
    <mc:Fallback xmlns="">
      <p:transition spd="slow" advTm="5453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AutoShape 1">
            <a:extLst>
              <a:ext uri="{FF2B5EF4-FFF2-40B4-BE49-F238E27FC236}">
                <a16:creationId xmlns:a16="http://schemas.microsoft.com/office/drawing/2014/main" id="{A79C56DD-68C0-7542-8FF9-753FEB16A017}"/>
              </a:ext>
            </a:extLst>
          </p:cNvPr>
          <p:cNvSpPr>
            <a:spLocks noChangeArrowheads="1"/>
          </p:cNvSpPr>
          <p:nvPr/>
        </p:nvSpPr>
        <p:spPr bwMode="auto">
          <a:xfrm>
            <a:off x="460375" y="1828800"/>
            <a:ext cx="8223250" cy="4267200"/>
          </a:xfrm>
          <a:custGeom>
            <a:avLst/>
            <a:gdLst>
              <a:gd name="G0" fmla="*/ 22842 1 2"/>
              <a:gd name="G1" fmla="*/ 10998 1 2"/>
              <a:gd name="G2" fmla="+- 10998 0 0"/>
              <a:gd name="G3" fmla="+- 22842 0 0"/>
            </a:gdLst>
            <a:ahLst/>
            <a:cxnLst>
              <a:cxn ang="0">
                <a:pos x="r" y="vc"/>
              </a:cxn>
              <a:cxn ang="5400000">
                <a:pos x="hc" y="b"/>
              </a:cxn>
              <a:cxn ang="10800000">
                <a:pos x="l" y="vc"/>
              </a:cxn>
              <a:cxn ang="16200000">
                <a:pos x="hc" y="t"/>
              </a:cxn>
            </a:cxnLst>
            <a:rect l="0" t="0" r="0" b="0"/>
            <a:pathLst>
              <a:path>
                <a:moveTo>
                  <a:pt x="0" y="0"/>
                </a:moveTo>
                <a:lnTo>
                  <a:pt x="22842" y="0"/>
                </a:lnTo>
                <a:lnTo>
                  <a:pt x="22842" y="10998"/>
                </a:lnTo>
                <a:lnTo>
                  <a:pt x="0" y="10998"/>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b="1" dirty="0">
                <a:solidFill>
                  <a:srgbClr val="0000FF"/>
                </a:solidFill>
                <a:latin typeface="TTE1F17478t00"/>
                <a:ea typeface="+mn-ea"/>
                <a:cs typeface="DejaVu Sans" charset="0"/>
              </a:rPr>
              <a:t>ARCHITECTURE</a:t>
            </a:r>
            <a:r>
              <a:rPr lang="de-DE" altLang="en-US" i="1" dirty="0">
                <a:latin typeface="TTE1F17478t00" charset="0"/>
                <a:ea typeface="+mn-ea"/>
              </a:rPr>
              <a:t> &lt;</a:t>
            </a:r>
            <a:r>
              <a:rPr lang="de-DE" i="1" dirty="0">
                <a:solidFill>
                  <a:srgbClr val="000000"/>
                </a:solidFill>
                <a:latin typeface="TTE1F17478t00"/>
                <a:cs typeface="DejaVu Sans" charset="0"/>
              </a:rPr>
              <a:t> </a:t>
            </a:r>
            <a:r>
              <a:rPr lang="de-DE" i="1" dirty="0" err="1">
                <a:solidFill>
                  <a:srgbClr val="000000"/>
                </a:solidFill>
                <a:latin typeface="TTE1F17478t00"/>
                <a:cs typeface="DejaVu Sans" charset="0"/>
              </a:rPr>
              <a:t>identifier</a:t>
            </a:r>
            <a:r>
              <a:rPr lang="de-DE" altLang="en-US" i="1" dirty="0">
                <a:latin typeface="TTE1F17478t00" charset="0"/>
                <a:ea typeface="+mn-ea"/>
              </a:rPr>
              <a:t>&gt; </a:t>
            </a:r>
            <a:r>
              <a:rPr lang="de-DE" altLang="en-US" b="1" dirty="0">
                <a:solidFill>
                  <a:srgbClr val="0000FF"/>
                </a:solidFill>
                <a:latin typeface="TTE1F17478t00"/>
                <a:ea typeface="+mn-ea"/>
                <a:cs typeface="DejaVu Sans" charset="0"/>
              </a:rPr>
              <a:t>of</a:t>
            </a:r>
            <a:r>
              <a:rPr lang="de-DE" altLang="en-US" i="1" dirty="0">
                <a:latin typeface="TTE1F17478t00" charset="0"/>
                <a:ea typeface="+mn-ea"/>
              </a:rPr>
              <a:t> &lt;</a:t>
            </a:r>
            <a:r>
              <a:rPr lang="de-DE" altLang="en-US" i="1" dirty="0" err="1">
                <a:latin typeface="TTE1F17478t00" charset="0"/>
                <a:ea typeface="+mn-ea"/>
              </a:rPr>
              <a:t>entity_name</a:t>
            </a:r>
            <a:r>
              <a:rPr lang="de-DE" altLang="en-US" i="1" dirty="0">
                <a:latin typeface="TTE1F17478t00" charset="0"/>
                <a:ea typeface="+mn-ea"/>
              </a:rPr>
              <a:t>&gt; </a:t>
            </a:r>
            <a:r>
              <a:rPr lang="de-DE" altLang="en-US" b="1" dirty="0">
                <a:solidFill>
                  <a:srgbClr val="0000FF"/>
                </a:solidFill>
                <a:latin typeface="TTE1F17478t00"/>
                <a:ea typeface="+mn-ea"/>
                <a:cs typeface="DejaVu Sans" charset="0"/>
              </a:rPr>
              <a:t>is</a:t>
            </a:r>
          </a:p>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b="1" dirty="0">
              <a:solidFill>
                <a:srgbClr val="0000FF"/>
              </a:solidFill>
              <a:latin typeface="TTE1F17478t00"/>
              <a:ea typeface="+mn-ea"/>
              <a:cs typeface="DejaVu Sans" charset="0"/>
            </a:endParaRP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b="1" dirty="0">
                <a:solidFill>
                  <a:srgbClr val="00B050"/>
                </a:solidFill>
                <a:latin typeface="+mn-lt"/>
                <a:ea typeface="+mn-ea"/>
                <a:cs typeface="+mn-cs"/>
              </a:rPr>
              <a:t>Behavioral:</a:t>
            </a:r>
            <a:r>
              <a:rPr lang="de-DE" dirty="0">
                <a:latin typeface="+mn-lt"/>
                <a:ea typeface="+mn-ea"/>
                <a:cs typeface="+mn-cs"/>
              </a:rPr>
              <a:t> how designs operate</a:t>
            </a:r>
          </a:p>
          <a:p>
            <a:pPr marL="1619250" lvl="2"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mn-lt"/>
                <a:ea typeface="+mn-ea"/>
                <a:cs typeface="+mn-cs"/>
              </a:rPr>
              <a:t>Assignment </a:t>
            </a:r>
            <a:r>
              <a:rPr lang="de-DE" dirty="0" err="1">
                <a:latin typeface="+mn-lt"/>
                <a:ea typeface="+mn-ea"/>
                <a:cs typeface="+mn-cs"/>
              </a:rPr>
              <a:t>and</a:t>
            </a:r>
            <a:r>
              <a:rPr lang="de-DE" dirty="0">
                <a:latin typeface="+mn-lt"/>
                <a:ea typeface="+mn-ea"/>
                <a:cs typeface="+mn-cs"/>
              </a:rPr>
              <a:t> </a:t>
            </a:r>
            <a:r>
              <a:rPr lang="de-DE" dirty="0" err="1">
                <a:latin typeface="+mn-lt"/>
                <a:ea typeface="+mn-ea"/>
                <a:cs typeface="+mn-cs"/>
              </a:rPr>
              <a:t>built</a:t>
            </a:r>
            <a:r>
              <a:rPr lang="de-DE" dirty="0">
                <a:latin typeface="+mn-lt"/>
                <a:ea typeface="+mn-ea"/>
                <a:cs typeface="+mn-cs"/>
              </a:rPr>
              <a:t>-in logic operators</a:t>
            </a:r>
          </a:p>
          <a:p>
            <a:pPr marL="1619250" lvl="2"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mn-lt"/>
                <a:ea typeface="+mn-ea"/>
                <a:cs typeface="+mn-cs"/>
              </a:rPr>
              <a:t>Functional and/or timing</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b="1" dirty="0">
                <a:solidFill>
                  <a:srgbClr val="00B050"/>
                </a:solidFill>
                <a:latin typeface="+mn-lt"/>
                <a:ea typeface="+mn-ea"/>
                <a:cs typeface="+mn-cs"/>
              </a:rPr>
              <a:t>Structural:</a:t>
            </a:r>
            <a:r>
              <a:rPr lang="de-DE" dirty="0">
                <a:latin typeface="+mn-lt"/>
                <a:ea typeface="+mn-ea"/>
                <a:cs typeface="+mn-cs"/>
              </a:rPr>
              <a:t> netlist</a:t>
            </a:r>
          </a:p>
          <a:p>
            <a:pPr marL="1619250" lvl="2"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mn-lt"/>
                <a:ea typeface="+mn-ea"/>
                <a:cs typeface="+mn-cs"/>
              </a:rPr>
              <a:t>Gate/component level</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mn-lt"/>
                <a:ea typeface="+mn-ea"/>
                <a:cs typeface="+mn-cs"/>
              </a:rPr>
              <a:t>Hybrid:mixture of the two styles</a:t>
            </a:r>
          </a:p>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mn-lt"/>
                <a:ea typeface="+mn-ea"/>
                <a:cs typeface="+mn-cs"/>
              </a:rPr>
              <a:t>End architecture with</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b="1" dirty="0">
                <a:solidFill>
                  <a:srgbClr val="0000FF"/>
                </a:solidFill>
                <a:latin typeface="TTE1F17478t00"/>
                <a:ea typeface="+mn-ea"/>
                <a:cs typeface="DejaVu Sans" charset="0"/>
              </a:rPr>
              <a:t>END ARCHITECTURE </a:t>
            </a:r>
            <a:r>
              <a:rPr lang="de-DE" i="1" dirty="0">
                <a:solidFill>
                  <a:srgbClr val="000000"/>
                </a:solidFill>
                <a:latin typeface="TTE1F17478t00"/>
                <a:ea typeface="+mn-ea"/>
                <a:cs typeface="DejaVu Sans" charset="0"/>
              </a:rPr>
              <a:t>&lt;</a:t>
            </a:r>
            <a:r>
              <a:rPr lang="de-DE" i="1" dirty="0" err="1">
                <a:solidFill>
                  <a:srgbClr val="000000"/>
                </a:solidFill>
                <a:latin typeface="TTE1F17478t00"/>
                <a:ea typeface="+mn-ea"/>
                <a:cs typeface="DejaVu Sans" charset="0"/>
              </a:rPr>
              <a:t>identifier</a:t>
            </a:r>
            <a:r>
              <a:rPr lang="de-DE" i="1" dirty="0">
                <a:solidFill>
                  <a:srgbClr val="000000"/>
                </a:solidFill>
                <a:latin typeface="TTE1F17478t00"/>
                <a:ea typeface="+mn-ea"/>
                <a:cs typeface="DejaVu Sans" charset="0"/>
              </a:rPr>
              <a:t>&gt;</a:t>
            </a:r>
            <a:r>
              <a:rPr lang="de-DE" dirty="0">
                <a:solidFill>
                  <a:srgbClr val="000000"/>
                </a:solidFill>
                <a:latin typeface="TTE1F17478t00"/>
                <a:ea typeface="+mn-ea"/>
                <a:cs typeface="DejaVu Sans" charset="0"/>
              </a:rPr>
              <a:t>;  --VHDL'93 &amp;later</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b="1" dirty="0">
                <a:solidFill>
                  <a:srgbClr val="0000FF"/>
                </a:solidFill>
                <a:latin typeface="TTE1F17478t00"/>
                <a:ea typeface="+mn-ea"/>
                <a:cs typeface="DejaVu Sans" charset="0"/>
              </a:rPr>
              <a:t>END ARCHITECTURE;                                       </a:t>
            </a:r>
            <a:r>
              <a:rPr lang="de-DE" dirty="0">
                <a:solidFill>
                  <a:srgbClr val="000000"/>
                </a:solidFill>
                <a:latin typeface="TTE1F17478t00"/>
                <a:ea typeface="+mn-ea"/>
                <a:cs typeface="DejaVu Sans" charset="0"/>
              </a:rPr>
              <a:t>--VHDL '93 &amp; later</a:t>
            </a:r>
            <a:endParaRPr lang="de-DE" dirty="0">
              <a:solidFill>
                <a:srgbClr val="000000"/>
              </a:solidFill>
              <a:latin typeface="Frutiger LT Com 55 Roman" pitchFamily="1" charset="0"/>
              <a:ea typeface="+mn-ea"/>
              <a:cs typeface="DejaVu Sans" charset="0"/>
            </a:endParaRPr>
          </a:p>
        </p:txBody>
      </p:sp>
      <p:sp>
        <p:nvSpPr>
          <p:cNvPr id="13315" name="AutoShape 2">
            <a:extLst>
              <a:ext uri="{FF2B5EF4-FFF2-40B4-BE49-F238E27FC236}">
                <a16:creationId xmlns:a16="http://schemas.microsoft.com/office/drawing/2014/main" id="{7FB13269-7403-BC4D-971D-CB92D6773350}"/>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Architecture</a:t>
            </a:r>
          </a:p>
        </p:txBody>
      </p:sp>
      <p:sp>
        <p:nvSpPr>
          <p:cNvPr id="13316" name="Text Box 3">
            <a:extLst>
              <a:ext uri="{FF2B5EF4-FFF2-40B4-BE49-F238E27FC236}">
                <a16:creationId xmlns:a16="http://schemas.microsoft.com/office/drawing/2014/main" id="{832B7813-B5D0-FB47-834C-5103C4AF342B}"/>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fld id="{6202B910-0235-564F-9AF4-FC7CC222B8A5}" type="slidenum">
              <a:rPr lang="de-DE" altLang="en-US" sz="1200">
                <a:solidFill>
                  <a:srgbClr val="B2B2B2"/>
                </a:solidFill>
              </a:rPr>
              <a:pPr algn="ctr" eaLnBrk="1">
                <a:lnSpc>
                  <a:spcPct val="100000"/>
                </a:lnSpc>
                <a:spcAft>
                  <a:spcPct val="0"/>
                </a:spcAft>
              </a:pPr>
              <a:t>10</a:t>
            </a:fld>
            <a:endParaRPr lang="de-DE" altLang="en-US" sz="1200">
              <a:solidFill>
                <a:srgbClr val="B2B2B2"/>
              </a:solidFill>
            </a:endParaRPr>
          </a:p>
        </p:txBody>
      </p:sp>
      <p:sp>
        <p:nvSpPr>
          <p:cNvPr id="13317" name="Rectangle 1">
            <a:extLst>
              <a:ext uri="{FF2B5EF4-FFF2-40B4-BE49-F238E27FC236}">
                <a16:creationId xmlns:a16="http://schemas.microsoft.com/office/drawing/2014/main" id="{DE44AD8C-1A40-D24E-9C17-F0642EAEB051}"/>
              </a:ext>
            </a:extLst>
          </p:cNvPr>
          <p:cNvSpPr>
            <a:spLocks noChangeArrowheads="1"/>
          </p:cNvSpPr>
          <p:nvPr/>
        </p:nvSpPr>
        <p:spPr bwMode="auto">
          <a:xfrm>
            <a:off x="1524000" y="2133600"/>
            <a:ext cx="6324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de-DE" altLang="en-US">
                <a:solidFill>
                  <a:srgbClr val="000000"/>
                </a:solidFill>
                <a:latin typeface="TTE1F17478t00" charset="0"/>
              </a:rPr>
              <a:t>consists of </a:t>
            </a:r>
            <a:r>
              <a:rPr lang="de-DE" altLang="en-US" b="1">
                <a:solidFill>
                  <a:srgbClr val="000000"/>
                </a:solidFill>
                <a:latin typeface="TTE1F17478t00" charset="0"/>
              </a:rPr>
              <a:t>statements</a:t>
            </a:r>
            <a:r>
              <a:rPr lang="de-DE" altLang="en-US">
                <a:solidFill>
                  <a:srgbClr val="000000"/>
                </a:solidFill>
                <a:latin typeface="TTE1F17478t00" charset="0"/>
              </a:rPr>
              <a:t> describing the circuit functionality</a:t>
            </a:r>
            <a:endParaRPr lang="en-GB" altLang="en-US"/>
          </a:p>
        </p:txBody>
      </p:sp>
    </p:spTree>
  </p:cSld>
  <p:clrMapOvr>
    <a:masterClrMapping/>
  </p:clrMapOvr>
  <p:transition spd="med" advTm="84704"/>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3">
            <a:extLst>
              <a:ext uri="{FF2B5EF4-FFF2-40B4-BE49-F238E27FC236}">
                <a16:creationId xmlns:a16="http://schemas.microsoft.com/office/drawing/2014/main" id="{607DD038-5904-8C4F-AF2D-E41F2F7B73AF}"/>
              </a:ext>
            </a:extLst>
          </p:cNvPr>
          <p:cNvSpPr>
            <a:spLocks noGrp="1"/>
          </p:cNvSpPr>
          <p:nvPr>
            <p:ph type="sldNum" sz="quarter" idx="10"/>
          </p:nvPr>
        </p:nvSpPr>
        <p:spPr>
          <a:xfrm>
            <a:off x="3505200" y="6323013"/>
            <a:ext cx="2133600" cy="365125"/>
          </a:xfrm>
          <a:noFill/>
          <a:extLst>
            <a:ext uri="{91240B29-F687-4F45-9708-019B960494DF}">
              <a14:hiddenLine xmlns:a14="http://schemas.microsoft.com/office/drawing/2010/main" w="9525">
                <a:solidFill>
                  <a:srgbClr val="3465AF"/>
                </a:solidFill>
                <a:round/>
                <a:headEnd/>
                <a:tailEnd/>
              </a14:hiddenLine>
            </a:ext>
          </a:extLst>
        </p:spPr>
        <p:txBody>
          <a:bodyPr/>
          <a:lstStyle>
            <a:lvl1pPr>
              <a:tabLst>
                <a:tab pos="449263" algn="l"/>
                <a:tab pos="898525" algn="l"/>
                <a:tab pos="1347788" algn="l"/>
                <a:tab pos="1797050" algn="l"/>
              </a:tabLst>
              <a:defRPr>
                <a:solidFill>
                  <a:schemeClr val="tx1"/>
                </a:solidFill>
                <a:latin typeface="Arial" panose="020B0604020202020204" pitchFamily="34" charset="0"/>
                <a:ea typeface="DejaVu Sans" pitchFamily="34" charset="0"/>
                <a:cs typeface="DejaVu Sans" pitchFamily="34" charset="0"/>
              </a:defRPr>
            </a:lvl1pPr>
            <a:lvl2pPr>
              <a:tabLst>
                <a:tab pos="449263" algn="l"/>
                <a:tab pos="898525" algn="l"/>
                <a:tab pos="1347788" algn="l"/>
                <a:tab pos="1797050" algn="l"/>
              </a:tabLst>
              <a:defRPr>
                <a:solidFill>
                  <a:schemeClr val="tx1"/>
                </a:solidFill>
                <a:latin typeface="Arial" panose="020B0604020202020204" pitchFamily="34" charset="0"/>
                <a:ea typeface="DejaVu Sans" pitchFamily="34" charset="0"/>
                <a:cs typeface="DejaVu Sans" pitchFamily="34" charset="0"/>
              </a:defRPr>
            </a:lvl2pPr>
            <a:lvl3pPr>
              <a:tabLst>
                <a:tab pos="449263" algn="l"/>
                <a:tab pos="898525" algn="l"/>
                <a:tab pos="1347788" algn="l"/>
                <a:tab pos="1797050" algn="l"/>
              </a:tabLst>
              <a:defRPr>
                <a:solidFill>
                  <a:schemeClr val="tx1"/>
                </a:solidFill>
                <a:latin typeface="Arial" panose="020B0604020202020204" pitchFamily="34" charset="0"/>
                <a:ea typeface="DejaVu Sans" pitchFamily="34" charset="0"/>
                <a:cs typeface="DejaVu Sans" pitchFamily="34" charset="0"/>
              </a:defRPr>
            </a:lvl3pPr>
            <a:lvl4pPr>
              <a:tabLst>
                <a:tab pos="449263" algn="l"/>
                <a:tab pos="898525" algn="l"/>
                <a:tab pos="1347788" algn="l"/>
                <a:tab pos="1797050" algn="l"/>
              </a:tabLst>
              <a:defRPr>
                <a:solidFill>
                  <a:schemeClr val="tx1"/>
                </a:solidFill>
                <a:latin typeface="Arial" panose="020B0604020202020204" pitchFamily="34" charset="0"/>
                <a:ea typeface="DejaVu Sans" pitchFamily="34" charset="0"/>
                <a:cs typeface="DejaVu Sans" pitchFamily="34" charset="0"/>
              </a:defRPr>
            </a:lvl4pPr>
            <a:lvl5pPr>
              <a:tabLst>
                <a:tab pos="449263" algn="l"/>
                <a:tab pos="898525" algn="l"/>
                <a:tab pos="1347788" algn="l"/>
                <a:tab pos="1797050" algn="l"/>
              </a:tabLst>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tabLst>
                <a:tab pos="449263" algn="l"/>
                <a:tab pos="898525" algn="l"/>
                <a:tab pos="1347788" algn="l"/>
                <a:tab pos="1797050" algn="l"/>
              </a:tabLs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tabLst>
                <a:tab pos="449263" algn="l"/>
                <a:tab pos="898525" algn="l"/>
                <a:tab pos="1347788" algn="l"/>
                <a:tab pos="1797050" algn="l"/>
              </a:tabLs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tabLst>
                <a:tab pos="449263" algn="l"/>
                <a:tab pos="898525" algn="l"/>
                <a:tab pos="1347788" algn="l"/>
                <a:tab pos="1797050" algn="l"/>
              </a:tabLs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tabLst>
                <a:tab pos="449263" algn="l"/>
                <a:tab pos="898525" algn="l"/>
                <a:tab pos="1347788" algn="l"/>
                <a:tab pos="1797050" algn="l"/>
              </a:tabLst>
              <a:defRPr>
                <a:solidFill>
                  <a:schemeClr val="tx1"/>
                </a:solidFill>
                <a:latin typeface="Arial" panose="020B0604020202020204" pitchFamily="34" charset="0"/>
                <a:ea typeface="DejaVu Sans" pitchFamily="34" charset="0"/>
                <a:cs typeface="DejaVu Sans" pitchFamily="34" charset="0"/>
              </a:defRPr>
            </a:lvl9pPr>
          </a:lstStyle>
          <a:p>
            <a:fld id="{905E0AE3-5B49-0445-9585-8C1C91342954}" type="slidenum">
              <a:rPr lang="de-DE" altLang="en-US">
                <a:solidFill>
                  <a:srgbClr val="B2B2B2"/>
                </a:solidFill>
                <a:latin typeface="Frutiger LT Com 55 Roman" pitchFamily="1" charset="0"/>
              </a:rPr>
              <a:pPr/>
              <a:t>11</a:t>
            </a:fld>
            <a:endParaRPr lang="de-DE" altLang="en-US">
              <a:solidFill>
                <a:srgbClr val="B2B2B2"/>
              </a:solidFill>
              <a:latin typeface="Frutiger LT Com 55 Roman" pitchFamily="1" charset="0"/>
            </a:endParaRPr>
          </a:p>
        </p:txBody>
      </p:sp>
      <p:grpSp>
        <p:nvGrpSpPr>
          <p:cNvPr id="14339" name="Group 121">
            <a:extLst>
              <a:ext uri="{FF2B5EF4-FFF2-40B4-BE49-F238E27FC236}">
                <a16:creationId xmlns:a16="http://schemas.microsoft.com/office/drawing/2014/main" id="{31D11088-CF20-534B-BDB1-14779D136366}"/>
              </a:ext>
            </a:extLst>
          </p:cNvPr>
          <p:cNvGrpSpPr>
            <a:grpSpLocks/>
          </p:cNvGrpSpPr>
          <p:nvPr/>
        </p:nvGrpSpPr>
        <p:grpSpPr bwMode="auto">
          <a:xfrm>
            <a:off x="609600" y="2266950"/>
            <a:ext cx="1785938" cy="1619250"/>
            <a:chOff x="2314" y="1558"/>
            <a:chExt cx="1125" cy="1213"/>
          </a:xfrm>
        </p:grpSpPr>
        <p:sp>
          <p:nvSpPr>
            <p:cNvPr id="14381" name="Freeform 93">
              <a:extLst>
                <a:ext uri="{FF2B5EF4-FFF2-40B4-BE49-F238E27FC236}">
                  <a16:creationId xmlns:a16="http://schemas.microsoft.com/office/drawing/2014/main" id="{5781BC9F-E628-B54C-A879-B7BE214EC99C}"/>
                </a:ext>
              </a:extLst>
            </p:cNvPr>
            <p:cNvSpPr>
              <a:spLocks/>
            </p:cNvSpPr>
            <p:nvPr/>
          </p:nvSpPr>
          <p:spPr bwMode="auto">
            <a:xfrm>
              <a:off x="2314" y="1558"/>
              <a:ext cx="1125" cy="1213"/>
            </a:xfrm>
            <a:custGeom>
              <a:avLst/>
              <a:gdLst>
                <a:gd name="T0" fmla="*/ 1125 w 1125"/>
                <a:gd name="T1" fmla="*/ 9109 h 991"/>
                <a:gd name="T2" fmla="*/ 0 w 1125"/>
                <a:gd name="T3" fmla="*/ 9158 h 991"/>
                <a:gd name="T4" fmla="*/ 0 w 1125"/>
                <a:gd name="T5" fmla="*/ 3349 h 991"/>
                <a:gd name="T6" fmla="*/ 0 w 1125"/>
                <a:gd name="T7" fmla="*/ 53 h 991"/>
                <a:gd name="T8" fmla="*/ 1125 w 1125"/>
                <a:gd name="T9" fmla="*/ 0 h 991"/>
                <a:gd name="T10" fmla="*/ 1125 w 1125"/>
                <a:gd name="T11" fmla="*/ 9109 h 991"/>
                <a:gd name="T12" fmla="*/ 0 60000 65536"/>
                <a:gd name="T13" fmla="*/ 0 60000 65536"/>
                <a:gd name="T14" fmla="*/ 0 60000 65536"/>
                <a:gd name="T15" fmla="*/ 0 60000 65536"/>
                <a:gd name="T16" fmla="*/ 0 60000 65536"/>
                <a:gd name="T17" fmla="*/ 0 60000 65536"/>
                <a:gd name="T18" fmla="*/ 0 w 1125"/>
                <a:gd name="T19" fmla="*/ 0 h 991"/>
                <a:gd name="T20" fmla="*/ 1125 w 1125"/>
                <a:gd name="T21" fmla="*/ 991 h 991"/>
              </a:gdLst>
              <a:ahLst/>
              <a:cxnLst>
                <a:cxn ang="T12">
                  <a:pos x="T0" y="T1"/>
                </a:cxn>
                <a:cxn ang="T13">
                  <a:pos x="T2" y="T3"/>
                </a:cxn>
                <a:cxn ang="T14">
                  <a:pos x="T4" y="T5"/>
                </a:cxn>
                <a:cxn ang="T15">
                  <a:pos x="T6" y="T7"/>
                </a:cxn>
                <a:cxn ang="T16">
                  <a:pos x="T8" y="T9"/>
                </a:cxn>
                <a:cxn ang="T17">
                  <a:pos x="T10" y="T11"/>
                </a:cxn>
              </a:cxnLst>
              <a:rect l="T18" t="T19" r="T20" b="T21"/>
              <a:pathLst>
                <a:path w="1125" h="991">
                  <a:moveTo>
                    <a:pt x="1125" y="985"/>
                  </a:moveTo>
                  <a:lnTo>
                    <a:pt x="0" y="991"/>
                  </a:lnTo>
                  <a:lnTo>
                    <a:pt x="0" y="363"/>
                  </a:lnTo>
                  <a:lnTo>
                    <a:pt x="0" y="6"/>
                  </a:lnTo>
                  <a:lnTo>
                    <a:pt x="1125" y="0"/>
                  </a:lnTo>
                  <a:lnTo>
                    <a:pt x="1125" y="985"/>
                  </a:lnTo>
                  <a:close/>
                </a:path>
              </a:pathLst>
            </a:custGeom>
            <a:solidFill>
              <a:srgbClr val="D4E0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382" name="Rectangle 94">
              <a:extLst>
                <a:ext uri="{FF2B5EF4-FFF2-40B4-BE49-F238E27FC236}">
                  <a16:creationId xmlns:a16="http://schemas.microsoft.com/office/drawing/2014/main" id="{1078E32F-A9D6-484F-B81E-2018480133FA}"/>
                </a:ext>
              </a:extLst>
            </p:cNvPr>
            <p:cNvSpPr>
              <a:spLocks noChangeArrowheads="1"/>
            </p:cNvSpPr>
            <p:nvPr/>
          </p:nvSpPr>
          <p:spPr bwMode="auto">
            <a:xfrm>
              <a:off x="3243" y="1766"/>
              <a:ext cx="73"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Myriad Roman" charset="0"/>
                </a:rPr>
                <a:t>s</a:t>
              </a:r>
              <a:endParaRPr lang="en-US" altLang="en-US" dirty="0"/>
            </a:p>
          </p:txBody>
        </p:sp>
        <p:sp>
          <p:nvSpPr>
            <p:cNvPr id="14383" name="Rectangle 100">
              <a:extLst>
                <a:ext uri="{FF2B5EF4-FFF2-40B4-BE49-F238E27FC236}">
                  <a16:creationId xmlns:a16="http://schemas.microsoft.com/office/drawing/2014/main" id="{4B25AC1B-8608-DD4E-842A-1511E8A2169E}"/>
                </a:ext>
              </a:extLst>
            </p:cNvPr>
            <p:cNvSpPr>
              <a:spLocks noChangeArrowheads="1"/>
            </p:cNvSpPr>
            <p:nvPr/>
          </p:nvSpPr>
          <p:spPr bwMode="auto">
            <a:xfrm>
              <a:off x="2966" y="1766"/>
              <a:ext cx="153"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Myriad Roman" charset="0"/>
                </a:rPr>
                <a:t>co</a:t>
              </a:r>
              <a:endParaRPr lang="en-US" altLang="en-US" dirty="0"/>
            </a:p>
          </p:txBody>
        </p:sp>
        <p:sp>
          <p:nvSpPr>
            <p:cNvPr id="14384" name="Rectangle 105">
              <a:extLst>
                <a:ext uri="{FF2B5EF4-FFF2-40B4-BE49-F238E27FC236}">
                  <a16:creationId xmlns:a16="http://schemas.microsoft.com/office/drawing/2014/main" id="{58318319-6CE6-C647-8853-F7096B229625}"/>
                </a:ext>
              </a:extLst>
            </p:cNvPr>
            <p:cNvSpPr>
              <a:spLocks noChangeArrowheads="1"/>
            </p:cNvSpPr>
            <p:nvPr/>
          </p:nvSpPr>
          <p:spPr bwMode="auto">
            <a:xfrm>
              <a:off x="2656" y="1766"/>
              <a:ext cx="81"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b</a:t>
              </a:r>
              <a:endParaRPr lang="en-US" altLang="en-US"/>
            </a:p>
          </p:txBody>
        </p:sp>
        <p:sp>
          <p:nvSpPr>
            <p:cNvPr id="14385" name="Rectangle 106">
              <a:extLst>
                <a:ext uri="{FF2B5EF4-FFF2-40B4-BE49-F238E27FC236}">
                  <a16:creationId xmlns:a16="http://schemas.microsoft.com/office/drawing/2014/main" id="{78F49BEE-27AF-3E4E-83D2-3DD7AD583593}"/>
                </a:ext>
              </a:extLst>
            </p:cNvPr>
            <p:cNvSpPr>
              <a:spLocks noChangeArrowheads="1"/>
            </p:cNvSpPr>
            <p:nvPr/>
          </p:nvSpPr>
          <p:spPr bwMode="auto">
            <a:xfrm>
              <a:off x="2656" y="2030"/>
              <a:ext cx="81"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0</a:t>
              </a:r>
              <a:endParaRPr lang="en-US" altLang="en-US"/>
            </a:p>
          </p:txBody>
        </p:sp>
        <p:sp>
          <p:nvSpPr>
            <p:cNvPr id="14386" name="Rectangle 107">
              <a:extLst>
                <a:ext uri="{FF2B5EF4-FFF2-40B4-BE49-F238E27FC236}">
                  <a16:creationId xmlns:a16="http://schemas.microsoft.com/office/drawing/2014/main" id="{A1FA8C9B-AABC-4348-99E3-484792930704}"/>
                </a:ext>
              </a:extLst>
            </p:cNvPr>
            <p:cNvSpPr>
              <a:spLocks noChangeArrowheads="1"/>
            </p:cNvSpPr>
            <p:nvPr/>
          </p:nvSpPr>
          <p:spPr bwMode="auto">
            <a:xfrm>
              <a:off x="2656" y="2180"/>
              <a:ext cx="81"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1</a:t>
              </a:r>
              <a:endParaRPr lang="en-US" altLang="en-US"/>
            </a:p>
          </p:txBody>
        </p:sp>
        <p:sp>
          <p:nvSpPr>
            <p:cNvPr id="14387" name="Rectangle 108">
              <a:extLst>
                <a:ext uri="{FF2B5EF4-FFF2-40B4-BE49-F238E27FC236}">
                  <a16:creationId xmlns:a16="http://schemas.microsoft.com/office/drawing/2014/main" id="{200CD61E-A0AC-6B46-9473-4B75FDB8872B}"/>
                </a:ext>
              </a:extLst>
            </p:cNvPr>
            <p:cNvSpPr>
              <a:spLocks noChangeArrowheads="1"/>
            </p:cNvSpPr>
            <p:nvPr/>
          </p:nvSpPr>
          <p:spPr bwMode="auto">
            <a:xfrm>
              <a:off x="2656" y="2330"/>
              <a:ext cx="81"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0</a:t>
              </a:r>
              <a:endParaRPr lang="en-US" altLang="en-US"/>
            </a:p>
          </p:txBody>
        </p:sp>
        <p:sp>
          <p:nvSpPr>
            <p:cNvPr id="14388" name="Rectangle 109">
              <a:extLst>
                <a:ext uri="{FF2B5EF4-FFF2-40B4-BE49-F238E27FC236}">
                  <a16:creationId xmlns:a16="http://schemas.microsoft.com/office/drawing/2014/main" id="{BE45F6B0-6453-F542-AC14-C2F7BE82680C}"/>
                </a:ext>
              </a:extLst>
            </p:cNvPr>
            <p:cNvSpPr>
              <a:spLocks noChangeArrowheads="1"/>
            </p:cNvSpPr>
            <p:nvPr/>
          </p:nvSpPr>
          <p:spPr bwMode="auto">
            <a:xfrm>
              <a:off x="2656" y="2479"/>
              <a:ext cx="81"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1</a:t>
              </a:r>
              <a:endParaRPr lang="en-US" altLang="en-US"/>
            </a:p>
          </p:txBody>
        </p:sp>
        <p:sp>
          <p:nvSpPr>
            <p:cNvPr id="14389" name="Rectangle 110">
              <a:extLst>
                <a:ext uri="{FF2B5EF4-FFF2-40B4-BE49-F238E27FC236}">
                  <a16:creationId xmlns:a16="http://schemas.microsoft.com/office/drawing/2014/main" id="{F5F90229-7ED8-E74E-9BAC-A61AABEE1663}"/>
                </a:ext>
              </a:extLst>
            </p:cNvPr>
            <p:cNvSpPr>
              <a:spLocks noChangeArrowheads="1"/>
            </p:cNvSpPr>
            <p:nvPr/>
          </p:nvSpPr>
          <p:spPr bwMode="auto">
            <a:xfrm>
              <a:off x="2426" y="1766"/>
              <a:ext cx="81"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a</a:t>
              </a:r>
              <a:endParaRPr lang="en-US" altLang="en-US"/>
            </a:p>
          </p:txBody>
        </p:sp>
        <p:sp>
          <p:nvSpPr>
            <p:cNvPr id="14390" name="Rectangle 111">
              <a:extLst>
                <a:ext uri="{FF2B5EF4-FFF2-40B4-BE49-F238E27FC236}">
                  <a16:creationId xmlns:a16="http://schemas.microsoft.com/office/drawing/2014/main" id="{FEB4DE56-A76E-EF40-A66E-EB87085BF50E}"/>
                </a:ext>
              </a:extLst>
            </p:cNvPr>
            <p:cNvSpPr>
              <a:spLocks noChangeArrowheads="1"/>
            </p:cNvSpPr>
            <p:nvPr/>
          </p:nvSpPr>
          <p:spPr bwMode="auto">
            <a:xfrm>
              <a:off x="2426" y="2030"/>
              <a:ext cx="81"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0</a:t>
              </a:r>
              <a:endParaRPr lang="en-US" altLang="en-US"/>
            </a:p>
          </p:txBody>
        </p:sp>
        <p:sp>
          <p:nvSpPr>
            <p:cNvPr id="14391" name="Rectangle 112">
              <a:extLst>
                <a:ext uri="{FF2B5EF4-FFF2-40B4-BE49-F238E27FC236}">
                  <a16:creationId xmlns:a16="http://schemas.microsoft.com/office/drawing/2014/main" id="{A54A36AD-B897-D74E-9DCF-73705C75AA79}"/>
                </a:ext>
              </a:extLst>
            </p:cNvPr>
            <p:cNvSpPr>
              <a:spLocks noChangeArrowheads="1"/>
            </p:cNvSpPr>
            <p:nvPr/>
          </p:nvSpPr>
          <p:spPr bwMode="auto">
            <a:xfrm>
              <a:off x="2426" y="2180"/>
              <a:ext cx="81"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0</a:t>
              </a:r>
              <a:endParaRPr lang="en-US" altLang="en-US"/>
            </a:p>
          </p:txBody>
        </p:sp>
        <p:sp>
          <p:nvSpPr>
            <p:cNvPr id="14392" name="Rectangle 113">
              <a:extLst>
                <a:ext uri="{FF2B5EF4-FFF2-40B4-BE49-F238E27FC236}">
                  <a16:creationId xmlns:a16="http://schemas.microsoft.com/office/drawing/2014/main" id="{18DA621B-15F9-AC4C-BA55-C731D1A1A5FC}"/>
                </a:ext>
              </a:extLst>
            </p:cNvPr>
            <p:cNvSpPr>
              <a:spLocks noChangeArrowheads="1"/>
            </p:cNvSpPr>
            <p:nvPr/>
          </p:nvSpPr>
          <p:spPr bwMode="auto">
            <a:xfrm>
              <a:off x="2426" y="2330"/>
              <a:ext cx="81"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1</a:t>
              </a:r>
              <a:endParaRPr lang="en-US" altLang="en-US"/>
            </a:p>
          </p:txBody>
        </p:sp>
        <p:sp>
          <p:nvSpPr>
            <p:cNvPr id="14393" name="Rectangle 114">
              <a:extLst>
                <a:ext uri="{FF2B5EF4-FFF2-40B4-BE49-F238E27FC236}">
                  <a16:creationId xmlns:a16="http://schemas.microsoft.com/office/drawing/2014/main" id="{FC38C58E-D699-8545-BA60-65EB554D11D8}"/>
                </a:ext>
              </a:extLst>
            </p:cNvPr>
            <p:cNvSpPr>
              <a:spLocks noChangeArrowheads="1"/>
            </p:cNvSpPr>
            <p:nvPr/>
          </p:nvSpPr>
          <p:spPr bwMode="auto">
            <a:xfrm>
              <a:off x="2426" y="2479"/>
              <a:ext cx="81"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1</a:t>
              </a:r>
              <a:endParaRPr lang="en-US" altLang="en-US"/>
            </a:p>
          </p:txBody>
        </p:sp>
        <p:sp>
          <p:nvSpPr>
            <p:cNvPr id="14394" name="Rectangle 116">
              <a:extLst>
                <a:ext uri="{FF2B5EF4-FFF2-40B4-BE49-F238E27FC236}">
                  <a16:creationId xmlns:a16="http://schemas.microsoft.com/office/drawing/2014/main" id="{876BDB62-9993-3F48-80CF-BCDE9E459053}"/>
                </a:ext>
              </a:extLst>
            </p:cNvPr>
            <p:cNvSpPr>
              <a:spLocks noChangeArrowheads="1"/>
            </p:cNvSpPr>
            <p:nvPr/>
          </p:nvSpPr>
          <p:spPr bwMode="auto">
            <a:xfrm>
              <a:off x="2410" y="1582"/>
              <a:ext cx="3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Inputs</a:t>
              </a:r>
              <a:endParaRPr lang="en-US" altLang="en-US"/>
            </a:p>
          </p:txBody>
        </p:sp>
        <p:sp>
          <p:nvSpPr>
            <p:cNvPr id="14395" name="Rectangle 118">
              <a:extLst>
                <a:ext uri="{FF2B5EF4-FFF2-40B4-BE49-F238E27FC236}">
                  <a16:creationId xmlns:a16="http://schemas.microsoft.com/office/drawing/2014/main" id="{083B368E-D500-F84F-A2DD-2B61DC347F93}"/>
                </a:ext>
              </a:extLst>
            </p:cNvPr>
            <p:cNvSpPr>
              <a:spLocks noChangeArrowheads="1"/>
            </p:cNvSpPr>
            <p:nvPr/>
          </p:nvSpPr>
          <p:spPr bwMode="auto">
            <a:xfrm>
              <a:off x="2918" y="1582"/>
              <a:ext cx="509"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Myriad Roman" charset="0"/>
                </a:rPr>
                <a:t>Outputs</a:t>
              </a:r>
              <a:endParaRPr lang="en-US" altLang="en-US" dirty="0"/>
            </a:p>
          </p:txBody>
        </p:sp>
        <p:sp>
          <p:nvSpPr>
            <p:cNvPr id="14396" name="Line 119">
              <a:extLst>
                <a:ext uri="{FF2B5EF4-FFF2-40B4-BE49-F238E27FC236}">
                  <a16:creationId xmlns:a16="http://schemas.microsoft.com/office/drawing/2014/main" id="{64D69523-2191-B24B-8862-21BDE9AF216D}"/>
                </a:ext>
              </a:extLst>
            </p:cNvPr>
            <p:cNvSpPr>
              <a:spLocks noChangeShapeType="1"/>
            </p:cNvSpPr>
            <p:nvPr/>
          </p:nvSpPr>
          <p:spPr bwMode="auto">
            <a:xfrm flipV="1">
              <a:off x="2314" y="2004"/>
              <a:ext cx="1125" cy="6"/>
            </a:xfrm>
            <a:prstGeom prst="line">
              <a:avLst/>
            </a:prstGeom>
            <a:noFill/>
            <a:ln w="20638">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4397" name="Line 120">
              <a:extLst>
                <a:ext uri="{FF2B5EF4-FFF2-40B4-BE49-F238E27FC236}">
                  <a16:creationId xmlns:a16="http://schemas.microsoft.com/office/drawing/2014/main" id="{916E82FC-F8C0-2641-9F7E-206D77C16494}"/>
                </a:ext>
              </a:extLst>
            </p:cNvPr>
            <p:cNvSpPr>
              <a:spLocks noChangeShapeType="1"/>
            </p:cNvSpPr>
            <p:nvPr/>
          </p:nvSpPr>
          <p:spPr bwMode="auto">
            <a:xfrm>
              <a:off x="2880" y="1630"/>
              <a:ext cx="1" cy="1132"/>
            </a:xfrm>
            <a:prstGeom prst="line">
              <a:avLst/>
            </a:prstGeom>
            <a:noFill/>
            <a:ln w="20638">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GB"/>
            </a:p>
          </p:txBody>
        </p:sp>
      </p:grpSp>
      <p:sp>
        <p:nvSpPr>
          <p:cNvPr id="14340" name="AutoShape 2">
            <a:extLst>
              <a:ext uri="{FF2B5EF4-FFF2-40B4-BE49-F238E27FC236}">
                <a16:creationId xmlns:a16="http://schemas.microsoft.com/office/drawing/2014/main" id="{2B38D21B-C9F9-484E-B23E-1CAD0CF2CEB3}"/>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Architecture</a:t>
            </a:r>
          </a:p>
        </p:txBody>
      </p:sp>
      <p:sp>
        <p:nvSpPr>
          <p:cNvPr id="86" name="Rectangle 85">
            <a:extLst>
              <a:ext uri="{FF2B5EF4-FFF2-40B4-BE49-F238E27FC236}">
                <a16:creationId xmlns:a16="http://schemas.microsoft.com/office/drawing/2014/main" id="{814A0A37-3465-7847-8517-8D1F795D5DC4}"/>
              </a:ext>
            </a:extLst>
          </p:cNvPr>
          <p:cNvSpPr/>
          <p:nvPr/>
        </p:nvSpPr>
        <p:spPr bwMode="auto">
          <a:xfrm>
            <a:off x="6723063" y="3352800"/>
            <a:ext cx="1658937" cy="1112838"/>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r>
              <a:rPr lang="en-GB" b="1" dirty="0" err="1">
                <a:latin typeface="Arial" charset="0"/>
                <a:ea typeface="+mn-ea"/>
              </a:rPr>
              <a:t>Behavioral</a:t>
            </a:r>
            <a:endParaRPr lang="en-GB" b="1" dirty="0">
              <a:latin typeface="Arial" charset="0"/>
              <a:ea typeface="+mn-ea"/>
            </a:endParaRPr>
          </a:p>
          <a:p>
            <a:pPr algn="ctr" eaLnBrk="1">
              <a:lnSpc>
                <a:spcPct val="93000"/>
              </a:lnSpc>
              <a:buClr>
                <a:srgbClr val="000000"/>
              </a:buClr>
              <a:buSzPct val="100000"/>
              <a:buFont typeface="Times New Roman" pitchFamily="16" charset="0"/>
              <a:buNone/>
              <a:defRPr/>
            </a:pPr>
            <a:endParaRPr lang="en-GB" b="1" dirty="0">
              <a:latin typeface="Arial" charset="0"/>
              <a:ea typeface="+mn-ea"/>
            </a:endParaRPr>
          </a:p>
          <a:p>
            <a:pPr algn="ctr" eaLnBrk="1">
              <a:lnSpc>
                <a:spcPct val="93000"/>
              </a:lnSpc>
              <a:buClr>
                <a:srgbClr val="000000"/>
              </a:buClr>
              <a:buSzPct val="100000"/>
              <a:defRPr/>
            </a:pPr>
            <a:r>
              <a:rPr lang="en-US" altLang="en-US" dirty="0">
                <a:ea typeface="+mn-ea"/>
              </a:rPr>
              <a:t>Description 1</a:t>
            </a:r>
          </a:p>
          <a:p>
            <a:pPr algn="ctr" eaLnBrk="1">
              <a:lnSpc>
                <a:spcPct val="93000"/>
              </a:lnSpc>
              <a:buClr>
                <a:srgbClr val="000000"/>
              </a:buClr>
              <a:buSzPct val="100000"/>
              <a:defRPr/>
            </a:pPr>
            <a:r>
              <a:rPr lang="en-US" dirty="0">
                <a:latin typeface="Arial" charset="0"/>
                <a:ea typeface="+mn-ea"/>
              </a:rPr>
              <a:t>Description 2</a:t>
            </a:r>
            <a:endParaRPr lang="en-GB" dirty="0">
              <a:latin typeface="Arial" charset="0"/>
              <a:ea typeface="+mn-ea"/>
            </a:endParaRPr>
          </a:p>
        </p:txBody>
      </p:sp>
      <p:sp>
        <p:nvSpPr>
          <p:cNvPr id="87" name="Rectangle 86">
            <a:extLst>
              <a:ext uri="{FF2B5EF4-FFF2-40B4-BE49-F238E27FC236}">
                <a16:creationId xmlns:a16="http://schemas.microsoft.com/office/drawing/2014/main" id="{0FD7F5FE-2C3F-2349-82FA-A3847E78DC9D}"/>
              </a:ext>
            </a:extLst>
          </p:cNvPr>
          <p:cNvSpPr/>
          <p:nvPr/>
        </p:nvSpPr>
        <p:spPr bwMode="auto">
          <a:xfrm>
            <a:off x="6553200" y="1733550"/>
            <a:ext cx="2057400" cy="400050"/>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r>
              <a:rPr lang="en-GB" dirty="0">
                <a:latin typeface="Arial" charset="0"/>
                <a:ea typeface="+mn-ea"/>
              </a:rPr>
              <a:t>Library</a:t>
            </a:r>
          </a:p>
        </p:txBody>
      </p:sp>
      <p:sp>
        <p:nvSpPr>
          <p:cNvPr id="89" name="Rectangle 88">
            <a:extLst>
              <a:ext uri="{FF2B5EF4-FFF2-40B4-BE49-F238E27FC236}">
                <a16:creationId xmlns:a16="http://schemas.microsoft.com/office/drawing/2014/main" id="{16B1BD7A-D094-D149-AF16-41AA5576846D}"/>
              </a:ext>
            </a:extLst>
          </p:cNvPr>
          <p:cNvSpPr/>
          <p:nvPr/>
        </p:nvSpPr>
        <p:spPr bwMode="auto">
          <a:xfrm>
            <a:off x="6553200" y="2306638"/>
            <a:ext cx="2057400" cy="400050"/>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defRPr/>
            </a:pPr>
            <a:r>
              <a:rPr lang="en-GB" dirty="0">
                <a:latin typeface="Arial" charset="0"/>
                <a:ea typeface="+mn-ea"/>
              </a:rPr>
              <a:t>Entity</a:t>
            </a:r>
          </a:p>
        </p:txBody>
      </p:sp>
      <p:sp>
        <p:nvSpPr>
          <p:cNvPr id="90" name="Rectangle 89">
            <a:extLst>
              <a:ext uri="{FF2B5EF4-FFF2-40B4-BE49-F238E27FC236}">
                <a16:creationId xmlns:a16="http://schemas.microsoft.com/office/drawing/2014/main" id="{AE58C717-090C-EF40-8E59-56B48C3B38DA}"/>
              </a:ext>
            </a:extLst>
          </p:cNvPr>
          <p:cNvSpPr/>
          <p:nvPr/>
        </p:nvSpPr>
        <p:spPr bwMode="auto">
          <a:xfrm>
            <a:off x="6705600" y="4959350"/>
            <a:ext cx="1706563" cy="984250"/>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r>
              <a:rPr lang="en-GB" b="1" dirty="0">
                <a:latin typeface="Arial" charset="0"/>
                <a:ea typeface="+mn-ea"/>
              </a:rPr>
              <a:t>Structural</a:t>
            </a:r>
          </a:p>
          <a:p>
            <a:pPr algn="ctr" eaLnBrk="1">
              <a:lnSpc>
                <a:spcPct val="93000"/>
              </a:lnSpc>
              <a:buClr>
                <a:srgbClr val="000000"/>
              </a:buClr>
              <a:buSzPct val="100000"/>
              <a:defRPr/>
            </a:pPr>
            <a:r>
              <a:rPr lang="en-GB" dirty="0">
                <a:latin typeface="Arial" charset="0"/>
                <a:ea typeface="+mn-ea"/>
              </a:rPr>
              <a:t>C1</a:t>
            </a:r>
          </a:p>
          <a:p>
            <a:pPr algn="ctr" eaLnBrk="1">
              <a:lnSpc>
                <a:spcPct val="93000"/>
              </a:lnSpc>
              <a:buClr>
                <a:srgbClr val="000000"/>
              </a:buClr>
              <a:buSzPct val="100000"/>
              <a:buFont typeface="Times New Roman" pitchFamily="16" charset="0"/>
              <a:buNone/>
              <a:defRPr/>
            </a:pPr>
            <a:r>
              <a:rPr lang="en-GB" dirty="0">
                <a:latin typeface="Arial" charset="0"/>
                <a:ea typeface="+mn-ea"/>
              </a:rPr>
              <a:t>C2</a:t>
            </a:r>
          </a:p>
        </p:txBody>
      </p:sp>
      <p:sp>
        <p:nvSpPr>
          <p:cNvPr id="91" name="Rectangle 90">
            <a:extLst>
              <a:ext uri="{FF2B5EF4-FFF2-40B4-BE49-F238E27FC236}">
                <a16:creationId xmlns:a16="http://schemas.microsoft.com/office/drawing/2014/main" id="{9683C8C5-DB5E-EC4D-90AC-A47FD56726DC}"/>
              </a:ext>
            </a:extLst>
          </p:cNvPr>
          <p:cNvSpPr/>
          <p:nvPr/>
        </p:nvSpPr>
        <p:spPr bwMode="auto">
          <a:xfrm>
            <a:off x="6553200" y="2857500"/>
            <a:ext cx="2057400" cy="3182938"/>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endParaRPr lang="en-GB" dirty="0">
              <a:latin typeface="Arial" charset="0"/>
              <a:ea typeface="+mn-ea"/>
            </a:endParaRPr>
          </a:p>
        </p:txBody>
      </p:sp>
      <p:sp>
        <p:nvSpPr>
          <p:cNvPr id="14346" name="Rectangle 91">
            <a:extLst>
              <a:ext uri="{FF2B5EF4-FFF2-40B4-BE49-F238E27FC236}">
                <a16:creationId xmlns:a16="http://schemas.microsoft.com/office/drawing/2014/main" id="{E40307D0-49CC-1646-8F40-0384573D303E}"/>
              </a:ext>
            </a:extLst>
          </p:cNvPr>
          <p:cNvSpPr>
            <a:spLocks noChangeArrowheads="1"/>
          </p:cNvSpPr>
          <p:nvPr/>
        </p:nvSpPr>
        <p:spPr bwMode="auto">
          <a:xfrm>
            <a:off x="6934200" y="2932113"/>
            <a:ext cx="14160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GB" altLang="en-US"/>
              <a:t>Architecture</a:t>
            </a:r>
          </a:p>
        </p:txBody>
      </p:sp>
      <p:sp>
        <p:nvSpPr>
          <p:cNvPr id="14347" name="Rectangle 92">
            <a:extLst>
              <a:ext uri="{FF2B5EF4-FFF2-40B4-BE49-F238E27FC236}">
                <a16:creationId xmlns:a16="http://schemas.microsoft.com/office/drawing/2014/main" id="{4A0972DB-51A2-D54E-A8C4-B2FCA290C622}"/>
              </a:ext>
            </a:extLst>
          </p:cNvPr>
          <p:cNvSpPr>
            <a:spLocks noChangeArrowheads="1"/>
          </p:cNvSpPr>
          <p:nvPr/>
        </p:nvSpPr>
        <p:spPr bwMode="auto">
          <a:xfrm>
            <a:off x="7165975" y="4506913"/>
            <a:ext cx="53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GB" altLang="en-US"/>
              <a:t>OR</a:t>
            </a:r>
          </a:p>
        </p:txBody>
      </p:sp>
      <p:grpSp>
        <p:nvGrpSpPr>
          <p:cNvPr id="14348" name="Group 4">
            <a:extLst>
              <a:ext uri="{FF2B5EF4-FFF2-40B4-BE49-F238E27FC236}">
                <a16:creationId xmlns:a16="http://schemas.microsoft.com/office/drawing/2014/main" id="{46AE8227-1678-554D-95EC-FE5AD65133A0}"/>
              </a:ext>
            </a:extLst>
          </p:cNvPr>
          <p:cNvGrpSpPr>
            <a:grpSpLocks noChangeAspect="1"/>
          </p:cNvGrpSpPr>
          <p:nvPr/>
        </p:nvGrpSpPr>
        <p:grpSpPr bwMode="auto">
          <a:xfrm>
            <a:off x="2943225" y="3772732"/>
            <a:ext cx="1554162" cy="2002812"/>
            <a:chOff x="766762" y="3922442"/>
            <a:chExt cx="1671638" cy="2152921"/>
          </a:xfrm>
        </p:grpSpPr>
        <p:sp>
          <p:nvSpPr>
            <p:cNvPr id="14362" name="Rectangle 178">
              <a:extLst>
                <a:ext uri="{FF2B5EF4-FFF2-40B4-BE49-F238E27FC236}">
                  <a16:creationId xmlns:a16="http://schemas.microsoft.com/office/drawing/2014/main" id="{6224CEF7-F9CE-FF43-B6B6-29AD3C62C040}"/>
                </a:ext>
              </a:extLst>
            </p:cNvPr>
            <p:cNvSpPr>
              <a:spLocks noChangeArrowheads="1"/>
            </p:cNvSpPr>
            <p:nvPr/>
          </p:nvSpPr>
          <p:spPr bwMode="auto">
            <a:xfrm>
              <a:off x="958102" y="3922442"/>
              <a:ext cx="1282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b="1" dirty="0">
                  <a:solidFill>
                    <a:srgbClr val="000000"/>
                  </a:solidFill>
                  <a:latin typeface="Helvetica" pitchFamily="2" charset="0"/>
                </a:rPr>
                <a:t>a</a:t>
              </a:r>
            </a:p>
          </p:txBody>
        </p:sp>
        <p:sp>
          <p:nvSpPr>
            <p:cNvPr id="14363" name="Rectangle 179">
              <a:extLst>
                <a:ext uri="{FF2B5EF4-FFF2-40B4-BE49-F238E27FC236}">
                  <a16:creationId xmlns:a16="http://schemas.microsoft.com/office/drawing/2014/main" id="{FC7D7807-B984-1646-AE6B-ACC4FF416A2E}"/>
                </a:ext>
              </a:extLst>
            </p:cNvPr>
            <p:cNvSpPr>
              <a:spLocks noChangeArrowheads="1"/>
            </p:cNvSpPr>
            <p:nvPr/>
          </p:nvSpPr>
          <p:spPr bwMode="auto">
            <a:xfrm>
              <a:off x="1251824" y="3928493"/>
              <a:ext cx="14106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b="1" dirty="0">
                  <a:solidFill>
                    <a:srgbClr val="000000"/>
                  </a:solidFill>
                  <a:latin typeface="Helvetica" pitchFamily="2" charset="0"/>
                </a:rPr>
                <a:t>b</a:t>
              </a:r>
            </a:p>
          </p:txBody>
        </p:sp>
        <p:grpSp>
          <p:nvGrpSpPr>
            <p:cNvPr id="14364" name="Group 2">
              <a:extLst>
                <a:ext uri="{FF2B5EF4-FFF2-40B4-BE49-F238E27FC236}">
                  <a16:creationId xmlns:a16="http://schemas.microsoft.com/office/drawing/2014/main" id="{E587DC97-E865-2746-BEB6-BBD27D8109A4}"/>
                </a:ext>
              </a:extLst>
            </p:cNvPr>
            <p:cNvGrpSpPr>
              <a:grpSpLocks/>
            </p:cNvGrpSpPr>
            <p:nvPr/>
          </p:nvGrpSpPr>
          <p:grpSpPr bwMode="auto">
            <a:xfrm>
              <a:off x="766762" y="4183876"/>
              <a:ext cx="1671638" cy="1891487"/>
              <a:chOff x="766762" y="4183876"/>
              <a:chExt cx="1671638" cy="1891487"/>
            </a:xfrm>
          </p:grpSpPr>
          <p:sp>
            <p:nvSpPr>
              <p:cNvPr id="14365" name="Oval 162">
                <a:extLst>
                  <a:ext uri="{FF2B5EF4-FFF2-40B4-BE49-F238E27FC236}">
                    <a16:creationId xmlns:a16="http://schemas.microsoft.com/office/drawing/2014/main" id="{002EF018-0C0E-004F-83AE-51A0B0D07B58}"/>
                  </a:ext>
                </a:extLst>
              </p:cNvPr>
              <p:cNvSpPr>
                <a:spLocks noChangeArrowheads="1"/>
              </p:cNvSpPr>
              <p:nvPr/>
            </p:nvSpPr>
            <p:spPr bwMode="auto">
              <a:xfrm>
                <a:off x="1260475" y="4482326"/>
                <a:ext cx="77788" cy="82550"/>
              </a:xfrm>
              <a:prstGeom prst="ellipse">
                <a:avLst/>
              </a:prstGeom>
              <a:solidFill>
                <a:srgbClr val="000000"/>
              </a:solidFill>
              <a:ln w="11113">
                <a:solidFill>
                  <a:srgbClr val="000000"/>
                </a:solidFill>
                <a:miter lim="800000"/>
                <a:headEnd/>
                <a:tailEnd/>
              </a:ln>
            </p:spPr>
            <p:txBody>
              <a:bodyPr/>
              <a:lstStyle/>
              <a:p>
                <a:endParaRPr lang="en-US" altLang="en-US"/>
              </a:p>
            </p:txBody>
          </p:sp>
          <p:sp>
            <p:nvSpPr>
              <p:cNvPr id="14366" name="Oval 163">
                <a:extLst>
                  <a:ext uri="{FF2B5EF4-FFF2-40B4-BE49-F238E27FC236}">
                    <a16:creationId xmlns:a16="http://schemas.microsoft.com/office/drawing/2014/main" id="{EC85B6EF-474E-9E44-8DCF-FF46E23048C0}"/>
                  </a:ext>
                </a:extLst>
              </p:cNvPr>
              <p:cNvSpPr>
                <a:spLocks noChangeArrowheads="1"/>
              </p:cNvSpPr>
              <p:nvPr/>
            </p:nvSpPr>
            <p:spPr bwMode="auto">
              <a:xfrm>
                <a:off x="989012" y="4652189"/>
                <a:ext cx="76200" cy="82550"/>
              </a:xfrm>
              <a:prstGeom prst="ellipse">
                <a:avLst/>
              </a:prstGeom>
              <a:solidFill>
                <a:srgbClr val="000000"/>
              </a:solidFill>
              <a:ln w="11113">
                <a:solidFill>
                  <a:srgbClr val="000000"/>
                </a:solidFill>
                <a:miter lim="800000"/>
                <a:headEnd/>
                <a:tailEnd/>
              </a:ln>
            </p:spPr>
            <p:txBody>
              <a:bodyPr/>
              <a:lstStyle/>
              <a:p>
                <a:endParaRPr lang="en-US" altLang="en-US"/>
              </a:p>
            </p:txBody>
          </p:sp>
          <p:sp>
            <p:nvSpPr>
              <p:cNvPr id="14367" name="Rectangle 164">
                <a:extLst>
                  <a:ext uri="{FF2B5EF4-FFF2-40B4-BE49-F238E27FC236}">
                    <a16:creationId xmlns:a16="http://schemas.microsoft.com/office/drawing/2014/main" id="{31A2E4BD-32F6-C340-9848-9A55D4B28CB6}"/>
                  </a:ext>
                </a:extLst>
              </p:cNvPr>
              <p:cNvSpPr>
                <a:spLocks noChangeArrowheads="1"/>
              </p:cNvSpPr>
              <p:nvPr/>
            </p:nvSpPr>
            <p:spPr bwMode="auto">
              <a:xfrm>
                <a:off x="766762" y="4353739"/>
                <a:ext cx="1671638" cy="1311275"/>
              </a:xfrm>
              <a:prstGeom prst="rect">
                <a:avLst/>
              </a:prstGeom>
              <a:noFill/>
              <a:ln w="15875">
                <a:solidFill>
                  <a:srgbClr val="0079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tLang="en-US"/>
              </a:p>
            </p:txBody>
          </p:sp>
          <p:sp>
            <p:nvSpPr>
              <p:cNvPr id="14368" name="Line 165">
                <a:extLst>
                  <a:ext uri="{FF2B5EF4-FFF2-40B4-BE49-F238E27FC236}">
                    <a16:creationId xmlns:a16="http://schemas.microsoft.com/office/drawing/2014/main" id="{CF8BC2DC-BEE4-B74E-AEA9-70775DCDF25B}"/>
                  </a:ext>
                </a:extLst>
              </p:cNvPr>
              <p:cNvSpPr>
                <a:spLocks noChangeShapeType="1"/>
              </p:cNvSpPr>
              <p:nvPr/>
            </p:nvSpPr>
            <p:spPr bwMode="auto">
              <a:xfrm>
                <a:off x="1301750" y="4183876"/>
                <a:ext cx="1588" cy="6842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4369" name="Line 166">
                <a:extLst>
                  <a:ext uri="{FF2B5EF4-FFF2-40B4-BE49-F238E27FC236}">
                    <a16:creationId xmlns:a16="http://schemas.microsoft.com/office/drawing/2014/main" id="{FD97AFD7-B42F-1C4A-9C97-57D37B10F497}"/>
                  </a:ext>
                </a:extLst>
              </p:cNvPr>
              <p:cNvSpPr>
                <a:spLocks noChangeShapeType="1"/>
              </p:cNvSpPr>
              <p:nvPr/>
            </p:nvSpPr>
            <p:spPr bwMode="auto">
              <a:xfrm>
                <a:off x="1163637" y="5501501"/>
                <a:ext cx="1588" cy="3444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4370" name="Line 167">
                <a:extLst>
                  <a:ext uri="{FF2B5EF4-FFF2-40B4-BE49-F238E27FC236}">
                    <a16:creationId xmlns:a16="http://schemas.microsoft.com/office/drawing/2014/main" id="{9B83BAC6-2C35-8842-AE6D-1670B1948EA6}"/>
                  </a:ext>
                </a:extLst>
              </p:cNvPr>
              <p:cNvSpPr>
                <a:spLocks noChangeShapeType="1"/>
              </p:cNvSpPr>
              <p:nvPr/>
            </p:nvSpPr>
            <p:spPr bwMode="auto">
              <a:xfrm>
                <a:off x="1023937" y="4183876"/>
                <a:ext cx="1588" cy="6842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4371" name="Line 168">
                <a:extLst>
                  <a:ext uri="{FF2B5EF4-FFF2-40B4-BE49-F238E27FC236}">
                    <a16:creationId xmlns:a16="http://schemas.microsoft.com/office/drawing/2014/main" id="{BA20D474-1906-C24C-90AC-9B1BD13C13EE}"/>
                  </a:ext>
                </a:extLst>
              </p:cNvPr>
              <p:cNvSpPr>
                <a:spLocks noChangeShapeType="1"/>
              </p:cNvSpPr>
              <p:nvPr/>
            </p:nvSpPr>
            <p:spPr bwMode="auto">
              <a:xfrm>
                <a:off x="2011362" y="5501501"/>
                <a:ext cx="1588" cy="33813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4372" name="Freeform 173">
                <a:extLst>
                  <a:ext uri="{FF2B5EF4-FFF2-40B4-BE49-F238E27FC236}">
                    <a16:creationId xmlns:a16="http://schemas.microsoft.com/office/drawing/2014/main" id="{43ED0104-F294-D24A-B276-502A3DB0CFC0}"/>
                  </a:ext>
                </a:extLst>
              </p:cNvPr>
              <p:cNvSpPr>
                <a:spLocks/>
              </p:cNvSpPr>
              <p:nvPr/>
            </p:nvSpPr>
            <p:spPr bwMode="auto">
              <a:xfrm>
                <a:off x="1301750" y="4523601"/>
                <a:ext cx="828675" cy="452438"/>
              </a:xfrm>
              <a:custGeom>
                <a:avLst/>
                <a:gdLst>
                  <a:gd name="T0" fmla="*/ 2147483647 w 522"/>
                  <a:gd name="T1" fmla="*/ 2147483647 h 285"/>
                  <a:gd name="T2" fmla="*/ 2147483647 w 522"/>
                  <a:gd name="T3" fmla="*/ 0 h 285"/>
                  <a:gd name="T4" fmla="*/ 0 w 522"/>
                  <a:gd name="T5" fmla="*/ 0 h 285"/>
                  <a:gd name="T6" fmla="*/ 0 60000 65536"/>
                  <a:gd name="T7" fmla="*/ 0 60000 65536"/>
                  <a:gd name="T8" fmla="*/ 0 60000 65536"/>
                  <a:gd name="T9" fmla="*/ 0 w 522"/>
                  <a:gd name="T10" fmla="*/ 0 h 285"/>
                  <a:gd name="T11" fmla="*/ 522 w 522"/>
                  <a:gd name="T12" fmla="*/ 285 h 285"/>
                </a:gdLst>
                <a:ahLst/>
                <a:cxnLst>
                  <a:cxn ang="T6">
                    <a:pos x="T0" y="T1"/>
                  </a:cxn>
                  <a:cxn ang="T7">
                    <a:pos x="T2" y="T3"/>
                  </a:cxn>
                  <a:cxn ang="T8">
                    <a:pos x="T4" y="T5"/>
                  </a:cxn>
                </a:cxnLst>
                <a:rect l="T9" t="T10" r="T11" b="T12"/>
                <a:pathLst>
                  <a:path w="522" h="285">
                    <a:moveTo>
                      <a:pt x="522" y="285"/>
                    </a:moveTo>
                    <a:lnTo>
                      <a:pt x="522" y="0"/>
                    </a:lnTo>
                    <a:lnTo>
                      <a:pt x="0" y="0"/>
                    </a:lnTo>
                  </a:path>
                </a:pathLst>
              </a:custGeom>
              <a:noFill/>
              <a:ln w="206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4373" name="Freeform 174">
                <a:extLst>
                  <a:ext uri="{FF2B5EF4-FFF2-40B4-BE49-F238E27FC236}">
                    <a16:creationId xmlns:a16="http://schemas.microsoft.com/office/drawing/2014/main" id="{2B997047-AC87-B84D-A5DD-C1F3EA365F0D}"/>
                  </a:ext>
                </a:extLst>
              </p:cNvPr>
              <p:cNvSpPr>
                <a:spLocks/>
              </p:cNvSpPr>
              <p:nvPr/>
            </p:nvSpPr>
            <p:spPr bwMode="auto">
              <a:xfrm>
                <a:off x="1023937" y="4693464"/>
                <a:ext cx="874713" cy="277813"/>
              </a:xfrm>
              <a:custGeom>
                <a:avLst/>
                <a:gdLst>
                  <a:gd name="T0" fmla="*/ 2147483647 w 551"/>
                  <a:gd name="T1" fmla="*/ 2147483647 h 175"/>
                  <a:gd name="T2" fmla="*/ 2147483647 w 551"/>
                  <a:gd name="T3" fmla="*/ 0 h 175"/>
                  <a:gd name="T4" fmla="*/ 0 w 551"/>
                  <a:gd name="T5" fmla="*/ 0 h 175"/>
                  <a:gd name="T6" fmla="*/ 0 60000 65536"/>
                  <a:gd name="T7" fmla="*/ 0 60000 65536"/>
                  <a:gd name="T8" fmla="*/ 0 60000 65536"/>
                  <a:gd name="T9" fmla="*/ 0 w 551"/>
                  <a:gd name="T10" fmla="*/ 0 h 175"/>
                  <a:gd name="T11" fmla="*/ 551 w 551"/>
                  <a:gd name="T12" fmla="*/ 175 h 175"/>
                </a:gdLst>
                <a:ahLst/>
                <a:cxnLst>
                  <a:cxn ang="T6">
                    <a:pos x="T0" y="T1"/>
                  </a:cxn>
                  <a:cxn ang="T7">
                    <a:pos x="T2" y="T3"/>
                  </a:cxn>
                  <a:cxn ang="T8">
                    <a:pos x="T4" y="T5"/>
                  </a:cxn>
                </a:cxnLst>
                <a:rect l="T9" t="T10" r="T11" b="T12"/>
                <a:pathLst>
                  <a:path w="551" h="175">
                    <a:moveTo>
                      <a:pt x="551" y="175"/>
                    </a:moveTo>
                    <a:lnTo>
                      <a:pt x="551" y="0"/>
                    </a:lnTo>
                    <a:lnTo>
                      <a:pt x="0" y="0"/>
                    </a:lnTo>
                  </a:path>
                </a:pathLst>
              </a:custGeom>
              <a:noFill/>
              <a:ln w="206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4374" name="Freeform 175">
                <a:extLst>
                  <a:ext uri="{FF2B5EF4-FFF2-40B4-BE49-F238E27FC236}">
                    <a16:creationId xmlns:a16="http://schemas.microsoft.com/office/drawing/2014/main" id="{A88F29E5-AA64-804D-B9E7-60E9F72169AC}"/>
                  </a:ext>
                </a:extLst>
              </p:cNvPr>
              <p:cNvSpPr>
                <a:spLocks/>
              </p:cNvSpPr>
              <p:nvPr/>
            </p:nvSpPr>
            <p:spPr bwMode="auto">
              <a:xfrm>
                <a:off x="885825" y="4868089"/>
                <a:ext cx="555625" cy="633413"/>
              </a:xfrm>
              <a:custGeom>
                <a:avLst/>
                <a:gdLst>
                  <a:gd name="T0" fmla="*/ 0 w 108"/>
                  <a:gd name="T1" fmla="*/ 0 h 123"/>
                  <a:gd name="T2" fmla="*/ 0 w 108"/>
                  <a:gd name="T3" fmla="*/ 2147483647 h 123"/>
                  <a:gd name="T4" fmla="*/ 2147483647 w 108"/>
                  <a:gd name="T5" fmla="*/ 2147483647 h 123"/>
                  <a:gd name="T6" fmla="*/ 2147483647 w 108"/>
                  <a:gd name="T7" fmla="*/ 2147483647 h 123"/>
                  <a:gd name="T8" fmla="*/ 2147483647 w 108"/>
                  <a:gd name="T9" fmla="*/ 0 h 123"/>
                  <a:gd name="T10" fmla="*/ 0 w 108"/>
                  <a:gd name="T11" fmla="*/ 0 h 123"/>
                  <a:gd name="T12" fmla="*/ 0 60000 65536"/>
                  <a:gd name="T13" fmla="*/ 0 60000 65536"/>
                  <a:gd name="T14" fmla="*/ 0 60000 65536"/>
                  <a:gd name="T15" fmla="*/ 0 60000 65536"/>
                  <a:gd name="T16" fmla="*/ 0 60000 65536"/>
                  <a:gd name="T17" fmla="*/ 0 60000 65536"/>
                  <a:gd name="T18" fmla="*/ 0 w 108"/>
                  <a:gd name="T19" fmla="*/ 0 h 123"/>
                  <a:gd name="T20" fmla="*/ 108 w 10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08" h="123">
                    <a:moveTo>
                      <a:pt x="0" y="0"/>
                    </a:moveTo>
                    <a:cubicBezTo>
                      <a:pt x="0" y="69"/>
                      <a:pt x="0" y="69"/>
                      <a:pt x="0" y="69"/>
                    </a:cubicBezTo>
                    <a:cubicBezTo>
                      <a:pt x="0" y="99"/>
                      <a:pt x="24" y="123"/>
                      <a:pt x="54" y="123"/>
                    </a:cubicBezTo>
                    <a:cubicBezTo>
                      <a:pt x="84" y="123"/>
                      <a:pt x="108" y="99"/>
                      <a:pt x="108" y="69"/>
                    </a:cubicBezTo>
                    <a:cubicBezTo>
                      <a:pt x="108" y="0"/>
                      <a:pt x="108" y="0"/>
                      <a:pt x="108" y="0"/>
                    </a:cubicBezTo>
                    <a:lnTo>
                      <a:pt x="0" y="0"/>
                    </a:lnTo>
                    <a:close/>
                  </a:path>
                </a:pathLst>
              </a:custGeom>
              <a:solidFill>
                <a:srgbClr val="FFFFFF"/>
              </a:solidFill>
              <a:ln w="15875">
                <a:solidFill>
                  <a:srgbClr val="0079C1"/>
                </a:solidFill>
                <a:miter lim="800000"/>
                <a:headEnd/>
                <a:tailEnd/>
              </a:ln>
            </p:spPr>
            <p:txBody>
              <a:bodyPr/>
              <a:lstStyle/>
              <a:p>
                <a:endParaRPr lang="en-GB"/>
              </a:p>
            </p:txBody>
          </p:sp>
          <p:sp>
            <p:nvSpPr>
              <p:cNvPr id="14375" name="Freeform 176">
                <a:extLst>
                  <a:ext uri="{FF2B5EF4-FFF2-40B4-BE49-F238E27FC236}">
                    <a16:creationId xmlns:a16="http://schemas.microsoft.com/office/drawing/2014/main" id="{613E4BE5-5ED6-F04E-BDBC-0DBAE58827AD}"/>
                  </a:ext>
                </a:extLst>
              </p:cNvPr>
              <p:cNvSpPr>
                <a:spLocks/>
              </p:cNvSpPr>
              <p:nvPr/>
            </p:nvSpPr>
            <p:spPr bwMode="auto">
              <a:xfrm>
                <a:off x="1739900" y="4945876"/>
                <a:ext cx="544513" cy="555625"/>
              </a:xfrm>
              <a:custGeom>
                <a:avLst/>
                <a:gdLst>
                  <a:gd name="T0" fmla="*/ 2147483647 w 106"/>
                  <a:gd name="T1" fmla="*/ 2147483647 h 108"/>
                  <a:gd name="T2" fmla="*/ 0 w 106"/>
                  <a:gd name="T3" fmla="*/ 0 h 108"/>
                  <a:gd name="T4" fmla="*/ 2147483647 w 106"/>
                  <a:gd name="T5" fmla="*/ 2147483647 h 108"/>
                  <a:gd name="T6" fmla="*/ 2147483647 w 106"/>
                  <a:gd name="T7" fmla="*/ 2147483647 h 108"/>
                  <a:gd name="T8" fmla="*/ 2147483647 w 106"/>
                  <a:gd name="T9" fmla="*/ 0 h 108"/>
                  <a:gd name="T10" fmla="*/ 2147483647 w 106"/>
                  <a:gd name="T11" fmla="*/ 2147483647 h 108"/>
                  <a:gd name="T12" fmla="*/ 0 60000 65536"/>
                  <a:gd name="T13" fmla="*/ 0 60000 65536"/>
                  <a:gd name="T14" fmla="*/ 0 60000 65536"/>
                  <a:gd name="T15" fmla="*/ 0 60000 65536"/>
                  <a:gd name="T16" fmla="*/ 0 60000 65536"/>
                  <a:gd name="T17" fmla="*/ 0 60000 65536"/>
                  <a:gd name="T18" fmla="*/ 0 w 106"/>
                  <a:gd name="T19" fmla="*/ 0 h 108"/>
                  <a:gd name="T20" fmla="*/ 106 w 106"/>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06" h="108">
                    <a:moveTo>
                      <a:pt x="53" y="108"/>
                    </a:moveTo>
                    <a:cubicBezTo>
                      <a:pt x="53" y="108"/>
                      <a:pt x="0" y="83"/>
                      <a:pt x="0" y="0"/>
                    </a:cubicBezTo>
                    <a:cubicBezTo>
                      <a:pt x="0" y="0"/>
                      <a:pt x="5" y="16"/>
                      <a:pt x="52" y="16"/>
                    </a:cubicBezTo>
                    <a:cubicBezTo>
                      <a:pt x="54" y="16"/>
                      <a:pt x="54" y="16"/>
                      <a:pt x="54" y="16"/>
                    </a:cubicBezTo>
                    <a:cubicBezTo>
                      <a:pt x="101" y="16"/>
                      <a:pt x="106" y="0"/>
                      <a:pt x="106" y="0"/>
                    </a:cubicBezTo>
                    <a:cubicBezTo>
                      <a:pt x="106" y="83"/>
                      <a:pt x="53" y="108"/>
                      <a:pt x="53" y="108"/>
                    </a:cubicBezTo>
                    <a:close/>
                  </a:path>
                </a:pathLst>
              </a:custGeom>
              <a:solidFill>
                <a:srgbClr val="FFFFFF"/>
              </a:solidFill>
              <a:ln w="15875">
                <a:solidFill>
                  <a:srgbClr val="0079C1"/>
                </a:solidFill>
                <a:miter lim="800000"/>
                <a:headEnd/>
                <a:tailEnd/>
              </a:ln>
            </p:spPr>
            <p:txBody>
              <a:bodyPr/>
              <a:lstStyle/>
              <a:p>
                <a:endParaRPr lang="en-GB"/>
              </a:p>
            </p:txBody>
          </p:sp>
          <p:sp>
            <p:nvSpPr>
              <p:cNvPr id="14376" name="Freeform 177">
                <a:extLst>
                  <a:ext uri="{FF2B5EF4-FFF2-40B4-BE49-F238E27FC236}">
                    <a16:creationId xmlns:a16="http://schemas.microsoft.com/office/drawing/2014/main" id="{5A08DA9A-C3E0-9743-87FE-DC89665B1478}"/>
                  </a:ext>
                </a:extLst>
              </p:cNvPr>
              <p:cNvSpPr>
                <a:spLocks/>
              </p:cNvSpPr>
              <p:nvPr/>
            </p:nvSpPr>
            <p:spPr bwMode="auto">
              <a:xfrm>
                <a:off x="1739900" y="4899839"/>
                <a:ext cx="544513" cy="80963"/>
              </a:xfrm>
              <a:custGeom>
                <a:avLst/>
                <a:gdLst>
                  <a:gd name="T0" fmla="*/ 0 w 106"/>
                  <a:gd name="T1" fmla="*/ 0 h 16"/>
                  <a:gd name="T2" fmla="*/ 2147483647 w 106"/>
                  <a:gd name="T3" fmla="*/ 2147483647 h 16"/>
                  <a:gd name="T4" fmla="*/ 2147483647 w 106"/>
                  <a:gd name="T5" fmla="*/ 2147483647 h 16"/>
                  <a:gd name="T6" fmla="*/ 2147483647 w 106"/>
                  <a:gd name="T7" fmla="*/ 0 h 16"/>
                  <a:gd name="T8" fmla="*/ 0 60000 65536"/>
                  <a:gd name="T9" fmla="*/ 0 60000 65536"/>
                  <a:gd name="T10" fmla="*/ 0 60000 65536"/>
                  <a:gd name="T11" fmla="*/ 0 60000 65536"/>
                  <a:gd name="T12" fmla="*/ 0 w 106"/>
                  <a:gd name="T13" fmla="*/ 0 h 16"/>
                  <a:gd name="T14" fmla="*/ 106 w 106"/>
                  <a:gd name="T15" fmla="*/ 16 h 16"/>
                </a:gdLst>
                <a:ahLst/>
                <a:cxnLst>
                  <a:cxn ang="T8">
                    <a:pos x="T0" y="T1"/>
                  </a:cxn>
                  <a:cxn ang="T9">
                    <a:pos x="T2" y="T3"/>
                  </a:cxn>
                  <a:cxn ang="T10">
                    <a:pos x="T4" y="T5"/>
                  </a:cxn>
                  <a:cxn ang="T11">
                    <a:pos x="T6" y="T7"/>
                  </a:cxn>
                </a:cxnLst>
                <a:rect l="T12" t="T13" r="T14" b="T15"/>
                <a:pathLst>
                  <a:path w="106" h="16">
                    <a:moveTo>
                      <a:pt x="0" y="0"/>
                    </a:moveTo>
                    <a:cubicBezTo>
                      <a:pt x="0" y="0"/>
                      <a:pt x="5" y="16"/>
                      <a:pt x="52" y="16"/>
                    </a:cubicBezTo>
                    <a:cubicBezTo>
                      <a:pt x="54" y="16"/>
                      <a:pt x="54" y="16"/>
                      <a:pt x="54" y="16"/>
                    </a:cubicBezTo>
                    <a:cubicBezTo>
                      <a:pt x="101" y="16"/>
                      <a:pt x="106" y="0"/>
                      <a:pt x="106" y="0"/>
                    </a:cubicBezTo>
                  </a:path>
                </a:pathLst>
              </a:custGeom>
              <a:noFill/>
              <a:ln w="15875">
                <a:solidFill>
                  <a:srgbClr val="0079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4377" name="Rectangle 182">
                <a:extLst>
                  <a:ext uri="{FF2B5EF4-FFF2-40B4-BE49-F238E27FC236}">
                    <a16:creationId xmlns:a16="http://schemas.microsoft.com/office/drawing/2014/main" id="{53605C14-0CDE-4847-B6BD-A4FEA3391AD0}"/>
                  </a:ext>
                </a:extLst>
              </p:cNvPr>
              <p:cNvSpPr>
                <a:spLocks noChangeArrowheads="1"/>
              </p:cNvSpPr>
              <p:nvPr/>
            </p:nvSpPr>
            <p:spPr bwMode="auto">
              <a:xfrm>
                <a:off x="1951349" y="5792667"/>
                <a:ext cx="1282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b="1" dirty="0">
                    <a:solidFill>
                      <a:srgbClr val="000000"/>
                    </a:solidFill>
                    <a:latin typeface="Helvetica" pitchFamily="2" charset="0"/>
                  </a:rPr>
                  <a:t>s</a:t>
                </a:r>
                <a:endParaRPr lang="en-US" altLang="en-US" b="1" dirty="0"/>
              </a:p>
            </p:txBody>
          </p:sp>
          <p:sp>
            <p:nvSpPr>
              <p:cNvPr id="14378" name="Rectangle 181">
                <a:extLst>
                  <a:ext uri="{FF2B5EF4-FFF2-40B4-BE49-F238E27FC236}">
                    <a16:creationId xmlns:a16="http://schemas.microsoft.com/office/drawing/2014/main" id="{9D59C407-F98C-2A4C-9A40-136C9A38EDE9}"/>
                  </a:ext>
                </a:extLst>
              </p:cNvPr>
              <p:cNvSpPr>
                <a:spLocks noChangeArrowheads="1"/>
              </p:cNvSpPr>
              <p:nvPr/>
            </p:nvSpPr>
            <p:spPr bwMode="auto">
              <a:xfrm>
                <a:off x="1030065" y="5798364"/>
                <a:ext cx="2693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b="1" dirty="0">
                    <a:solidFill>
                      <a:srgbClr val="000000"/>
                    </a:solidFill>
                    <a:latin typeface="Helvetica" pitchFamily="2" charset="0"/>
                  </a:rPr>
                  <a:t>co</a:t>
                </a:r>
                <a:endParaRPr lang="en-US" altLang="en-US" b="1" dirty="0"/>
              </a:p>
            </p:txBody>
          </p:sp>
          <p:sp>
            <p:nvSpPr>
              <p:cNvPr id="14379" name="Rectangle 3">
                <a:extLst>
                  <a:ext uri="{FF2B5EF4-FFF2-40B4-BE49-F238E27FC236}">
                    <a16:creationId xmlns:a16="http://schemas.microsoft.com/office/drawing/2014/main" id="{52806A7C-0AAE-C24A-8198-0BC3319C355E}"/>
                  </a:ext>
                </a:extLst>
              </p:cNvPr>
              <p:cNvSpPr>
                <a:spLocks noChangeArrowheads="1"/>
              </p:cNvSpPr>
              <p:nvPr/>
            </p:nvSpPr>
            <p:spPr bwMode="auto">
              <a:xfrm>
                <a:off x="906754" y="4947276"/>
                <a:ext cx="4796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GB" altLang="en-US" dirty="0"/>
                  <a:t>C1</a:t>
                </a:r>
              </a:p>
            </p:txBody>
          </p:sp>
          <p:sp>
            <p:nvSpPr>
              <p:cNvPr id="14380" name="Rectangle 94">
                <a:extLst>
                  <a:ext uri="{FF2B5EF4-FFF2-40B4-BE49-F238E27FC236}">
                    <a16:creationId xmlns:a16="http://schemas.microsoft.com/office/drawing/2014/main" id="{F66B7DFF-E219-EE48-AB52-939762F23F67}"/>
                  </a:ext>
                </a:extLst>
              </p:cNvPr>
              <p:cNvSpPr>
                <a:spLocks noChangeArrowheads="1"/>
              </p:cNvSpPr>
              <p:nvPr/>
            </p:nvSpPr>
            <p:spPr bwMode="auto">
              <a:xfrm>
                <a:off x="1754942" y="5010476"/>
                <a:ext cx="4796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GB" altLang="en-US" dirty="0"/>
                  <a:t>C2</a:t>
                </a:r>
              </a:p>
            </p:txBody>
          </p:sp>
        </p:grpSp>
      </p:grpSp>
      <p:sp>
        <p:nvSpPr>
          <p:cNvPr id="14349" name="Rectangle 71">
            <a:extLst>
              <a:ext uri="{FF2B5EF4-FFF2-40B4-BE49-F238E27FC236}">
                <a16:creationId xmlns:a16="http://schemas.microsoft.com/office/drawing/2014/main" id="{F04EEBB1-A539-A240-AE6F-0E83D1C0A49E}"/>
              </a:ext>
            </a:extLst>
          </p:cNvPr>
          <p:cNvSpPr>
            <a:spLocks noChangeArrowheads="1"/>
          </p:cNvSpPr>
          <p:nvPr/>
        </p:nvSpPr>
        <p:spPr bwMode="auto">
          <a:xfrm>
            <a:off x="481013" y="1741488"/>
            <a:ext cx="3352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1pPr>
            <a:lvl2pPr marL="266700" indent="-2667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9pPr>
          </a:lstStyle>
          <a:p>
            <a:pPr lvl="1" eaLnBrk="1">
              <a:spcAft>
                <a:spcPts val="725"/>
              </a:spcAft>
              <a:buClr>
                <a:srgbClr val="00B050"/>
              </a:buClr>
              <a:buSzPct val="100000"/>
              <a:buFont typeface="Wingdings" pitchFamily="2" charset="2"/>
              <a:buChar char=""/>
            </a:pPr>
            <a:r>
              <a:rPr lang="de-DE" altLang="en-US" b="1">
                <a:solidFill>
                  <a:srgbClr val="000000"/>
                </a:solidFill>
                <a:latin typeface="TTE1F17478t00" charset="0"/>
              </a:rPr>
              <a:t>Example: </a:t>
            </a:r>
            <a:r>
              <a:rPr lang="de-DE" altLang="en-US">
                <a:solidFill>
                  <a:srgbClr val="000000"/>
                </a:solidFill>
                <a:latin typeface="TTE1F17478t00" charset="0"/>
              </a:rPr>
              <a:t>Half-adder circuit</a:t>
            </a:r>
          </a:p>
        </p:txBody>
      </p:sp>
      <p:sp>
        <p:nvSpPr>
          <p:cNvPr id="14350" name="Rectangle 5">
            <a:extLst>
              <a:ext uri="{FF2B5EF4-FFF2-40B4-BE49-F238E27FC236}">
                <a16:creationId xmlns:a16="http://schemas.microsoft.com/office/drawing/2014/main" id="{F0E6A0B5-F268-E042-8A30-57F2F26FE734}"/>
              </a:ext>
            </a:extLst>
          </p:cNvPr>
          <p:cNvSpPr>
            <a:spLocks noChangeArrowheads="1"/>
          </p:cNvSpPr>
          <p:nvPr/>
        </p:nvSpPr>
        <p:spPr bwMode="auto">
          <a:xfrm>
            <a:off x="514350" y="3917950"/>
            <a:ext cx="153035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a:lnSpc>
                <a:spcPct val="93000"/>
              </a:lnSpc>
              <a:buClr>
                <a:srgbClr val="000000"/>
              </a:buClr>
              <a:buSzPct val="100000"/>
            </a:pPr>
            <a:r>
              <a:rPr lang="en-US" altLang="en-US"/>
              <a:t>Description 1</a:t>
            </a:r>
          </a:p>
        </p:txBody>
      </p:sp>
      <p:sp>
        <p:nvSpPr>
          <p:cNvPr id="14351" name="Rectangle 72">
            <a:extLst>
              <a:ext uri="{FF2B5EF4-FFF2-40B4-BE49-F238E27FC236}">
                <a16:creationId xmlns:a16="http://schemas.microsoft.com/office/drawing/2014/main" id="{F9FF7916-36BB-8441-840C-0DC2E03D640F}"/>
              </a:ext>
            </a:extLst>
          </p:cNvPr>
          <p:cNvSpPr>
            <a:spLocks noChangeArrowheads="1"/>
          </p:cNvSpPr>
          <p:nvPr/>
        </p:nvSpPr>
        <p:spPr bwMode="auto">
          <a:xfrm>
            <a:off x="3637756" y="3222140"/>
            <a:ext cx="15319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a:lnSpc>
                <a:spcPct val="93000"/>
              </a:lnSpc>
              <a:buClr>
                <a:srgbClr val="000000"/>
              </a:buClr>
              <a:buSzPct val="100000"/>
            </a:pPr>
            <a:r>
              <a:rPr lang="en-US" altLang="en-US" dirty="0"/>
              <a:t>Description 2</a:t>
            </a:r>
          </a:p>
        </p:txBody>
      </p:sp>
      <p:sp>
        <p:nvSpPr>
          <p:cNvPr id="24592" name="Rectangle 1">
            <a:extLst>
              <a:ext uri="{FF2B5EF4-FFF2-40B4-BE49-F238E27FC236}">
                <a16:creationId xmlns:a16="http://schemas.microsoft.com/office/drawing/2014/main" id="{B892B213-7D63-8445-8577-02A77856C1E8}"/>
              </a:ext>
            </a:extLst>
          </p:cNvPr>
          <p:cNvSpPr>
            <a:spLocks noChangeArrowheads="1"/>
          </p:cNvSpPr>
          <p:nvPr/>
        </p:nvSpPr>
        <p:spPr bwMode="auto">
          <a:xfrm>
            <a:off x="3717712" y="2586070"/>
            <a:ext cx="21336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pPr>
            <a:r>
              <a:rPr lang="en-US" altLang="en-US" dirty="0"/>
              <a:t>s = a’ . b + a . b’</a:t>
            </a:r>
          </a:p>
          <a:p>
            <a:pPr eaLnBrk="1">
              <a:lnSpc>
                <a:spcPct val="93000"/>
              </a:lnSpc>
              <a:buClr>
                <a:srgbClr val="000000"/>
              </a:buClr>
              <a:buSzPct val="100000"/>
            </a:pPr>
            <a:r>
              <a:rPr lang="en-US" altLang="en-US" dirty="0"/>
              <a:t>co = a . b</a:t>
            </a:r>
            <a:endParaRPr lang="en-GB" altLang="en-US" dirty="0"/>
          </a:p>
        </p:txBody>
      </p:sp>
      <p:sp>
        <p:nvSpPr>
          <p:cNvPr id="62" name="Rectangle 61">
            <a:extLst>
              <a:ext uri="{FF2B5EF4-FFF2-40B4-BE49-F238E27FC236}">
                <a16:creationId xmlns:a16="http://schemas.microsoft.com/office/drawing/2014/main" id="{9316129B-06BA-7C46-9183-941811AF5214}"/>
              </a:ext>
            </a:extLst>
          </p:cNvPr>
          <p:cNvSpPr/>
          <p:nvPr/>
        </p:nvSpPr>
        <p:spPr bwMode="auto">
          <a:xfrm>
            <a:off x="3645693" y="2542690"/>
            <a:ext cx="2057400" cy="647700"/>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endParaRPr lang="en-GB" dirty="0">
              <a:latin typeface="Arial" charset="0"/>
              <a:ea typeface="+mn-ea"/>
            </a:endParaRPr>
          </a:p>
        </p:txBody>
      </p:sp>
      <p:sp>
        <p:nvSpPr>
          <p:cNvPr id="63" name="Rectangle 95">
            <a:extLst>
              <a:ext uri="{FF2B5EF4-FFF2-40B4-BE49-F238E27FC236}">
                <a16:creationId xmlns:a16="http://schemas.microsoft.com/office/drawing/2014/main" id="{BDC5CC5A-064E-EC4F-B906-297BF54E8B15}"/>
              </a:ext>
            </a:extLst>
          </p:cNvPr>
          <p:cNvSpPr>
            <a:spLocks noChangeArrowheads="1"/>
          </p:cNvSpPr>
          <p:nvPr/>
        </p:nvSpPr>
        <p:spPr bwMode="auto">
          <a:xfrm>
            <a:off x="2076450" y="2897188"/>
            <a:ext cx="128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0</a:t>
            </a:r>
            <a:endParaRPr lang="en-US" altLang="en-US"/>
          </a:p>
        </p:txBody>
      </p:sp>
      <p:sp>
        <p:nvSpPr>
          <p:cNvPr id="64" name="Rectangle 96">
            <a:extLst>
              <a:ext uri="{FF2B5EF4-FFF2-40B4-BE49-F238E27FC236}">
                <a16:creationId xmlns:a16="http://schemas.microsoft.com/office/drawing/2014/main" id="{9EA612C5-A75E-D14D-8C75-400397ADDC46}"/>
              </a:ext>
            </a:extLst>
          </p:cNvPr>
          <p:cNvSpPr>
            <a:spLocks noChangeArrowheads="1"/>
          </p:cNvSpPr>
          <p:nvPr/>
        </p:nvSpPr>
        <p:spPr bwMode="auto">
          <a:xfrm>
            <a:off x="2076450" y="3097213"/>
            <a:ext cx="128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1</a:t>
            </a:r>
            <a:endParaRPr lang="en-US" altLang="en-US"/>
          </a:p>
        </p:txBody>
      </p:sp>
      <p:sp>
        <p:nvSpPr>
          <p:cNvPr id="65" name="Rectangle 97">
            <a:extLst>
              <a:ext uri="{FF2B5EF4-FFF2-40B4-BE49-F238E27FC236}">
                <a16:creationId xmlns:a16="http://schemas.microsoft.com/office/drawing/2014/main" id="{CE42D6E5-78DD-A14A-979D-3A4932220FF6}"/>
              </a:ext>
            </a:extLst>
          </p:cNvPr>
          <p:cNvSpPr>
            <a:spLocks noChangeArrowheads="1"/>
          </p:cNvSpPr>
          <p:nvPr/>
        </p:nvSpPr>
        <p:spPr bwMode="auto">
          <a:xfrm>
            <a:off x="2076450" y="3297238"/>
            <a:ext cx="128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1</a:t>
            </a:r>
            <a:endParaRPr lang="en-US" altLang="en-US"/>
          </a:p>
        </p:txBody>
      </p:sp>
      <p:sp>
        <p:nvSpPr>
          <p:cNvPr id="66" name="Rectangle 98">
            <a:extLst>
              <a:ext uri="{FF2B5EF4-FFF2-40B4-BE49-F238E27FC236}">
                <a16:creationId xmlns:a16="http://schemas.microsoft.com/office/drawing/2014/main" id="{5E0721DE-5D47-9A4C-A72F-1E0A09DB9047}"/>
              </a:ext>
            </a:extLst>
          </p:cNvPr>
          <p:cNvSpPr>
            <a:spLocks noChangeArrowheads="1"/>
          </p:cNvSpPr>
          <p:nvPr/>
        </p:nvSpPr>
        <p:spPr bwMode="auto">
          <a:xfrm>
            <a:off x="2076450" y="3495675"/>
            <a:ext cx="12858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0</a:t>
            </a:r>
            <a:endParaRPr lang="en-US" altLang="en-US"/>
          </a:p>
        </p:txBody>
      </p:sp>
      <p:sp>
        <p:nvSpPr>
          <p:cNvPr id="67" name="Rectangle 101">
            <a:extLst>
              <a:ext uri="{FF2B5EF4-FFF2-40B4-BE49-F238E27FC236}">
                <a16:creationId xmlns:a16="http://schemas.microsoft.com/office/drawing/2014/main" id="{7E699E88-D5EF-754C-9946-D7378CD358CF}"/>
              </a:ext>
            </a:extLst>
          </p:cNvPr>
          <p:cNvSpPr>
            <a:spLocks noChangeArrowheads="1"/>
          </p:cNvSpPr>
          <p:nvPr/>
        </p:nvSpPr>
        <p:spPr bwMode="auto">
          <a:xfrm>
            <a:off x="1689100" y="2897188"/>
            <a:ext cx="128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0</a:t>
            </a:r>
            <a:endParaRPr lang="en-US" altLang="en-US"/>
          </a:p>
        </p:txBody>
      </p:sp>
      <p:sp>
        <p:nvSpPr>
          <p:cNvPr id="68" name="Rectangle 102">
            <a:extLst>
              <a:ext uri="{FF2B5EF4-FFF2-40B4-BE49-F238E27FC236}">
                <a16:creationId xmlns:a16="http://schemas.microsoft.com/office/drawing/2014/main" id="{BAAE74E9-1157-4A4D-99D9-052B62610FC1}"/>
              </a:ext>
            </a:extLst>
          </p:cNvPr>
          <p:cNvSpPr>
            <a:spLocks noChangeArrowheads="1"/>
          </p:cNvSpPr>
          <p:nvPr/>
        </p:nvSpPr>
        <p:spPr bwMode="auto">
          <a:xfrm>
            <a:off x="1689100" y="3097213"/>
            <a:ext cx="128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0</a:t>
            </a:r>
            <a:endParaRPr lang="en-US" altLang="en-US"/>
          </a:p>
        </p:txBody>
      </p:sp>
      <p:sp>
        <p:nvSpPr>
          <p:cNvPr id="69" name="Rectangle 103">
            <a:extLst>
              <a:ext uri="{FF2B5EF4-FFF2-40B4-BE49-F238E27FC236}">
                <a16:creationId xmlns:a16="http://schemas.microsoft.com/office/drawing/2014/main" id="{E6227F65-EDBB-924F-A2B7-4A263012CC8B}"/>
              </a:ext>
            </a:extLst>
          </p:cNvPr>
          <p:cNvSpPr>
            <a:spLocks noChangeArrowheads="1"/>
          </p:cNvSpPr>
          <p:nvPr/>
        </p:nvSpPr>
        <p:spPr bwMode="auto">
          <a:xfrm>
            <a:off x="1689100" y="3297238"/>
            <a:ext cx="128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0</a:t>
            </a:r>
            <a:endParaRPr lang="en-US" altLang="en-US"/>
          </a:p>
        </p:txBody>
      </p:sp>
      <p:sp>
        <p:nvSpPr>
          <p:cNvPr id="70" name="Rectangle 104">
            <a:extLst>
              <a:ext uri="{FF2B5EF4-FFF2-40B4-BE49-F238E27FC236}">
                <a16:creationId xmlns:a16="http://schemas.microsoft.com/office/drawing/2014/main" id="{BB1404AB-F387-614D-872D-6EC37FB709A8}"/>
              </a:ext>
            </a:extLst>
          </p:cNvPr>
          <p:cNvSpPr>
            <a:spLocks noChangeArrowheads="1"/>
          </p:cNvSpPr>
          <p:nvPr/>
        </p:nvSpPr>
        <p:spPr bwMode="auto">
          <a:xfrm>
            <a:off x="1689100" y="3495675"/>
            <a:ext cx="12858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1</a:t>
            </a:r>
            <a:endParaRPr lang="en-US"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0565"/>
    </mc:Choice>
    <mc:Fallback xmlns="">
      <p:transition spd="slow" advTm="40565"/>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9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animEffect transition="in" filter="wipe(down)">
                                      <p:cBhvr>
                                        <p:cTn id="11" dur="500"/>
                                        <p:tgtEl>
                                          <p:spTgt spid="63"/>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64"/>
                                        </p:tgtEl>
                                        <p:attrNameLst>
                                          <p:attrName>style.visibility</p:attrName>
                                        </p:attrNameLst>
                                      </p:cBhvr>
                                      <p:to>
                                        <p:strVal val="visible"/>
                                      </p:to>
                                    </p:set>
                                    <p:animEffect transition="in" filter="wipe(down)">
                                      <p:cBhvr>
                                        <p:cTn id="14" dur="500"/>
                                        <p:tgtEl>
                                          <p:spTgt spid="64"/>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wipe(down)">
                                      <p:cBhvr>
                                        <p:cTn id="17" dur="500"/>
                                        <p:tgtEl>
                                          <p:spTgt spid="65"/>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66"/>
                                        </p:tgtEl>
                                        <p:attrNameLst>
                                          <p:attrName>style.visibility</p:attrName>
                                        </p:attrNameLst>
                                      </p:cBhvr>
                                      <p:to>
                                        <p:strVal val="visible"/>
                                      </p:to>
                                    </p:set>
                                    <p:animEffect transition="in" filter="wipe(down)">
                                      <p:cBhvr>
                                        <p:cTn id="20" dur="500"/>
                                        <p:tgtEl>
                                          <p:spTgt spid="66"/>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67"/>
                                        </p:tgtEl>
                                        <p:attrNameLst>
                                          <p:attrName>style.visibility</p:attrName>
                                        </p:attrNameLst>
                                      </p:cBhvr>
                                      <p:to>
                                        <p:strVal val="visible"/>
                                      </p:to>
                                    </p:set>
                                    <p:animEffect transition="in" filter="wipe(down)">
                                      <p:cBhvr>
                                        <p:cTn id="23" dur="500"/>
                                        <p:tgtEl>
                                          <p:spTgt spid="67"/>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68"/>
                                        </p:tgtEl>
                                        <p:attrNameLst>
                                          <p:attrName>style.visibility</p:attrName>
                                        </p:attrNameLst>
                                      </p:cBhvr>
                                      <p:to>
                                        <p:strVal val="visible"/>
                                      </p:to>
                                    </p:set>
                                    <p:animEffect transition="in" filter="wipe(down)">
                                      <p:cBhvr>
                                        <p:cTn id="26" dur="500"/>
                                        <p:tgtEl>
                                          <p:spTgt spid="68"/>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69"/>
                                        </p:tgtEl>
                                        <p:attrNameLst>
                                          <p:attrName>style.visibility</p:attrName>
                                        </p:attrNameLst>
                                      </p:cBhvr>
                                      <p:to>
                                        <p:strVal val="visible"/>
                                      </p:to>
                                    </p:set>
                                    <p:animEffect transition="in" filter="wipe(down)">
                                      <p:cBhvr>
                                        <p:cTn id="29" dur="500"/>
                                        <p:tgtEl>
                                          <p:spTgt spid="69"/>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70"/>
                                        </p:tgtEl>
                                        <p:attrNameLst>
                                          <p:attrName>style.visibility</p:attrName>
                                        </p:attrNameLst>
                                      </p:cBhvr>
                                      <p:to>
                                        <p:strVal val="visible"/>
                                      </p:to>
                                    </p:set>
                                    <p:animEffect transition="in" filter="wipe(down)">
                                      <p:cBhvr>
                                        <p:cTn id="32"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92" grpId="0"/>
      <p:bldP spid="63" grpId="0"/>
      <p:bldP spid="64" grpId="0"/>
      <p:bldP spid="65" grpId="0"/>
      <p:bldP spid="66" grpId="0"/>
      <p:bldP spid="67" grpId="0"/>
      <p:bldP spid="68" grpId="0"/>
      <p:bldP spid="69" grpId="0"/>
      <p:bldP spid="7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3">
            <a:extLst>
              <a:ext uri="{FF2B5EF4-FFF2-40B4-BE49-F238E27FC236}">
                <a16:creationId xmlns:a16="http://schemas.microsoft.com/office/drawing/2014/main" id="{12B68723-7AA6-7B47-B49C-722CCC223B57}"/>
              </a:ext>
            </a:extLst>
          </p:cNvPr>
          <p:cNvSpPr>
            <a:spLocks noChangeArrowheads="1"/>
          </p:cNvSpPr>
          <p:nvPr/>
        </p:nvSpPr>
        <p:spPr bwMode="auto">
          <a:xfrm>
            <a:off x="460375" y="1912938"/>
            <a:ext cx="4910138" cy="2974975"/>
          </a:xfrm>
          <a:prstGeom prst="rect">
            <a:avLst/>
          </a:prstGeom>
          <a:solidFill>
            <a:srgbClr val="D4E0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15363" name="AutoShape 3">
            <a:extLst>
              <a:ext uri="{FF2B5EF4-FFF2-40B4-BE49-F238E27FC236}">
                <a16:creationId xmlns:a16="http://schemas.microsoft.com/office/drawing/2014/main" id="{FE5C3E51-5787-C64A-A3DC-4D1623CD33C7}"/>
              </a:ext>
            </a:extLst>
          </p:cNvPr>
          <p:cNvSpPr>
            <a:spLocks noChangeArrowheads="1"/>
          </p:cNvSpPr>
          <p:nvPr/>
        </p:nvSpPr>
        <p:spPr bwMode="auto">
          <a:xfrm>
            <a:off x="576263" y="1970088"/>
            <a:ext cx="4833937" cy="2830512"/>
          </a:xfrm>
          <a:custGeom>
            <a:avLst/>
            <a:gdLst>
              <a:gd name="T0" fmla="*/ 357905 w 8135937"/>
              <a:gd name="T1" fmla="*/ 10 h 6124575"/>
              <a:gd name="T2" fmla="*/ 178953 w 8135937"/>
              <a:gd name="T3" fmla="*/ 21 h 6124575"/>
              <a:gd name="T4" fmla="*/ 0 w 8135937"/>
              <a:gd name="T5" fmla="*/ 10 h 6124575"/>
              <a:gd name="T6" fmla="*/ 178953 w 8135937"/>
              <a:gd name="T7" fmla="*/ 0 h 6124575"/>
              <a:gd name="T8" fmla="*/ 0 60000 65536"/>
              <a:gd name="T9" fmla="*/ 5898240 60000 65536"/>
              <a:gd name="T10" fmla="*/ 11796480 60000 65536"/>
              <a:gd name="T11" fmla="*/ 17694720 60000 65536"/>
              <a:gd name="T12" fmla="*/ 0 w 8135937"/>
              <a:gd name="T13" fmla="*/ 0 h 6124575"/>
              <a:gd name="T14" fmla="*/ 8135937 w 8135937"/>
              <a:gd name="T15" fmla="*/ 6124575 h 6124575"/>
            </a:gdLst>
            <a:ahLst/>
            <a:cxnLst>
              <a:cxn ang="T8">
                <a:pos x="T0" y="T1"/>
              </a:cxn>
              <a:cxn ang="T9">
                <a:pos x="T2" y="T3"/>
              </a:cxn>
              <a:cxn ang="T10">
                <a:pos x="T4" y="T5"/>
              </a:cxn>
              <a:cxn ang="T11">
                <a:pos x="T6" y="T7"/>
              </a:cxn>
            </a:cxnLst>
            <a:rect l="T12" t="T13" r="T14" b="T15"/>
            <a:pathLst>
              <a:path w="8135937" h="6124575">
                <a:moveTo>
                  <a:pt x="0" y="0"/>
                </a:moveTo>
                <a:lnTo>
                  <a:pt x="22601" y="0"/>
                </a:lnTo>
                <a:lnTo>
                  <a:pt x="22601" y="17014"/>
                </a:lnTo>
                <a:lnTo>
                  <a:pt x="0" y="17014"/>
                </a:lnTo>
                <a:lnTo>
                  <a:pt x="0" y="0"/>
                </a:lnTo>
                <a:close/>
              </a:path>
            </a:pathLst>
          </a:cu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dirty="0" err="1">
                <a:solidFill>
                  <a:srgbClr val="0000FF"/>
                </a:solidFill>
                <a:latin typeface="TTE1F17478t00" charset="0"/>
              </a:rPr>
              <a:t>architecture</a:t>
            </a:r>
            <a:r>
              <a:rPr lang="de-DE" altLang="en-US" sz="1600" i="1" dirty="0">
                <a:latin typeface="TTE1F17478t00" charset="0"/>
              </a:rPr>
              <a:t> &lt;</a:t>
            </a:r>
            <a:r>
              <a:rPr lang="de-DE" altLang="en-US" sz="1600" i="1" dirty="0" err="1">
                <a:latin typeface="TTE1F17478t00" charset="0"/>
              </a:rPr>
              <a:t>identifier</a:t>
            </a:r>
            <a:r>
              <a:rPr lang="de-DE" altLang="en-US" sz="1600" i="1" dirty="0">
                <a:latin typeface="TTE1F17478t00" charset="0"/>
              </a:rPr>
              <a:t>&gt; </a:t>
            </a:r>
            <a:r>
              <a:rPr lang="de-DE" altLang="en-US" sz="1600" dirty="0" err="1">
                <a:solidFill>
                  <a:srgbClr val="0000FF"/>
                </a:solidFill>
                <a:latin typeface="TTE1F17478t00" charset="0"/>
              </a:rPr>
              <a:t>of</a:t>
            </a:r>
            <a:r>
              <a:rPr lang="de-DE" altLang="en-US" sz="1600" i="1" dirty="0">
                <a:latin typeface="TTE1F17478t00" charset="0"/>
              </a:rPr>
              <a:t> &lt;</a:t>
            </a:r>
            <a:r>
              <a:rPr lang="de-DE" altLang="en-US" sz="1600" i="1" dirty="0" err="1">
                <a:latin typeface="TTE1F17478t00" charset="0"/>
              </a:rPr>
              <a:t>entity_identifier</a:t>
            </a:r>
            <a:r>
              <a:rPr lang="de-DE" altLang="en-US" sz="1600" i="1" dirty="0">
                <a:latin typeface="TTE1F17478t00" charset="0"/>
              </a:rPr>
              <a:t>&gt; </a:t>
            </a:r>
            <a:r>
              <a:rPr lang="de-DE" altLang="en-US" sz="1600" dirty="0" err="1">
                <a:solidFill>
                  <a:srgbClr val="0000FF"/>
                </a:solidFill>
                <a:latin typeface="TTE1F17478t00" charset="0"/>
              </a:rPr>
              <a:t>is</a:t>
            </a:r>
            <a:endParaRPr lang="de-DE" altLang="en-US" sz="1600" i="1" dirty="0">
              <a:latin typeface="TTE1F17478t00" charset="0"/>
            </a:endParaRPr>
          </a:p>
          <a:p>
            <a:pPr eaLnBrk="1">
              <a:lnSpc>
                <a:spcPct val="100000"/>
              </a:lnSpc>
              <a:spcAft>
                <a:spcPct val="0"/>
              </a:spcAft>
            </a:pPr>
            <a:r>
              <a:rPr lang="de-DE" altLang="en-US" sz="1400" i="1" dirty="0">
                <a:latin typeface="TTE1F17478t00" charset="0"/>
              </a:rPr>
              <a:t>      </a:t>
            </a:r>
            <a:r>
              <a:rPr lang="de-DE" altLang="en-US" sz="1600" dirty="0">
                <a:latin typeface="TTE1F17478t00" charset="0"/>
              </a:rPr>
              <a:t>SIGNAL</a:t>
            </a:r>
            <a:r>
              <a:rPr lang="de-DE" altLang="en-US" sz="1400" i="1" dirty="0">
                <a:latin typeface="TTE1F17478t00" charset="0"/>
              </a:rPr>
              <a:t> </a:t>
            </a:r>
            <a:r>
              <a:rPr lang="de-DE" altLang="en-US" sz="1600" i="1" dirty="0" err="1">
                <a:latin typeface="TTE1F17478t00" charset="0"/>
              </a:rPr>
              <a:t>temp</a:t>
            </a:r>
            <a:r>
              <a:rPr lang="de-DE" altLang="en-US" sz="1600" dirty="0">
                <a:latin typeface="TTE1F17478t00" charset="0"/>
              </a:rPr>
              <a:t>: INTEGER :=1; </a:t>
            </a:r>
          </a:p>
          <a:p>
            <a:pPr eaLnBrk="1">
              <a:lnSpc>
                <a:spcPct val="100000"/>
              </a:lnSpc>
              <a:spcAft>
                <a:spcPct val="0"/>
              </a:spcAft>
            </a:pPr>
            <a:r>
              <a:rPr lang="de-DE" altLang="en-US" sz="1400" i="1" dirty="0">
                <a:latin typeface="TTE1F17478t00" charset="0"/>
              </a:rPr>
              <a:t>      </a:t>
            </a:r>
            <a:r>
              <a:rPr lang="de-DE" altLang="en-US" sz="1600" dirty="0">
                <a:latin typeface="TTE1F17478t00" charset="0"/>
              </a:rPr>
              <a:t>CONSTANT </a:t>
            </a:r>
            <a:r>
              <a:rPr lang="de-DE" altLang="en-US" sz="1600" i="1" dirty="0" err="1">
                <a:latin typeface="TTE1F17478t00" charset="0"/>
              </a:rPr>
              <a:t>load</a:t>
            </a:r>
            <a:r>
              <a:rPr lang="de-DE" altLang="en-US" sz="1600" dirty="0">
                <a:latin typeface="TTE1F17478t00" charset="0"/>
              </a:rPr>
              <a:t>: BOOLEAN:=</a:t>
            </a:r>
            <a:r>
              <a:rPr lang="de-DE" altLang="en-US" sz="1600" dirty="0" err="1">
                <a:latin typeface="TTE1F17478t00" charset="0"/>
              </a:rPr>
              <a:t>true</a:t>
            </a:r>
            <a:r>
              <a:rPr lang="de-DE" altLang="en-US" sz="1600" dirty="0">
                <a:latin typeface="TTE1F17478t00" charset="0"/>
              </a:rPr>
              <a:t>; </a:t>
            </a:r>
          </a:p>
          <a:p>
            <a:pPr eaLnBrk="1">
              <a:lnSpc>
                <a:spcPct val="100000"/>
              </a:lnSpc>
              <a:spcAft>
                <a:spcPct val="0"/>
              </a:spcAft>
            </a:pPr>
            <a:r>
              <a:rPr lang="de-DE" altLang="en-US" sz="1600" dirty="0">
                <a:latin typeface="TTE1F17478t00" charset="0"/>
              </a:rPr>
              <a:t>     --</a:t>
            </a:r>
            <a:r>
              <a:rPr lang="de-DE" altLang="en-US" sz="1600" dirty="0" err="1">
                <a:latin typeface="TTE1F17478t00" charset="0"/>
              </a:rPr>
              <a:t>Component</a:t>
            </a:r>
            <a:r>
              <a:rPr lang="de-DE" altLang="en-US" sz="1600" dirty="0">
                <a:latin typeface="TTE1F17478t00" charset="0"/>
              </a:rPr>
              <a:t> </a:t>
            </a:r>
            <a:r>
              <a:rPr lang="de-DE" altLang="en-US" sz="1600" dirty="0" err="1">
                <a:latin typeface="TTE1F17478t00" charset="0"/>
              </a:rPr>
              <a:t>declarations</a:t>
            </a:r>
            <a:r>
              <a:rPr lang="de-DE" altLang="en-US" sz="1600" dirty="0">
                <a:latin typeface="TTE1F17478t00" charset="0"/>
              </a:rPr>
              <a:t> (</a:t>
            </a:r>
            <a:r>
              <a:rPr lang="de-DE" altLang="en-US" sz="1600" dirty="0" err="1">
                <a:latin typeface="TTE1F17478t00" charset="0"/>
              </a:rPr>
              <a:t>discussed</a:t>
            </a:r>
            <a:r>
              <a:rPr lang="de-DE" altLang="en-US" sz="1600" dirty="0">
                <a:latin typeface="TTE1F17478t00" charset="0"/>
              </a:rPr>
              <a:t> </a:t>
            </a:r>
            <a:r>
              <a:rPr lang="de-DE" altLang="en-US" sz="1600" dirty="0" err="1">
                <a:latin typeface="TTE1F17478t00" charset="0"/>
              </a:rPr>
              <a:t>later</a:t>
            </a:r>
            <a:r>
              <a:rPr lang="de-DE" altLang="en-US" sz="1600" dirty="0">
                <a:latin typeface="TTE1F17478t00" charset="0"/>
              </a:rPr>
              <a:t>)</a:t>
            </a:r>
          </a:p>
          <a:p>
            <a:pPr eaLnBrk="1">
              <a:lnSpc>
                <a:spcPct val="100000"/>
              </a:lnSpc>
              <a:spcAft>
                <a:spcPct val="0"/>
              </a:spcAft>
            </a:pPr>
            <a:r>
              <a:rPr lang="de-DE" altLang="en-US" sz="1600" dirty="0" err="1">
                <a:solidFill>
                  <a:srgbClr val="0000FF"/>
                </a:solidFill>
                <a:latin typeface="TTE1F17478t00" charset="0"/>
              </a:rPr>
              <a:t>begin</a:t>
            </a:r>
            <a:endParaRPr lang="de-DE" altLang="en-US" sz="1600" b="1" dirty="0">
              <a:latin typeface="TTE1F17478t00" charset="0"/>
            </a:endParaRPr>
          </a:p>
          <a:p>
            <a:pPr eaLnBrk="1">
              <a:lnSpc>
                <a:spcPct val="100000"/>
              </a:lnSpc>
              <a:spcAft>
                <a:spcPct val="0"/>
              </a:spcAft>
            </a:pPr>
            <a:r>
              <a:rPr lang="de-DE" altLang="en-US" sz="1600" i="1" dirty="0">
                <a:latin typeface="TTE1F17478t00" charset="0"/>
              </a:rPr>
              <a:t>     </a:t>
            </a:r>
            <a:r>
              <a:rPr lang="de-DE" altLang="en-US" sz="1600" dirty="0" err="1">
                <a:latin typeface="TTE1F17478t00" charset="0"/>
              </a:rPr>
              <a:t>Process</a:t>
            </a:r>
            <a:r>
              <a:rPr lang="de-DE" altLang="en-US" sz="1600" dirty="0">
                <a:latin typeface="TTE1F17478t00" charset="0"/>
              </a:rPr>
              <a:t> </a:t>
            </a:r>
            <a:r>
              <a:rPr lang="de-DE" altLang="en-US" sz="1600" dirty="0" err="1">
                <a:latin typeface="TTE1F17478t00" charset="0"/>
              </a:rPr>
              <a:t>statements</a:t>
            </a:r>
            <a:endParaRPr lang="de-DE" altLang="en-US" sz="1600" dirty="0">
              <a:latin typeface="TTE1F17478t00" charset="0"/>
            </a:endParaRPr>
          </a:p>
          <a:p>
            <a:pPr eaLnBrk="1">
              <a:lnSpc>
                <a:spcPct val="100000"/>
              </a:lnSpc>
              <a:spcAft>
                <a:spcPct val="0"/>
              </a:spcAft>
            </a:pPr>
            <a:r>
              <a:rPr lang="de-DE" altLang="en-US" sz="1600" dirty="0">
                <a:latin typeface="TTE1F17478t00" charset="0"/>
              </a:rPr>
              <a:t>     </a:t>
            </a:r>
            <a:r>
              <a:rPr lang="de-DE" altLang="en-US" sz="1600" dirty="0" err="1">
                <a:latin typeface="TTE1F17478t00" charset="0"/>
              </a:rPr>
              <a:t>Concurrent</a:t>
            </a:r>
            <a:r>
              <a:rPr lang="de-DE" altLang="en-US" sz="1600" dirty="0">
                <a:latin typeface="TTE1F17478t00" charset="0"/>
              </a:rPr>
              <a:t> </a:t>
            </a:r>
            <a:r>
              <a:rPr lang="de-DE" altLang="en-US" sz="1600" dirty="0" err="1">
                <a:latin typeface="TTE1F17478t00" charset="0"/>
              </a:rPr>
              <a:t>procedural</a:t>
            </a:r>
            <a:r>
              <a:rPr lang="de-DE" altLang="en-US" sz="1600" dirty="0">
                <a:latin typeface="TTE1F17478t00" charset="0"/>
              </a:rPr>
              <a:t> </a:t>
            </a:r>
            <a:r>
              <a:rPr lang="de-DE" altLang="en-US" sz="1600" dirty="0" err="1">
                <a:latin typeface="TTE1F17478t00" charset="0"/>
              </a:rPr>
              <a:t>calls</a:t>
            </a:r>
            <a:endParaRPr lang="de-DE" altLang="en-US" sz="1600" dirty="0">
              <a:latin typeface="TTE1F17478t00" charset="0"/>
            </a:endParaRPr>
          </a:p>
          <a:p>
            <a:pPr eaLnBrk="1">
              <a:lnSpc>
                <a:spcPct val="100000"/>
              </a:lnSpc>
              <a:spcAft>
                <a:spcPct val="0"/>
              </a:spcAft>
            </a:pPr>
            <a:r>
              <a:rPr lang="de-DE" altLang="en-US" sz="1600" dirty="0">
                <a:latin typeface="TTE1F17478t00" charset="0"/>
              </a:rPr>
              <a:t>     </a:t>
            </a:r>
            <a:r>
              <a:rPr lang="de-DE" altLang="en-US" sz="1600" dirty="0" err="1">
                <a:latin typeface="TTE1F17478t00" charset="0"/>
              </a:rPr>
              <a:t>Concurrent</a:t>
            </a:r>
            <a:r>
              <a:rPr lang="de-DE" altLang="en-US" sz="1600" dirty="0">
                <a:latin typeface="TTE1F17478t00" charset="0"/>
              </a:rPr>
              <a:t> </a:t>
            </a:r>
            <a:r>
              <a:rPr lang="de-DE" altLang="en-US" sz="1600" dirty="0" err="1">
                <a:latin typeface="TTE1F17478t00" charset="0"/>
              </a:rPr>
              <a:t>signal</a:t>
            </a:r>
            <a:r>
              <a:rPr lang="de-DE" altLang="en-US" sz="1600" dirty="0">
                <a:latin typeface="TTE1F17478t00" charset="0"/>
              </a:rPr>
              <a:t> </a:t>
            </a:r>
            <a:r>
              <a:rPr lang="de-DE" altLang="en-US" sz="1600" dirty="0" err="1">
                <a:latin typeface="TTE1F17478t00" charset="0"/>
              </a:rPr>
              <a:t>assignment</a:t>
            </a:r>
            <a:endParaRPr lang="de-DE" altLang="en-US" sz="1600" dirty="0">
              <a:latin typeface="TTE1F17478t00" charset="0"/>
            </a:endParaRPr>
          </a:p>
          <a:p>
            <a:pPr eaLnBrk="1">
              <a:lnSpc>
                <a:spcPct val="100000"/>
              </a:lnSpc>
              <a:spcAft>
                <a:spcPct val="0"/>
              </a:spcAft>
            </a:pPr>
            <a:r>
              <a:rPr lang="de-DE" altLang="en-US" sz="1600" dirty="0">
                <a:latin typeface="TTE1F17478t00" charset="0"/>
              </a:rPr>
              <a:t>     </a:t>
            </a:r>
            <a:r>
              <a:rPr lang="de-DE" altLang="en-US" sz="1600" dirty="0" err="1">
                <a:latin typeface="TTE1F17478t00" charset="0"/>
              </a:rPr>
              <a:t>Component</a:t>
            </a:r>
            <a:r>
              <a:rPr lang="de-DE" altLang="en-US" sz="1600" dirty="0">
                <a:latin typeface="TTE1F17478t00" charset="0"/>
              </a:rPr>
              <a:t> </a:t>
            </a:r>
            <a:r>
              <a:rPr lang="de-DE" altLang="en-US" sz="1600" dirty="0" err="1">
                <a:latin typeface="TTE1F17478t00" charset="0"/>
              </a:rPr>
              <a:t>instantiation</a:t>
            </a:r>
            <a:r>
              <a:rPr lang="de-DE" altLang="en-US" sz="1600" dirty="0">
                <a:latin typeface="TTE1F17478t00" charset="0"/>
              </a:rPr>
              <a:t> </a:t>
            </a:r>
            <a:r>
              <a:rPr lang="de-DE" altLang="en-US" sz="1600" dirty="0" err="1">
                <a:latin typeface="TTE1F17478t00" charset="0"/>
              </a:rPr>
              <a:t>statements</a:t>
            </a:r>
            <a:endParaRPr lang="de-DE" altLang="en-US" sz="1600" dirty="0">
              <a:latin typeface="TTE1F17478t00" charset="0"/>
            </a:endParaRPr>
          </a:p>
          <a:p>
            <a:pPr eaLnBrk="1">
              <a:lnSpc>
                <a:spcPct val="100000"/>
              </a:lnSpc>
              <a:spcAft>
                <a:spcPct val="0"/>
              </a:spcAft>
            </a:pPr>
            <a:r>
              <a:rPr lang="de-DE" altLang="en-US" sz="1600" dirty="0">
                <a:latin typeface="TTE1F17478t00" charset="0"/>
              </a:rPr>
              <a:t>     </a:t>
            </a:r>
            <a:r>
              <a:rPr lang="de-DE" altLang="en-US" sz="1600" dirty="0" err="1">
                <a:latin typeface="TTE1F17478t00" charset="0"/>
              </a:rPr>
              <a:t>Generate</a:t>
            </a:r>
            <a:r>
              <a:rPr lang="de-DE" altLang="en-US" sz="1600" dirty="0">
                <a:latin typeface="TTE1F17478t00" charset="0"/>
              </a:rPr>
              <a:t> </a:t>
            </a:r>
            <a:r>
              <a:rPr lang="de-DE" altLang="en-US" sz="1600" dirty="0" err="1">
                <a:latin typeface="TTE1F17478t00" charset="0"/>
              </a:rPr>
              <a:t>statements</a:t>
            </a:r>
            <a:endParaRPr lang="de-DE" altLang="en-US" sz="1600" dirty="0">
              <a:latin typeface="TTE1F17478t00" charset="0"/>
            </a:endParaRPr>
          </a:p>
          <a:p>
            <a:pPr eaLnBrk="1">
              <a:lnSpc>
                <a:spcPct val="100000"/>
              </a:lnSpc>
              <a:spcAft>
                <a:spcPct val="0"/>
              </a:spcAft>
            </a:pPr>
            <a:r>
              <a:rPr lang="de-DE" altLang="en-US" sz="1600" dirty="0">
                <a:solidFill>
                  <a:srgbClr val="0000FF"/>
                </a:solidFill>
                <a:latin typeface="TTE1F17478t00" charset="0"/>
              </a:rPr>
              <a:t>end </a:t>
            </a:r>
            <a:r>
              <a:rPr lang="de-DE" altLang="en-US" sz="1600" dirty="0" err="1">
                <a:solidFill>
                  <a:srgbClr val="0000FF"/>
                </a:solidFill>
                <a:latin typeface="TTE1F17478t00" charset="0"/>
              </a:rPr>
              <a:t>architecture</a:t>
            </a:r>
            <a:r>
              <a:rPr lang="de-DE" altLang="en-US" sz="1600" dirty="0">
                <a:solidFill>
                  <a:srgbClr val="0000FF"/>
                </a:solidFill>
                <a:latin typeface="TTE1F17478t00" charset="0"/>
              </a:rPr>
              <a:t> </a:t>
            </a:r>
            <a:r>
              <a:rPr lang="de-DE" altLang="en-US" sz="1600" i="1" dirty="0">
                <a:latin typeface="Arial" panose="020B0604020202020204" pitchFamily="34" charset="0"/>
              </a:rPr>
              <a:t>&lt;</a:t>
            </a:r>
            <a:r>
              <a:rPr lang="de-DE" altLang="en-US" sz="1600" i="1" dirty="0" err="1">
                <a:latin typeface="Arial" panose="020B0604020202020204" pitchFamily="34" charset="0"/>
              </a:rPr>
              <a:t>identifier</a:t>
            </a:r>
            <a:r>
              <a:rPr lang="de-DE" altLang="en-US" sz="1600" i="1" dirty="0">
                <a:latin typeface="Arial" panose="020B0604020202020204" pitchFamily="34" charset="0"/>
              </a:rPr>
              <a:t>&gt;;</a:t>
            </a:r>
            <a:endParaRPr lang="de-DE" altLang="en-US" dirty="0">
              <a:solidFill>
                <a:srgbClr val="0000FF"/>
              </a:solidFill>
              <a:latin typeface="TTE1F17478t00" charset="0"/>
            </a:endParaRPr>
          </a:p>
        </p:txBody>
      </p:sp>
      <p:sp>
        <p:nvSpPr>
          <p:cNvPr id="15364" name="AutoShape 2">
            <a:extLst>
              <a:ext uri="{FF2B5EF4-FFF2-40B4-BE49-F238E27FC236}">
                <a16:creationId xmlns:a16="http://schemas.microsoft.com/office/drawing/2014/main" id="{9B9D2CD2-5738-2647-BFCA-E39010008D16}"/>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Architecture</a:t>
            </a:r>
          </a:p>
        </p:txBody>
      </p:sp>
      <p:sp>
        <p:nvSpPr>
          <p:cNvPr id="15365" name="Text Box 4">
            <a:extLst>
              <a:ext uri="{FF2B5EF4-FFF2-40B4-BE49-F238E27FC236}">
                <a16:creationId xmlns:a16="http://schemas.microsoft.com/office/drawing/2014/main" id="{3638C403-01AB-BC43-B38B-DCD968474DCC}"/>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fld id="{AC61ED1C-7E04-324E-8476-3B0D40E18219}" type="slidenum">
              <a:rPr lang="de-DE" altLang="en-US" sz="1200">
                <a:solidFill>
                  <a:srgbClr val="B2B2B2"/>
                </a:solidFill>
              </a:rPr>
              <a:pPr algn="ctr" eaLnBrk="1">
                <a:lnSpc>
                  <a:spcPct val="100000"/>
                </a:lnSpc>
                <a:spcAft>
                  <a:spcPct val="0"/>
                </a:spcAft>
              </a:pPr>
              <a:t>12</a:t>
            </a:fld>
            <a:endParaRPr lang="de-DE" altLang="en-US" sz="1200">
              <a:solidFill>
                <a:srgbClr val="B2B2B2"/>
              </a:solidFill>
            </a:endParaRPr>
          </a:p>
        </p:txBody>
      </p:sp>
      <p:sp>
        <p:nvSpPr>
          <p:cNvPr id="6" name="Rectangle 5">
            <a:extLst>
              <a:ext uri="{FF2B5EF4-FFF2-40B4-BE49-F238E27FC236}">
                <a16:creationId xmlns:a16="http://schemas.microsoft.com/office/drawing/2014/main" id="{6A589F5D-F9BC-2645-B673-1DDBA5344347}"/>
              </a:ext>
            </a:extLst>
          </p:cNvPr>
          <p:cNvSpPr/>
          <p:nvPr/>
        </p:nvSpPr>
        <p:spPr bwMode="auto">
          <a:xfrm>
            <a:off x="6570663" y="3332163"/>
            <a:ext cx="1658937" cy="1112837"/>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r>
              <a:rPr lang="en-GB" b="1" dirty="0" err="1">
                <a:latin typeface="Arial" charset="0"/>
                <a:ea typeface="+mn-ea"/>
              </a:rPr>
              <a:t>Behavioral</a:t>
            </a:r>
            <a:endParaRPr lang="en-GB" b="1" dirty="0">
              <a:latin typeface="Arial" charset="0"/>
              <a:ea typeface="+mn-ea"/>
            </a:endParaRPr>
          </a:p>
          <a:p>
            <a:pPr algn="ctr" eaLnBrk="1">
              <a:lnSpc>
                <a:spcPct val="93000"/>
              </a:lnSpc>
              <a:buClr>
                <a:srgbClr val="000000"/>
              </a:buClr>
              <a:buSzPct val="100000"/>
              <a:buFont typeface="Times New Roman" pitchFamily="16" charset="0"/>
              <a:buNone/>
              <a:defRPr/>
            </a:pPr>
            <a:endParaRPr lang="en-GB" b="1" dirty="0">
              <a:latin typeface="Arial" charset="0"/>
              <a:ea typeface="+mn-ea"/>
            </a:endParaRPr>
          </a:p>
          <a:p>
            <a:pPr algn="ctr" eaLnBrk="1">
              <a:lnSpc>
                <a:spcPct val="93000"/>
              </a:lnSpc>
              <a:buClr>
                <a:srgbClr val="000000"/>
              </a:buClr>
              <a:buSzPct val="100000"/>
              <a:defRPr/>
            </a:pPr>
            <a:r>
              <a:rPr lang="en-US" altLang="en-US" dirty="0">
                <a:ea typeface="+mn-ea"/>
              </a:rPr>
              <a:t>Description 1</a:t>
            </a:r>
          </a:p>
          <a:p>
            <a:pPr algn="ctr" eaLnBrk="1">
              <a:lnSpc>
                <a:spcPct val="93000"/>
              </a:lnSpc>
              <a:buClr>
                <a:srgbClr val="000000"/>
              </a:buClr>
              <a:buSzPct val="100000"/>
              <a:defRPr/>
            </a:pPr>
            <a:r>
              <a:rPr lang="en-US" dirty="0">
                <a:latin typeface="Arial" charset="0"/>
                <a:ea typeface="+mn-ea"/>
              </a:rPr>
              <a:t>Description 2</a:t>
            </a:r>
            <a:endParaRPr lang="en-GB" dirty="0">
              <a:latin typeface="Arial" charset="0"/>
              <a:ea typeface="+mn-ea"/>
            </a:endParaRPr>
          </a:p>
        </p:txBody>
      </p:sp>
      <p:sp>
        <p:nvSpPr>
          <p:cNvPr id="7" name="Rectangle 6">
            <a:extLst>
              <a:ext uri="{FF2B5EF4-FFF2-40B4-BE49-F238E27FC236}">
                <a16:creationId xmlns:a16="http://schemas.microsoft.com/office/drawing/2014/main" id="{B2667BEE-58AC-8D4F-B88E-847050783481}"/>
              </a:ext>
            </a:extLst>
          </p:cNvPr>
          <p:cNvSpPr/>
          <p:nvPr/>
        </p:nvSpPr>
        <p:spPr bwMode="auto">
          <a:xfrm>
            <a:off x="6400800" y="1712913"/>
            <a:ext cx="2057400" cy="400050"/>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r>
              <a:rPr lang="en-GB" dirty="0">
                <a:latin typeface="Arial" charset="0"/>
                <a:ea typeface="+mn-ea"/>
              </a:rPr>
              <a:t>Library</a:t>
            </a:r>
          </a:p>
        </p:txBody>
      </p:sp>
      <p:sp>
        <p:nvSpPr>
          <p:cNvPr id="8" name="Rectangle 7">
            <a:extLst>
              <a:ext uri="{FF2B5EF4-FFF2-40B4-BE49-F238E27FC236}">
                <a16:creationId xmlns:a16="http://schemas.microsoft.com/office/drawing/2014/main" id="{54CB3660-74EA-7D45-9B88-3FD259397A2C}"/>
              </a:ext>
            </a:extLst>
          </p:cNvPr>
          <p:cNvSpPr/>
          <p:nvPr/>
        </p:nvSpPr>
        <p:spPr bwMode="auto">
          <a:xfrm>
            <a:off x="6400800" y="2286000"/>
            <a:ext cx="2057400" cy="400050"/>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defRPr/>
            </a:pPr>
            <a:r>
              <a:rPr lang="en-GB" dirty="0">
                <a:latin typeface="Arial" charset="0"/>
                <a:ea typeface="+mn-ea"/>
              </a:rPr>
              <a:t>Entity</a:t>
            </a:r>
          </a:p>
        </p:txBody>
      </p:sp>
      <p:sp>
        <p:nvSpPr>
          <p:cNvPr id="9" name="Rectangle 8">
            <a:extLst>
              <a:ext uri="{FF2B5EF4-FFF2-40B4-BE49-F238E27FC236}">
                <a16:creationId xmlns:a16="http://schemas.microsoft.com/office/drawing/2014/main" id="{4F7BA709-C91E-D24A-8927-F9842905E344}"/>
              </a:ext>
            </a:extLst>
          </p:cNvPr>
          <p:cNvSpPr/>
          <p:nvPr/>
        </p:nvSpPr>
        <p:spPr bwMode="auto">
          <a:xfrm>
            <a:off x="6553200" y="4938713"/>
            <a:ext cx="1706563" cy="984250"/>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r>
              <a:rPr lang="en-GB" b="1" dirty="0">
                <a:latin typeface="Arial" charset="0"/>
                <a:ea typeface="+mn-ea"/>
              </a:rPr>
              <a:t>Structural</a:t>
            </a:r>
          </a:p>
          <a:p>
            <a:pPr algn="ctr" eaLnBrk="1">
              <a:lnSpc>
                <a:spcPct val="93000"/>
              </a:lnSpc>
              <a:buClr>
                <a:srgbClr val="000000"/>
              </a:buClr>
              <a:buSzPct val="100000"/>
              <a:defRPr/>
            </a:pPr>
            <a:r>
              <a:rPr lang="en-GB" dirty="0">
                <a:latin typeface="Arial" charset="0"/>
                <a:ea typeface="+mn-ea"/>
              </a:rPr>
              <a:t>C1</a:t>
            </a:r>
          </a:p>
          <a:p>
            <a:pPr algn="ctr" eaLnBrk="1">
              <a:lnSpc>
                <a:spcPct val="93000"/>
              </a:lnSpc>
              <a:buClr>
                <a:srgbClr val="000000"/>
              </a:buClr>
              <a:buSzPct val="100000"/>
              <a:buFont typeface="Times New Roman" pitchFamily="16" charset="0"/>
              <a:buNone/>
              <a:defRPr/>
            </a:pPr>
            <a:r>
              <a:rPr lang="en-GB" dirty="0">
                <a:latin typeface="Arial" charset="0"/>
                <a:ea typeface="+mn-ea"/>
              </a:rPr>
              <a:t>C2</a:t>
            </a:r>
          </a:p>
        </p:txBody>
      </p:sp>
      <p:sp>
        <p:nvSpPr>
          <p:cNvPr id="10" name="Rectangle 9">
            <a:extLst>
              <a:ext uri="{FF2B5EF4-FFF2-40B4-BE49-F238E27FC236}">
                <a16:creationId xmlns:a16="http://schemas.microsoft.com/office/drawing/2014/main" id="{941D0ABB-6976-5649-AF91-765678F7F869}"/>
              </a:ext>
            </a:extLst>
          </p:cNvPr>
          <p:cNvSpPr/>
          <p:nvPr/>
        </p:nvSpPr>
        <p:spPr bwMode="auto">
          <a:xfrm>
            <a:off x="6400800" y="2836863"/>
            <a:ext cx="2057400" cy="3182937"/>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endParaRPr lang="en-GB" dirty="0">
              <a:latin typeface="Arial" charset="0"/>
              <a:ea typeface="+mn-ea"/>
            </a:endParaRPr>
          </a:p>
        </p:txBody>
      </p:sp>
      <p:sp>
        <p:nvSpPr>
          <p:cNvPr id="15371" name="Rectangle 91">
            <a:extLst>
              <a:ext uri="{FF2B5EF4-FFF2-40B4-BE49-F238E27FC236}">
                <a16:creationId xmlns:a16="http://schemas.microsoft.com/office/drawing/2014/main" id="{A5DC195D-A9FB-C643-B697-108D9E464453}"/>
              </a:ext>
            </a:extLst>
          </p:cNvPr>
          <p:cNvSpPr>
            <a:spLocks noChangeArrowheads="1"/>
          </p:cNvSpPr>
          <p:nvPr/>
        </p:nvSpPr>
        <p:spPr bwMode="auto">
          <a:xfrm>
            <a:off x="6781800" y="2911475"/>
            <a:ext cx="1416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GB" altLang="en-US"/>
              <a:t>Architecture</a:t>
            </a:r>
          </a:p>
        </p:txBody>
      </p:sp>
      <p:sp>
        <p:nvSpPr>
          <p:cNvPr id="15372" name="Rectangle 92">
            <a:extLst>
              <a:ext uri="{FF2B5EF4-FFF2-40B4-BE49-F238E27FC236}">
                <a16:creationId xmlns:a16="http://schemas.microsoft.com/office/drawing/2014/main" id="{149431DE-82BE-0240-A0B7-0B1A0CC4078B}"/>
              </a:ext>
            </a:extLst>
          </p:cNvPr>
          <p:cNvSpPr>
            <a:spLocks noChangeArrowheads="1"/>
          </p:cNvSpPr>
          <p:nvPr/>
        </p:nvSpPr>
        <p:spPr bwMode="auto">
          <a:xfrm>
            <a:off x="7013575" y="4486275"/>
            <a:ext cx="530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GB" altLang="en-US"/>
              <a:t>OR</a:t>
            </a:r>
          </a:p>
        </p:txBody>
      </p:sp>
    </p:spTree>
  </p:cSld>
  <p:clrMapOvr>
    <a:masterClrMapping/>
  </p:clrMapOvr>
  <p:transition spd="med" advTm="49862"/>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6">
            <a:extLst>
              <a:ext uri="{FF2B5EF4-FFF2-40B4-BE49-F238E27FC236}">
                <a16:creationId xmlns:a16="http://schemas.microsoft.com/office/drawing/2014/main" id="{843A30A7-C342-CF44-8DCC-693F8F265DAD}"/>
              </a:ext>
            </a:extLst>
          </p:cNvPr>
          <p:cNvSpPr>
            <a:spLocks noChangeArrowheads="1"/>
          </p:cNvSpPr>
          <p:nvPr/>
        </p:nvSpPr>
        <p:spPr bwMode="auto">
          <a:xfrm>
            <a:off x="5851525" y="3947753"/>
            <a:ext cx="350520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DejaVu Sans" pitchFamily="34" charset="0"/>
                <a:cs typeface="DejaVu Sans" pitchFamily="34" charset="0"/>
              </a:defRPr>
            </a:lvl1pPr>
            <a:lvl2pPr marL="266700" indent="-266700">
              <a:defRPr>
                <a:solidFill>
                  <a:schemeClr val="tx1"/>
                </a:solidFill>
                <a:latin typeface="Arial" panose="020B0604020202020204" pitchFamily="34" charset="0"/>
                <a:ea typeface="DejaVu Sans" pitchFamily="34" charset="0"/>
                <a:cs typeface="DejaVu Sans" pitchFamily="34" charset="0"/>
              </a:defRPr>
            </a:lvl2pPr>
            <a:lvl3pPr>
              <a:defRPr>
                <a:solidFill>
                  <a:schemeClr val="tx1"/>
                </a:solidFill>
                <a:latin typeface="Arial" panose="020B0604020202020204" pitchFamily="34" charset="0"/>
                <a:ea typeface="DejaVu Sans" pitchFamily="34" charset="0"/>
                <a:cs typeface="DejaVu Sans" pitchFamily="34" charset="0"/>
              </a:defRPr>
            </a:lvl3pPr>
            <a:lvl4pPr>
              <a:defRPr>
                <a:solidFill>
                  <a:schemeClr val="tx1"/>
                </a:solidFill>
                <a:latin typeface="Arial" panose="020B0604020202020204" pitchFamily="34" charset="0"/>
                <a:ea typeface="DejaVu Sans" pitchFamily="34" charset="0"/>
                <a:cs typeface="DejaVu Sans" pitchFamily="34" charset="0"/>
              </a:defRPr>
            </a:lvl4pPr>
            <a:lvl5pPr>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9pPr>
          </a:lstStyle>
          <a:p>
            <a:endParaRPr lang="en-GB" altLang="en-US" dirty="0"/>
          </a:p>
          <a:p>
            <a:pPr lvl="1" eaLnBrk="1">
              <a:spcAft>
                <a:spcPts val="725"/>
              </a:spcAft>
              <a:buClr>
                <a:srgbClr val="00B050"/>
              </a:buClr>
              <a:buSzPct val="100000"/>
              <a:buFont typeface="Wingdings" pitchFamily="2" charset="2"/>
              <a:buChar char=""/>
            </a:pPr>
            <a:r>
              <a:rPr lang="en-GB" altLang="en-US" dirty="0">
                <a:solidFill>
                  <a:srgbClr val="000000"/>
                </a:solidFill>
              </a:rPr>
              <a:t>An object whose value may not be changed.</a:t>
            </a:r>
          </a:p>
          <a:p>
            <a:pPr lvl="1">
              <a:spcAft>
                <a:spcPts val="725"/>
              </a:spcAft>
              <a:buClr>
                <a:srgbClr val="00B050"/>
              </a:buClr>
              <a:buFont typeface="Wingdings" pitchFamily="2" charset="2"/>
              <a:buChar char=""/>
            </a:pPr>
            <a:r>
              <a:rPr lang="en-US" altLang="en-US" dirty="0">
                <a:latin typeface="TTE1F17478t00" charset="0"/>
              </a:rPr>
              <a:t>Associates value to name</a:t>
            </a:r>
          </a:p>
          <a:p>
            <a:pPr lvl="1">
              <a:spcAft>
                <a:spcPts val="725"/>
              </a:spcAft>
              <a:buClr>
                <a:srgbClr val="00B050"/>
              </a:buClr>
              <a:buFont typeface="Wingdings" pitchFamily="2" charset="2"/>
              <a:buChar char=""/>
            </a:pPr>
            <a:r>
              <a:rPr lang="en-US" altLang="en-US" dirty="0">
                <a:latin typeface="TTE1F17478t00" charset="0"/>
              </a:rPr>
              <a:t>Increases code flexibility</a:t>
            </a:r>
            <a:endParaRPr lang="en-GB" altLang="en-US" dirty="0">
              <a:solidFill>
                <a:srgbClr val="000000"/>
              </a:solidFill>
            </a:endParaRPr>
          </a:p>
        </p:txBody>
      </p:sp>
      <p:sp>
        <p:nvSpPr>
          <p:cNvPr id="16387" name="AutoShape 1">
            <a:extLst>
              <a:ext uri="{FF2B5EF4-FFF2-40B4-BE49-F238E27FC236}">
                <a16:creationId xmlns:a16="http://schemas.microsoft.com/office/drawing/2014/main" id="{B93DD6D4-D843-C444-996B-5A98B71FB3D6}"/>
              </a:ext>
            </a:extLst>
          </p:cNvPr>
          <p:cNvSpPr>
            <a:spLocks noChangeArrowheads="1"/>
          </p:cNvSpPr>
          <p:nvPr/>
        </p:nvSpPr>
        <p:spPr bwMode="auto">
          <a:xfrm>
            <a:off x="460375" y="1908175"/>
            <a:ext cx="8455025" cy="3959225"/>
          </a:xfrm>
          <a:custGeom>
            <a:avLst/>
            <a:gdLst>
              <a:gd name="T0" fmla="*/ 8455025 w 8455025"/>
              <a:gd name="T1" fmla="*/ 1979613 h 3959225"/>
              <a:gd name="T2" fmla="*/ 4227513 w 8455025"/>
              <a:gd name="T3" fmla="*/ 3959225 h 3959225"/>
              <a:gd name="T4" fmla="*/ 0 w 8455025"/>
              <a:gd name="T5" fmla="*/ 1979613 h 3959225"/>
              <a:gd name="T6" fmla="*/ 4227513 w 8455025"/>
              <a:gd name="T7" fmla="*/ 0 h 3959225"/>
              <a:gd name="T8" fmla="*/ 0 60000 65536"/>
              <a:gd name="T9" fmla="*/ 5898240 60000 65536"/>
              <a:gd name="T10" fmla="*/ 11796480 60000 65536"/>
              <a:gd name="T11" fmla="*/ 17694720 60000 65536"/>
              <a:gd name="T12" fmla="*/ 0 w 8455025"/>
              <a:gd name="T13" fmla="*/ 0 h 3959225"/>
              <a:gd name="T14" fmla="*/ 8455025 w 8455025"/>
              <a:gd name="T15" fmla="*/ 3959225 h 3959225"/>
            </a:gdLst>
            <a:ahLst/>
            <a:cxnLst>
              <a:cxn ang="T8">
                <a:pos x="T0" y="T1"/>
              </a:cxn>
              <a:cxn ang="T9">
                <a:pos x="T2" y="T3"/>
              </a:cxn>
              <a:cxn ang="T10">
                <a:pos x="T4" y="T5"/>
              </a:cxn>
              <a:cxn ang="T11">
                <a:pos x="T6" y="T7"/>
              </a:cxn>
            </a:cxnLst>
            <a:rect l="T12" t="T13" r="T14" b="T15"/>
            <a:pathLst>
              <a:path w="8455025" h="3959225">
                <a:moveTo>
                  <a:pt x="0" y="0"/>
                </a:moveTo>
                <a:lnTo>
                  <a:pt x="22842" y="0"/>
                </a:lnTo>
                <a:lnTo>
                  <a:pt x="22842" y="10998"/>
                </a:lnTo>
                <a:lnTo>
                  <a:pt x="0" y="10998"/>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1pPr>
            <a:lvl2pPr marL="266700" indent="-2667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9pPr>
          </a:lstStyle>
          <a:p>
            <a:pPr lvl="1" eaLnBrk="1">
              <a:spcAft>
                <a:spcPts val="725"/>
              </a:spcAft>
              <a:buClr>
                <a:srgbClr val="00B050"/>
              </a:buClr>
              <a:buSzPct val="100000"/>
              <a:buFont typeface="Wingdings" pitchFamily="2" charset="2"/>
              <a:buChar char=""/>
            </a:pPr>
            <a:r>
              <a:rPr lang="de-DE" altLang="en-US" b="1" dirty="0" err="1">
                <a:solidFill>
                  <a:srgbClr val="000000"/>
                </a:solidFill>
                <a:cs typeface="Arial" panose="020B0604020202020204" pitchFamily="34" charset="0"/>
              </a:rPr>
              <a:t>Object</a:t>
            </a:r>
            <a:r>
              <a:rPr lang="de-DE" altLang="en-US" b="1" dirty="0">
                <a:solidFill>
                  <a:srgbClr val="000000"/>
                </a:solidFill>
                <a:cs typeface="Arial" panose="020B0604020202020204" pitchFamily="34" charset="0"/>
              </a:rPr>
              <a:t>: </a:t>
            </a:r>
            <a:r>
              <a:rPr lang="de-DE" altLang="en-US" dirty="0">
                <a:solidFill>
                  <a:srgbClr val="000000"/>
                </a:solidFill>
                <a:cs typeface="Arial" panose="020B0604020202020204" pitchFamily="34" charset="0"/>
              </a:rPr>
              <a:t>a</a:t>
            </a:r>
            <a:r>
              <a:rPr lang="en-GB" altLang="en-US" dirty="0">
                <a:solidFill>
                  <a:srgbClr val="000000"/>
                </a:solidFill>
                <a:cs typeface="Arial" panose="020B0604020202020204" pitchFamily="34" charset="0"/>
              </a:rPr>
              <a:t>n object is a named item that has a value of a given type </a:t>
            </a:r>
            <a:endParaRPr lang="en-GB" altLang="en-US" dirty="0">
              <a:cs typeface="Arial" panose="020B0604020202020204" pitchFamily="34" charset="0"/>
            </a:endParaRPr>
          </a:p>
          <a:p>
            <a:pPr lvl="1" eaLnBrk="1">
              <a:spcAft>
                <a:spcPts val="725"/>
              </a:spcAft>
              <a:buClr>
                <a:srgbClr val="00B050"/>
              </a:buClr>
              <a:buSzPct val="100000"/>
              <a:buFont typeface="Wingdings" pitchFamily="2" charset="2"/>
              <a:buChar char=""/>
            </a:pPr>
            <a:endParaRPr lang="de-DE" altLang="en-US" dirty="0">
              <a:solidFill>
                <a:srgbClr val="000000"/>
              </a:solidFill>
              <a:latin typeface="TTE1F17478t00" charset="0"/>
            </a:endParaRPr>
          </a:p>
          <a:p>
            <a:pPr lvl="1" eaLnBrk="1">
              <a:spcAft>
                <a:spcPts val="725"/>
              </a:spcAft>
              <a:buClr>
                <a:srgbClr val="00B050"/>
              </a:buClr>
              <a:buSzPct val="100000"/>
              <a:buFont typeface="Wingdings" pitchFamily="2" charset="2"/>
              <a:buChar char=""/>
            </a:pPr>
            <a:endParaRPr lang="de-DE" altLang="en-US" dirty="0">
              <a:solidFill>
                <a:srgbClr val="000000"/>
              </a:solidFill>
              <a:latin typeface="TTE1F17478t00" charset="0"/>
            </a:endParaRPr>
          </a:p>
          <a:p>
            <a:pPr lvl="1" eaLnBrk="1">
              <a:spcAft>
                <a:spcPts val="725"/>
              </a:spcAft>
              <a:buClr>
                <a:srgbClr val="00B050"/>
              </a:buClr>
              <a:buSzPct val="100000"/>
              <a:buFont typeface="Wingdings" pitchFamily="2" charset="2"/>
              <a:buChar char=""/>
            </a:pPr>
            <a:endParaRPr lang="de-DE" altLang="en-US" dirty="0">
              <a:solidFill>
                <a:srgbClr val="000000"/>
              </a:solidFill>
              <a:latin typeface="TTE1F17478t00" charset="0"/>
            </a:endParaRPr>
          </a:p>
          <a:p>
            <a:pPr lvl="1" eaLnBrk="1">
              <a:spcAft>
                <a:spcPts val="725"/>
              </a:spcAft>
              <a:buClr>
                <a:srgbClr val="00B050"/>
              </a:buClr>
              <a:buSzPct val="100000"/>
              <a:buFont typeface="Wingdings" pitchFamily="2" charset="2"/>
              <a:buChar char=""/>
            </a:pPr>
            <a:endParaRPr lang="de-DE" altLang="en-US" dirty="0">
              <a:solidFill>
                <a:srgbClr val="000000"/>
              </a:solidFill>
              <a:latin typeface="TTE1F17478t00" charset="0"/>
            </a:endParaRPr>
          </a:p>
        </p:txBody>
      </p:sp>
      <p:sp>
        <p:nvSpPr>
          <p:cNvPr id="16388" name="AutoShape 2">
            <a:extLst>
              <a:ext uri="{FF2B5EF4-FFF2-40B4-BE49-F238E27FC236}">
                <a16:creationId xmlns:a16="http://schemas.microsoft.com/office/drawing/2014/main" id="{12B770AB-1425-7D42-B629-A30E90AABAAE}"/>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Objects in VHDL </a:t>
            </a:r>
          </a:p>
        </p:txBody>
      </p:sp>
      <p:sp>
        <p:nvSpPr>
          <p:cNvPr id="16389" name="Rectangle 4">
            <a:extLst>
              <a:ext uri="{FF2B5EF4-FFF2-40B4-BE49-F238E27FC236}">
                <a16:creationId xmlns:a16="http://schemas.microsoft.com/office/drawing/2014/main" id="{DF9401AA-548A-004E-A607-081778EEF531}"/>
              </a:ext>
            </a:extLst>
          </p:cNvPr>
          <p:cNvSpPr>
            <a:spLocks noChangeArrowheads="1"/>
          </p:cNvSpPr>
          <p:nvPr/>
        </p:nvSpPr>
        <p:spPr bwMode="auto">
          <a:xfrm>
            <a:off x="3907632" y="2727939"/>
            <a:ext cx="2193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2000" b="1" dirty="0">
                <a:solidFill>
                  <a:srgbClr val="FF0000"/>
                </a:solidFill>
                <a:latin typeface="TTE1F17478t00" charset="0"/>
              </a:rPr>
              <a:t>Objects in VHDL</a:t>
            </a:r>
            <a:endParaRPr lang="en-GB" altLang="en-US" sz="2000" dirty="0">
              <a:solidFill>
                <a:srgbClr val="FF0000"/>
              </a:solidFill>
            </a:endParaRPr>
          </a:p>
        </p:txBody>
      </p:sp>
      <p:cxnSp>
        <p:nvCxnSpPr>
          <p:cNvPr id="16390" name="Straight Arrow Connector 6">
            <a:extLst>
              <a:ext uri="{FF2B5EF4-FFF2-40B4-BE49-F238E27FC236}">
                <a16:creationId xmlns:a16="http://schemas.microsoft.com/office/drawing/2014/main" id="{53D07623-9015-A84B-BDB9-635D425C456F}"/>
              </a:ext>
            </a:extLst>
          </p:cNvPr>
          <p:cNvCxnSpPr>
            <a:cxnSpLocks noChangeShapeType="1"/>
          </p:cNvCxnSpPr>
          <p:nvPr/>
        </p:nvCxnSpPr>
        <p:spPr bwMode="auto">
          <a:xfrm flipV="1">
            <a:off x="5916613" y="2895600"/>
            <a:ext cx="2019300" cy="0"/>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91" name="Straight Arrow Connector 7">
            <a:extLst>
              <a:ext uri="{FF2B5EF4-FFF2-40B4-BE49-F238E27FC236}">
                <a16:creationId xmlns:a16="http://schemas.microsoft.com/office/drawing/2014/main" id="{34727649-6EF1-A947-B273-E45197FC5CE2}"/>
              </a:ext>
            </a:extLst>
          </p:cNvPr>
          <p:cNvCxnSpPr>
            <a:cxnSpLocks noChangeShapeType="1"/>
          </p:cNvCxnSpPr>
          <p:nvPr/>
        </p:nvCxnSpPr>
        <p:spPr bwMode="auto">
          <a:xfrm>
            <a:off x="5407025" y="3135313"/>
            <a:ext cx="704850" cy="692150"/>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92" name="Straight Arrow Connector 13">
            <a:extLst>
              <a:ext uri="{FF2B5EF4-FFF2-40B4-BE49-F238E27FC236}">
                <a16:creationId xmlns:a16="http://schemas.microsoft.com/office/drawing/2014/main" id="{3AB89EFE-99A2-434C-B745-8AD2268921E6}"/>
              </a:ext>
            </a:extLst>
          </p:cNvPr>
          <p:cNvCxnSpPr>
            <a:cxnSpLocks noChangeShapeType="1"/>
          </p:cNvCxnSpPr>
          <p:nvPr/>
        </p:nvCxnSpPr>
        <p:spPr bwMode="auto">
          <a:xfrm flipH="1">
            <a:off x="3560242" y="3135313"/>
            <a:ext cx="627901" cy="864320"/>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93" name="Straight Arrow Connector 15">
            <a:extLst>
              <a:ext uri="{FF2B5EF4-FFF2-40B4-BE49-F238E27FC236}">
                <a16:creationId xmlns:a16="http://schemas.microsoft.com/office/drawing/2014/main" id="{5A2D0070-5EFF-4548-84A6-92F4E2CB1AF2}"/>
              </a:ext>
            </a:extLst>
          </p:cNvPr>
          <p:cNvCxnSpPr>
            <a:cxnSpLocks noChangeShapeType="1"/>
          </p:cNvCxnSpPr>
          <p:nvPr/>
        </p:nvCxnSpPr>
        <p:spPr bwMode="auto">
          <a:xfrm flipH="1" flipV="1">
            <a:off x="1554163" y="2897188"/>
            <a:ext cx="2230437" cy="23812"/>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394" name="Rectangle 22">
            <a:extLst>
              <a:ext uri="{FF2B5EF4-FFF2-40B4-BE49-F238E27FC236}">
                <a16:creationId xmlns:a16="http://schemas.microsoft.com/office/drawing/2014/main" id="{B7212E1C-AE63-2B48-928A-FFCBCE68613D}"/>
              </a:ext>
            </a:extLst>
          </p:cNvPr>
          <p:cNvSpPr>
            <a:spLocks noChangeArrowheads="1"/>
          </p:cNvSpPr>
          <p:nvPr/>
        </p:nvSpPr>
        <p:spPr bwMode="auto">
          <a:xfrm>
            <a:off x="460375" y="2695575"/>
            <a:ext cx="954088"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2000" b="1" dirty="0">
                <a:solidFill>
                  <a:srgbClr val="0000FF"/>
                </a:solidFill>
                <a:latin typeface="TTE1F17478t00" charset="0"/>
              </a:rPr>
              <a:t>Signal</a:t>
            </a:r>
            <a:endParaRPr lang="en-GB" altLang="en-US" sz="2000" b="1" dirty="0">
              <a:solidFill>
                <a:srgbClr val="0000FF"/>
              </a:solidFill>
              <a:latin typeface="TTE1F17478t00" charset="0"/>
            </a:endParaRPr>
          </a:p>
        </p:txBody>
      </p:sp>
      <p:sp>
        <p:nvSpPr>
          <p:cNvPr id="16395" name="Rectangle 23">
            <a:extLst>
              <a:ext uri="{FF2B5EF4-FFF2-40B4-BE49-F238E27FC236}">
                <a16:creationId xmlns:a16="http://schemas.microsoft.com/office/drawing/2014/main" id="{E7715E94-780D-4142-B5E0-CC29A0BDF6B9}"/>
              </a:ext>
            </a:extLst>
          </p:cNvPr>
          <p:cNvSpPr>
            <a:spLocks noChangeArrowheads="1"/>
          </p:cNvSpPr>
          <p:nvPr/>
        </p:nvSpPr>
        <p:spPr bwMode="auto">
          <a:xfrm>
            <a:off x="3021331" y="4021734"/>
            <a:ext cx="11668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2000" b="1" dirty="0">
                <a:solidFill>
                  <a:srgbClr val="0000FF"/>
                </a:solidFill>
                <a:latin typeface="TTE1F17478t00" charset="0"/>
              </a:rPr>
              <a:t>Variable</a:t>
            </a:r>
            <a:endParaRPr lang="en-GB" altLang="en-US" sz="2000" b="1" dirty="0">
              <a:solidFill>
                <a:srgbClr val="0000FF"/>
              </a:solidFill>
              <a:latin typeface="TTE1F17478t00" charset="0"/>
            </a:endParaRPr>
          </a:p>
        </p:txBody>
      </p:sp>
      <p:sp>
        <p:nvSpPr>
          <p:cNvPr id="16396" name="Rectangle 24">
            <a:extLst>
              <a:ext uri="{FF2B5EF4-FFF2-40B4-BE49-F238E27FC236}">
                <a16:creationId xmlns:a16="http://schemas.microsoft.com/office/drawing/2014/main" id="{AADEAB56-D5F3-C344-820D-1962DAC49BC1}"/>
              </a:ext>
            </a:extLst>
          </p:cNvPr>
          <p:cNvSpPr>
            <a:spLocks noChangeArrowheads="1"/>
          </p:cNvSpPr>
          <p:nvPr/>
        </p:nvSpPr>
        <p:spPr bwMode="auto">
          <a:xfrm>
            <a:off x="5830888" y="3821770"/>
            <a:ext cx="12969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2000" b="1" dirty="0">
                <a:solidFill>
                  <a:srgbClr val="0000FF"/>
                </a:solidFill>
                <a:latin typeface="TTE1F17478t00" charset="0"/>
              </a:rPr>
              <a:t>Constant</a:t>
            </a:r>
            <a:endParaRPr lang="en-GB" altLang="en-US" sz="2000" b="1" dirty="0">
              <a:solidFill>
                <a:srgbClr val="0000FF"/>
              </a:solidFill>
              <a:latin typeface="TTE1F17478t00" charset="0"/>
            </a:endParaRPr>
          </a:p>
        </p:txBody>
      </p:sp>
      <p:sp>
        <p:nvSpPr>
          <p:cNvPr id="16397" name="Rectangle 25">
            <a:extLst>
              <a:ext uri="{FF2B5EF4-FFF2-40B4-BE49-F238E27FC236}">
                <a16:creationId xmlns:a16="http://schemas.microsoft.com/office/drawing/2014/main" id="{72919120-6CA5-5D40-8A64-12328629D8FC}"/>
              </a:ext>
            </a:extLst>
          </p:cNvPr>
          <p:cNvSpPr>
            <a:spLocks noChangeArrowheads="1"/>
          </p:cNvSpPr>
          <p:nvPr/>
        </p:nvSpPr>
        <p:spPr bwMode="auto">
          <a:xfrm>
            <a:off x="8038704" y="2695261"/>
            <a:ext cx="625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2000" b="1" dirty="0">
                <a:solidFill>
                  <a:srgbClr val="0000FF"/>
                </a:solidFill>
                <a:latin typeface="TTE1F17478t00" charset="0"/>
              </a:rPr>
              <a:t>File</a:t>
            </a:r>
            <a:endParaRPr lang="en-GB" altLang="en-US" sz="2000" b="1" dirty="0">
              <a:solidFill>
                <a:srgbClr val="0000FF"/>
              </a:solidFill>
              <a:latin typeface="TTE1F17478t00" charset="0"/>
            </a:endParaRPr>
          </a:p>
        </p:txBody>
      </p:sp>
      <p:sp>
        <p:nvSpPr>
          <p:cNvPr id="16398" name="Rectangle 30">
            <a:extLst>
              <a:ext uri="{FF2B5EF4-FFF2-40B4-BE49-F238E27FC236}">
                <a16:creationId xmlns:a16="http://schemas.microsoft.com/office/drawing/2014/main" id="{B4FF8276-5C90-F042-9174-38CBAA852F58}"/>
              </a:ext>
            </a:extLst>
          </p:cNvPr>
          <p:cNvSpPr>
            <a:spLocks noChangeArrowheads="1"/>
          </p:cNvSpPr>
          <p:nvPr/>
        </p:nvSpPr>
        <p:spPr bwMode="auto">
          <a:xfrm>
            <a:off x="-38100" y="3102091"/>
            <a:ext cx="2995613" cy="225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DejaVu Sans" pitchFamily="34" charset="0"/>
                <a:cs typeface="DejaVu Sans" pitchFamily="34" charset="0"/>
              </a:defRPr>
            </a:lvl1pPr>
            <a:lvl2pPr>
              <a:defRPr>
                <a:solidFill>
                  <a:schemeClr val="tx1"/>
                </a:solidFill>
                <a:latin typeface="Arial" panose="020B0604020202020204" pitchFamily="34" charset="0"/>
                <a:ea typeface="DejaVu Sans" pitchFamily="34" charset="0"/>
                <a:cs typeface="DejaVu Sans" pitchFamily="34" charset="0"/>
              </a:defRPr>
            </a:lvl2pPr>
            <a:lvl3pPr>
              <a:defRPr>
                <a:solidFill>
                  <a:schemeClr val="tx1"/>
                </a:solidFill>
                <a:latin typeface="Arial" panose="020B0604020202020204" pitchFamily="34" charset="0"/>
                <a:ea typeface="DejaVu Sans" pitchFamily="34" charset="0"/>
                <a:cs typeface="DejaVu Sans" pitchFamily="34" charset="0"/>
              </a:defRPr>
            </a:lvl3pPr>
            <a:lvl4pPr>
              <a:defRPr>
                <a:solidFill>
                  <a:schemeClr val="tx1"/>
                </a:solidFill>
                <a:latin typeface="Arial" panose="020B0604020202020204" pitchFamily="34" charset="0"/>
                <a:ea typeface="DejaVu Sans" pitchFamily="34" charset="0"/>
                <a:cs typeface="DejaVu Sans" pitchFamily="34" charset="0"/>
              </a:defRPr>
            </a:lvl4pPr>
            <a:lvl5pPr>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9pPr>
          </a:lstStyle>
          <a:p>
            <a:pPr lvl="1">
              <a:spcAft>
                <a:spcPct val="40000"/>
              </a:spcAft>
              <a:buClr>
                <a:srgbClr val="00B050"/>
              </a:buClr>
              <a:buFont typeface="Wingdings" pitchFamily="2" charset="2"/>
              <a:buChar char="n"/>
            </a:pPr>
            <a:r>
              <a:rPr lang="en-US" altLang="en-US" dirty="0">
                <a:latin typeface="TTE1F17478t00" charset="0"/>
              </a:rPr>
              <a:t>Keep history of time in simulation</a:t>
            </a:r>
          </a:p>
          <a:p>
            <a:pPr lvl="1">
              <a:spcAft>
                <a:spcPct val="40000"/>
              </a:spcAft>
              <a:buClr>
                <a:srgbClr val="00B050"/>
              </a:buClr>
              <a:buFont typeface="Wingdings" pitchFamily="2" charset="2"/>
              <a:buChar char="n"/>
            </a:pPr>
            <a:r>
              <a:rPr lang="en-US" altLang="en-US" dirty="0">
                <a:latin typeface="TTE1F17478t00" charset="0"/>
              </a:rPr>
              <a:t>Represents wire between circuits</a:t>
            </a:r>
          </a:p>
          <a:p>
            <a:pPr lvl="1">
              <a:spcAft>
                <a:spcPct val="40000"/>
              </a:spcAft>
              <a:buClr>
                <a:srgbClr val="00B050"/>
              </a:buClr>
              <a:buFont typeface="Wingdings" pitchFamily="2" charset="2"/>
              <a:buChar char="n"/>
            </a:pPr>
            <a:r>
              <a:rPr lang="en-US" altLang="en-US" dirty="0">
                <a:latin typeface="TTE1F17478t00" charset="0"/>
              </a:rPr>
              <a:t>Represents input/output of logic circuits </a:t>
            </a:r>
          </a:p>
        </p:txBody>
      </p:sp>
      <p:sp>
        <p:nvSpPr>
          <p:cNvPr id="16399" name="Rectangle 31">
            <a:extLst>
              <a:ext uri="{FF2B5EF4-FFF2-40B4-BE49-F238E27FC236}">
                <a16:creationId xmlns:a16="http://schemas.microsoft.com/office/drawing/2014/main" id="{4377127D-0FA1-D842-AB6E-9A428A1101B1}"/>
              </a:ext>
            </a:extLst>
          </p:cNvPr>
          <p:cNvSpPr>
            <a:spLocks noChangeArrowheads="1"/>
          </p:cNvSpPr>
          <p:nvPr/>
        </p:nvSpPr>
        <p:spPr bwMode="auto">
          <a:xfrm>
            <a:off x="2572068" y="4412259"/>
            <a:ext cx="3070225"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DejaVu Sans" pitchFamily="34" charset="0"/>
                <a:cs typeface="DejaVu Sans" pitchFamily="34" charset="0"/>
              </a:defRPr>
            </a:lvl1pPr>
            <a:lvl2pPr>
              <a:defRPr>
                <a:solidFill>
                  <a:schemeClr val="tx1"/>
                </a:solidFill>
                <a:latin typeface="Arial" panose="020B0604020202020204" pitchFamily="34" charset="0"/>
                <a:ea typeface="DejaVu Sans" pitchFamily="34" charset="0"/>
                <a:cs typeface="DejaVu Sans" pitchFamily="34" charset="0"/>
              </a:defRPr>
            </a:lvl2pPr>
            <a:lvl3pPr>
              <a:defRPr>
                <a:solidFill>
                  <a:schemeClr val="tx1"/>
                </a:solidFill>
                <a:latin typeface="Arial" panose="020B0604020202020204" pitchFamily="34" charset="0"/>
                <a:ea typeface="DejaVu Sans" pitchFamily="34" charset="0"/>
                <a:cs typeface="DejaVu Sans" pitchFamily="34" charset="0"/>
              </a:defRPr>
            </a:lvl3pPr>
            <a:lvl4pPr>
              <a:defRPr>
                <a:solidFill>
                  <a:schemeClr val="tx1"/>
                </a:solidFill>
                <a:latin typeface="Arial" panose="020B0604020202020204" pitchFamily="34" charset="0"/>
                <a:ea typeface="DejaVu Sans" pitchFamily="34" charset="0"/>
                <a:cs typeface="DejaVu Sans" pitchFamily="34" charset="0"/>
              </a:defRPr>
            </a:lvl4pPr>
            <a:lvl5pPr>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9pPr>
          </a:lstStyle>
          <a:p>
            <a:pPr lvl="1">
              <a:spcAft>
                <a:spcPct val="40000"/>
              </a:spcAft>
              <a:buClr>
                <a:srgbClr val="00B050"/>
              </a:buClr>
              <a:buFont typeface="Wingdings" pitchFamily="2" charset="2"/>
              <a:buChar char="n"/>
            </a:pPr>
            <a:r>
              <a:rPr lang="en-US" altLang="en-US" dirty="0">
                <a:latin typeface="TTE1F17478t00" charset="0"/>
              </a:rPr>
              <a:t>Not having history of time in simulation</a:t>
            </a:r>
          </a:p>
          <a:p>
            <a:pPr lvl="1">
              <a:spcAft>
                <a:spcPct val="40000"/>
              </a:spcAft>
              <a:buClr>
                <a:srgbClr val="00B050"/>
              </a:buClr>
              <a:buFont typeface="Wingdings" pitchFamily="2" charset="2"/>
              <a:buChar char="n"/>
            </a:pPr>
            <a:r>
              <a:rPr lang="en-US" altLang="en-US" dirty="0">
                <a:latin typeface="TTE1F17478t00" charset="0"/>
              </a:rPr>
              <a:t>Represent temporary output of logic circuits </a:t>
            </a:r>
          </a:p>
        </p:txBody>
      </p:sp>
      <p:sp>
        <p:nvSpPr>
          <p:cNvPr id="16400" name="Text Box 4">
            <a:extLst>
              <a:ext uri="{FF2B5EF4-FFF2-40B4-BE49-F238E27FC236}">
                <a16:creationId xmlns:a16="http://schemas.microsoft.com/office/drawing/2014/main" id="{106F681A-23C2-634B-849B-55F46C3BC208}"/>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r>
              <a:rPr lang="de-DE" altLang="en-US" sz="1200">
                <a:solidFill>
                  <a:srgbClr val="B2B2B2"/>
                </a:solidFill>
              </a:rPr>
              <a:t>13</a:t>
            </a:r>
          </a:p>
        </p:txBody>
      </p:sp>
    </p:spTree>
  </p:cSld>
  <p:clrMapOvr>
    <a:masterClrMapping/>
  </p:clrMapOvr>
  <mc:AlternateContent xmlns:mc="http://schemas.openxmlformats.org/markup-compatibility/2006" xmlns:p14="http://schemas.microsoft.com/office/powerpoint/2010/main">
    <mc:Choice Requires="p14">
      <p:transition spd="slow" p14:dur="2000" advTm="58197"/>
    </mc:Choice>
    <mc:Fallback xmlns="">
      <p:transition spd="slow" advTm="5819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AutoShape 1">
            <a:extLst>
              <a:ext uri="{FF2B5EF4-FFF2-40B4-BE49-F238E27FC236}">
                <a16:creationId xmlns:a16="http://schemas.microsoft.com/office/drawing/2014/main" id="{57D72D01-6979-7A4F-B62B-C99EB0A6546D}"/>
              </a:ext>
            </a:extLst>
          </p:cNvPr>
          <p:cNvSpPr>
            <a:spLocks noChangeArrowheads="1"/>
          </p:cNvSpPr>
          <p:nvPr/>
        </p:nvSpPr>
        <p:spPr bwMode="auto">
          <a:xfrm>
            <a:off x="460375" y="1908175"/>
            <a:ext cx="8455025" cy="3959225"/>
          </a:xfrm>
          <a:custGeom>
            <a:avLst/>
            <a:gdLst>
              <a:gd name="T0" fmla="*/ 8455025 w 8455025"/>
              <a:gd name="T1" fmla="*/ 1979613 h 3959225"/>
              <a:gd name="T2" fmla="*/ 4227513 w 8455025"/>
              <a:gd name="T3" fmla="*/ 3959225 h 3959225"/>
              <a:gd name="T4" fmla="*/ 0 w 8455025"/>
              <a:gd name="T5" fmla="*/ 1979613 h 3959225"/>
              <a:gd name="T6" fmla="*/ 4227513 w 8455025"/>
              <a:gd name="T7" fmla="*/ 0 h 3959225"/>
              <a:gd name="T8" fmla="*/ 0 60000 65536"/>
              <a:gd name="T9" fmla="*/ 5898240 60000 65536"/>
              <a:gd name="T10" fmla="*/ 11796480 60000 65536"/>
              <a:gd name="T11" fmla="*/ 17694720 60000 65536"/>
              <a:gd name="T12" fmla="*/ 0 w 8455025"/>
              <a:gd name="T13" fmla="*/ 0 h 3959225"/>
              <a:gd name="T14" fmla="*/ 8455025 w 8455025"/>
              <a:gd name="T15" fmla="*/ 3959225 h 3959225"/>
            </a:gdLst>
            <a:ahLst/>
            <a:cxnLst>
              <a:cxn ang="T8">
                <a:pos x="T0" y="T1"/>
              </a:cxn>
              <a:cxn ang="T9">
                <a:pos x="T2" y="T3"/>
              </a:cxn>
              <a:cxn ang="T10">
                <a:pos x="T4" y="T5"/>
              </a:cxn>
              <a:cxn ang="T11">
                <a:pos x="T6" y="T7"/>
              </a:cxn>
            </a:cxnLst>
            <a:rect l="T12" t="T13" r="T14" b="T15"/>
            <a:pathLst>
              <a:path w="8455025" h="3959225">
                <a:moveTo>
                  <a:pt x="0" y="0"/>
                </a:moveTo>
                <a:lnTo>
                  <a:pt x="22842" y="0"/>
                </a:lnTo>
                <a:lnTo>
                  <a:pt x="22842" y="10998"/>
                </a:lnTo>
                <a:lnTo>
                  <a:pt x="0" y="10998"/>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1pPr>
            <a:lvl2pPr marL="266700" indent="-2667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9pPr>
          </a:lstStyle>
          <a:p>
            <a:pPr lvl="1" eaLnBrk="1">
              <a:spcAft>
                <a:spcPts val="725"/>
              </a:spcAft>
              <a:buClr>
                <a:srgbClr val="00B050"/>
              </a:buClr>
              <a:buSzPct val="100000"/>
              <a:buFont typeface="Wingdings" pitchFamily="2" charset="2"/>
              <a:buChar char=""/>
            </a:pPr>
            <a:r>
              <a:rPr lang="de-DE" altLang="en-US" sz="2000">
                <a:solidFill>
                  <a:srgbClr val="000000"/>
                </a:solidFill>
                <a:latin typeface="TTE1F17478t00" charset="0"/>
              </a:rPr>
              <a:t>Signal, variable, constant</a:t>
            </a:r>
            <a:r>
              <a:rPr lang="en-GB" altLang="en-US" sz="2000">
                <a:solidFill>
                  <a:srgbClr val="000000"/>
                </a:solidFill>
              </a:rPr>
              <a:t> </a:t>
            </a:r>
            <a:endParaRPr lang="en-GB" altLang="en-US" sz="2000"/>
          </a:p>
          <a:p>
            <a:pPr lvl="1" eaLnBrk="1">
              <a:spcAft>
                <a:spcPts val="725"/>
              </a:spcAft>
              <a:buClr>
                <a:srgbClr val="00B050"/>
              </a:buClr>
              <a:buSzPct val="100000"/>
              <a:buFont typeface="Wingdings" pitchFamily="2" charset="2"/>
              <a:buChar char=""/>
            </a:pPr>
            <a:endParaRPr lang="de-DE" altLang="en-US">
              <a:solidFill>
                <a:srgbClr val="000000"/>
              </a:solidFill>
              <a:latin typeface="TTE1F17478t00" charset="0"/>
            </a:endParaRPr>
          </a:p>
          <a:p>
            <a:pPr lvl="1" eaLnBrk="1">
              <a:spcAft>
                <a:spcPts val="725"/>
              </a:spcAft>
              <a:buClr>
                <a:srgbClr val="00B050"/>
              </a:buClr>
              <a:buSzPct val="100000"/>
              <a:buFont typeface="Wingdings" pitchFamily="2" charset="2"/>
              <a:buChar char=""/>
            </a:pPr>
            <a:endParaRPr lang="de-DE" altLang="en-US">
              <a:solidFill>
                <a:srgbClr val="000000"/>
              </a:solidFill>
              <a:latin typeface="TTE1F17478t00" charset="0"/>
            </a:endParaRPr>
          </a:p>
          <a:p>
            <a:pPr lvl="1" eaLnBrk="1">
              <a:spcAft>
                <a:spcPts val="725"/>
              </a:spcAft>
              <a:buClr>
                <a:srgbClr val="00B050"/>
              </a:buClr>
              <a:buSzPct val="100000"/>
              <a:buFont typeface="Wingdings" pitchFamily="2" charset="2"/>
              <a:buChar char=""/>
            </a:pPr>
            <a:endParaRPr lang="de-DE" altLang="en-US">
              <a:solidFill>
                <a:srgbClr val="000000"/>
              </a:solidFill>
              <a:latin typeface="TTE1F17478t00" charset="0"/>
            </a:endParaRPr>
          </a:p>
          <a:p>
            <a:pPr lvl="1" eaLnBrk="1">
              <a:spcAft>
                <a:spcPts val="725"/>
              </a:spcAft>
              <a:buClr>
                <a:srgbClr val="00B050"/>
              </a:buClr>
              <a:buSzPct val="100000"/>
              <a:buFont typeface="Wingdings" pitchFamily="2" charset="2"/>
              <a:buChar char=""/>
            </a:pPr>
            <a:endParaRPr lang="de-DE" altLang="en-US">
              <a:solidFill>
                <a:srgbClr val="000000"/>
              </a:solidFill>
              <a:latin typeface="TTE1F17478t00" charset="0"/>
            </a:endParaRPr>
          </a:p>
        </p:txBody>
      </p:sp>
      <p:sp>
        <p:nvSpPr>
          <p:cNvPr id="17411" name="AutoShape 2">
            <a:extLst>
              <a:ext uri="{FF2B5EF4-FFF2-40B4-BE49-F238E27FC236}">
                <a16:creationId xmlns:a16="http://schemas.microsoft.com/office/drawing/2014/main" id="{DED83D77-49ED-6746-80B8-28BAED913DEF}"/>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Objects in VHDL </a:t>
            </a:r>
          </a:p>
        </p:txBody>
      </p:sp>
      <p:sp>
        <p:nvSpPr>
          <p:cNvPr id="17412" name="Rectangle 4">
            <a:extLst>
              <a:ext uri="{FF2B5EF4-FFF2-40B4-BE49-F238E27FC236}">
                <a16:creationId xmlns:a16="http://schemas.microsoft.com/office/drawing/2014/main" id="{7DC789C5-C760-0B44-BA18-8359CBF0FC53}"/>
              </a:ext>
            </a:extLst>
          </p:cNvPr>
          <p:cNvSpPr>
            <a:spLocks noChangeArrowheads="1"/>
          </p:cNvSpPr>
          <p:nvPr/>
        </p:nvSpPr>
        <p:spPr bwMode="auto">
          <a:xfrm>
            <a:off x="4645819" y="2217988"/>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2000" b="1" dirty="0">
                <a:solidFill>
                  <a:srgbClr val="0000FF"/>
                </a:solidFill>
                <a:latin typeface="TTE1F17478t00" charset="0"/>
              </a:rPr>
              <a:t>Signal</a:t>
            </a:r>
            <a:endParaRPr lang="en-GB" altLang="en-US" sz="2000" dirty="0">
              <a:solidFill>
                <a:srgbClr val="FF0000"/>
              </a:solidFill>
            </a:endParaRPr>
          </a:p>
        </p:txBody>
      </p:sp>
      <p:cxnSp>
        <p:nvCxnSpPr>
          <p:cNvPr id="17413" name="Straight Arrow Connector 6">
            <a:extLst>
              <a:ext uri="{FF2B5EF4-FFF2-40B4-BE49-F238E27FC236}">
                <a16:creationId xmlns:a16="http://schemas.microsoft.com/office/drawing/2014/main" id="{7C57EA47-B733-B948-93FD-1FD56D8BF807}"/>
              </a:ext>
            </a:extLst>
          </p:cNvPr>
          <p:cNvCxnSpPr>
            <a:cxnSpLocks noChangeShapeType="1"/>
          </p:cNvCxnSpPr>
          <p:nvPr/>
        </p:nvCxnSpPr>
        <p:spPr bwMode="auto">
          <a:xfrm>
            <a:off x="5621338" y="2492375"/>
            <a:ext cx="1981200" cy="866775"/>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14" name="Straight Arrow Connector 7">
            <a:extLst>
              <a:ext uri="{FF2B5EF4-FFF2-40B4-BE49-F238E27FC236}">
                <a16:creationId xmlns:a16="http://schemas.microsoft.com/office/drawing/2014/main" id="{A609EFFC-D0B6-044C-8430-09FCF0DA5A5C}"/>
              </a:ext>
            </a:extLst>
          </p:cNvPr>
          <p:cNvCxnSpPr>
            <a:cxnSpLocks noChangeShapeType="1"/>
          </p:cNvCxnSpPr>
          <p:nvPr/>
        </p:nvCxnSpPr>
        <p:spPr bwMode="auto">
          <a:xfrm>
            <a:off x="5402263" y="2644775"/>
            <a:ext cx="447675" cy="1155700"/>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15" name="Straight Arrow Connector 13">
            <a:extLst>
              <a:ext uri="{FF2B5EF4-FFF2-40B4-BE49-F238E27FC236}">
                <a16:creationId xmlns:a16="http://schemas.microsoft.com/office/drawing/2014/main" id="{DEF4007B-4D3A-AE41-89F9-118FE83F4D68}"/>
              </a:ext>
            </a:extLst>
          </p:cNvPr>
          <p:cNvCxnSpPr>
            <a:cxnSpLocks noChangeShapeType="1"/>
          </p:cNvCxnSpPr>
          <p:nvPr/>
        </p:nvCxnSpPr>
        <p:spPr bwMode="auto">
          <a:xfrm flipH="1">
            <a:off x="2227263" y="2490788"/>
            <a:ext cx="2244725" cy="1160462"/>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16" name="Rectangle 23">
            <a:extLst>
              <a:ext uri="{FF2B5EF4-FFF2-40B4-BE49-F238E27FC236}">
                <a16:creationId xmlns:a16="http://schemas.microsoft.com/office/drawing/2014/main" id="{4C5E7CAC-0900-B847-89E5-1B669ECD9EEC}"/>
              </a:ext>
            </a:extLst>
          </p:cNvPr>
          <p:cNvSpPr>
            <a:spLocks noChangeArrowheads="1"/>
          </p:cNvSpPr>
          <p:nvPr/>
        </p:nvSpPr>
        <p:spPr bwMode="auto">
          <a:xfrm>
            <a:off x="1454150" y="3600450"/>
            <a:ext cx="882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2000" b="1">
                <a:latin typeface="TTE1F17478t00" charset="0"/>
              </a:rPr>
              <a:t>Name</a:t>
            </a:r>
            <a:endParaRPr lang="en-GB" altLang="en-US" sz="2000" b="1">
              <a:latin typeface="TTE1F17478t00" charset="0"/>
            </a:endParaRPr>
          </a:p>
        </p:txBody>
      </p:sp>
      <p:sp>
        <p:nvSpPr>
          <p:cNvPr id="17417" name="Rectangle 24">
            <a:extLst>
              <a:ext uri="{FF2B5EF4-FFF2-40B4-BE49-F238E27FC236}">
                <a16:creationId xmlns:a16="http://schemas.microsoft.com/office/drawing/2014/main" id="{401A44FD-D1CC-5742-8DBB-FCF1F1FD3BF3}"/>
              </a:ext>
            </a:extLst>
          </p:cNvPr>
          <p:cNvSpPr>
            <a:spLocks noChangeArrowheads="1"/>
          </p:cNvSpPr>
          <p:nvPr/>
        </p:nvSpPr>
        <p:spPr bwMode="auto">
          <a:xfrm>
            <a:off x="5484813" y="3787775"/>
            <a:ext cx="9699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2000" b="1">
                <a:latin typeface="TTE1F17478t00" charset="0"/>
              </a:rPr>
              <a:t>Range</a:t>
            </a:r>
            <a:endParaRPr lang="en-GB" altLang="en-US" sz="2000" b="1">
              <a:latin typeface="TTE1F17478t00" charset="0"/>
            </a:endParaRPr>
          </a:p>
        </p:txBody>
      </p:sp>
      <p:sp>
        <p:nvSpPr>
          <p:cNvPr id="17418" name="Rectangle 25">
            <a:extLst>
              <a:ext uri="{FF2B5EF4-FFF2-40B4-BE49-F238E27FC236}">
                <a16:creationId xmlns:a16="http://schemas.microsoft.com/office/drawing/2014/main" id="{2A0745E3-51B8-5D45-9704-773B8C4DE2C5}"/>
              </a:ext>
            </a:extLst>
          </p:cNvPr>
          <p:cNvSpPr>
            <a:spLocks noChangeArrowheads="1"/>
          </p:cNvSpPr>
          <p:nvPr/>
        </p:nvSpPr>
        <p:spPr bwMode="auto">
          <a:xfrm>
            <a:off x="7602538" y="3311525"/>
            <a:ext cx="855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2000" b="1">
                <a:latin typeface="TTE1F17478t00" charset="0"/>
              </a:rPr>
              <a:t>Value</a:t>
            </a:r>
            <a:endParaRPr lang="en-GB" altLang="en-US" sz="2000" b="1">
              <a:latin typeface="TTE1F17478t00" charset="0"/>
            </a:endParaRPr>
          </a:p>
        </p:txBody>
      </p:sp>
      <p:cxnSp>
        <p:nvCxnSpPr>
          <p:cNvPr id="17419" name="Straight Arrow Connector 39">
            <a:extLst>
              <a:ext uri="{FF2B5EF4-FFF2-40B4-BE49-F238E27FC236}">
                <a16:creationId xmlns:a16="http://schemas.microsoft.com/office/drawing/2014/main" id="{F309DDB8-40C1-2546-B2C8-D4A3B936FE90}"/>
              </a:ext>
            </a:extLst>
          </p:cNvPr>
          <p:cNvCxnSpPr>
            <a:cxnSpLocks noChangeShapeType="1"/>
          </p:cNvCxnSpPr>
          <p:nvPr/>
        </p:nvCxnSpPr>
        <p:spPr bwMode="auto">
          <a:xfrm flipH="1">
            <a:off x="5356225" y="4187825"/>
            <a:ext cx="487363" cy="788988"/>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20" name="Straight Arrow Connector 40">
            <a:extLst>
              <a:ext uri="{FF2B5EF4-FFF2-40B4-BE49-F238E27FC236}">
                <a16:creationId xmlns:a16="http://schemas.microsoft.com/office/drawing/2014/main" id="{80823CEB-FE3D-FC4F-A25D-53BF68A85EE7}"/>
              </a:ext>
            </a:extLst>
          </p:cNvPr>
          <p:cNvCxnSpPr>
            <a:cxnSpLocks noChangeShapeType="1"/>
          </p:cNvCxnSpPr>
          <p:nvPr/>
        </p:nvCxnSpPr>
        <p:spPr bwMode="auto">
          <a:xfrm>
            <a:off x="6132513" y="4208463"/>
            <a:ext cx="517525" cy="674687"/>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21" name="Rectangle 41">
            <a:extLst>
              <a:ext uri="{FF2B5EF4-FFF2-40B4-BE49-F238E27FC236}">
                <a16:creationId xmlns:a16="http://schemas.microsoft.com/office/drawing/2014/main" id="{AF5D57AD-CF44-7646-B312-E1945645F5CB}"/>
              </a:ext>
            </a:extLst>
          </p:cNvPr>
          <p:cNvSpPr>
            <a:spLocks noChangeArrowheads="1"/>
          </p:cNvSpPr>
          <p:nvPr/>
        </p:nvSpPr>
        <p:spPr bwMode="auto">
          <a:xfrm>
            <a:off x="4706938" y="4930775"/>
            <a:ext cx="869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2000">
                <a:latin typeface="TTE1F17478t00" charset="0"/>
              </a:rPr>
              <a:t>scalar</a:t>
            </a:r>
            <a:endParaRPr lang="en-GB" altLang="en-US" sz="2000">
              <a:latin typeface="TTE1F17478t00" charset="0"/>
            </a:endParaRPr>
          </a:p>
        </p:txBody>
      </p:sp>
      <p:sp>
        <p:nvSpPr>
          <p:cNvPr id="17422" name="Rectangle 42">
            <a:extLst>
              <a:ext uri="{FF2B5EF4-FFF2-40B4-BE49-F238E27FC236}">
                <a16:creationId xmlns:a16="http://schemas.microsoft.com/office/drawing/2014/main" id="{D8F0818D-4501-E94D-83C0-599EC1D20AFE}"/>
              </a:ext>
            </a:extLst>
          </p:cNvPr>
          <p:cNvSpPr>
            <a:spLocks noChangeArrowheads="1"/>
          </p:cNvSpPr>
          <p:nvPr/>
        </p:nvSpPr>
        <p:spPr bwMode="auto">
          <a:xfrm>
            <a:off x="6305550" y="4883150"/>
            <a:ext cx="882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2000">
                <a:latin typeface="TTE1F17478t00" charset="0"/>
              </a:rPr>
              <a:t>vector</a:t>
            </a:r>
            <a:endParaRPr lang="en-GB" altLang="en-US" sz="2000">
              <a:latin typeface="TTE1F17478t00" charset="0"/>
            </a:endParaRPr>
          </a:p>
        </p:txBody>
      </p:sp>
      <p:cxnSp>
        <p:nvCxnSpPr>
          <p:cNvPr id="17423" name="Straight Arrow Connector 53">
            <a:extLst>
              <a:ext uri="{FF2B5EF4-FFF2-40B4-BE49-F238E27FC236}">
                <a16:creationId xmlns:a16="http://schemas.microsoft.com/office/drawing/2014/main" id="{6220CE12-4067-7C43-8099-2946890DF033}"/>
              </a:ext>
            </a:extLst>
          </p:cNvPr>
          <p:cNvCxnSpPr>
            <a:cxnSpLocks noChangeShapeType="1"/>
          </p:cNvCxnSpPr>
          <p:nvPr/>
        </p:nvCxnSpPr>
        <p:spPr bwMode="auto">
          <a:xfrm flipH="1">
            <a:off x="3221038" y="2667000"/>
            <a:ext cx="1463675" cy="1568450"/>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24" name="Rectangle 54">
            <a:extLst>
              <a:ext uri="{FF2B5EF4-FFF2-40B4-BE49-F238E27FC236}">
                <a16:creationId xmlns:a16="http://schemas.microsoft.com/office/drawing/2014/main" id="{C01AE3C5-E751-0848-BE4E-98D09BAC3DC5}"/>
              </a:ext>
            </a:extLst>
          </p:cNvPr>
          <p:cNvSpPr>
            <a:spLocks noChangeArrowheads="1"/>
          </p:cNvSpPr>
          <p:nvPr/>
        </p:nvSpPr>
        <p:spPr bwMode="auto">
          <a:xfrm>
            <a:off x="2687638" y="4191000"/>
            <a:ext cx="765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2000" b="1">
                <a:latin typeface="TTE1F17478t00" charset="0"/>
              </a:rPr>
              <a:t>Type</a:t>
            </a:r>
            <a:endParaRPr lang="en-GB" altLang="en-US" sz="2000" b="1">
              <a:latin typeface="TTE1F17478t00" charset="0"/>
            </a:endParaRPr>
          </a:p>
        </p:txBody>
      </p:sp>
      <p:cxnSp>
        <p:nvCxnSpPr>
          <p:cNvPr id="17425" name="Straight Arrow Connector 55">
            <a:extLst>
              <a:ext uri="{FF2B5EF4-FFF2-40B4-BE49-F238E27FC236}">
                <a16:creationId xmlns:a16="http://schemas.microsoft.com/office/drawing/2014/main" id="{E20069F1-FB7A-484E-AE6C-7FFD7F3C8075}"/>
              </a:ext>
            </a:extLst>
          </p:cNvPr>
          <p:cNvCxnSpPr>
            <a:cxnSpLocks noChangeShapeType="1"/>
          </p:cNvCxnSpPr>
          <p:nvPr/>
        </p:nvCxnSpPr>
        <p:spPr bwMode="auto">
          <a:xfrm flipH="1">
            <a:off x="2362200" y="4572000"/>
            <a:ext cx="379413" cy="623888"/>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26" name="Straight Arrow Connector 56">
            <a:extLst>
              <a:ext uri="{FF2B5EF4-FFF2-40B4-BE49-F238E27FC236}">
                <a16:creationId xmlns:a16="http://schemas.microsoft.com/office/drawing/2014/main" id="{2589363A-0282-9C4E-94D3-0218390E5AA4}"/>
              </a:ext>
            </a:extLst>
          </p:cNvPr>
          <p:cNvCxnSpPr>
            <a:cxnSpLocks noChangeShapeType="1"/>
          </p:cNvCxnSpPr>
          <p:nvPr/>
        </p:nvCxnSpPr>
        <p:spPr bwMode="auto">
          <a:xfrm flipH="1">
            <a:off x="3100388" y="4700588"/>
            <a:ext cx="6350" cy="582612"/>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27" name="Rectangle 57">
            <a:extLst>
              <a:ext uri="{FF2B5EF4-FFF2-40B4-BE49-F238E27FC236}">
                <a16:creationId xmlns:a16="http://schemas.microsoft.com/office/drawing/2014/main" id="{D23745E5-5957-5445-968B-C99952379412}"/>
              </a:ext>
            </a:extLst>
          </p:cNvPr>
          <p:cNvSpPr>
            <a:spLocks noChangeArrowheads="1"/>
          </p:cNvSpPr>
          <p:nvPr/>
        </p:nvSpPr>
        <p:spPr bwMode="auto">
          <a:xfrm>
            <a:off x="1574800" y="5181600"/>
            <a:ext cx="1139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2000">
                <a:latin typeface="TTE1F17478t00" charset="0"/>
              </a:rPr>
              <a:t>std-logic</a:t>
            </a:r>
            <a:endParaRPr lang="en-GB" altLang="en-US" sz="2000">
              <a:latin typeface="TTE1F17478t00" charset="0"/>
            </a:endParaRPr>
          </a:p>
        </p:txBody>
      </p:sp>
      <p:sp>
        <p:nvSpPr>
          <p:cNvPr id="17428" name="Rectangle 58">
            <a:extLst>
              <a:ext uri="{FF2B5EF4-FFF2-40B4-BE49-F238E27FC236}">
                <a16:creationId xmlns:a16="http://schemas.microsoft.com/office/drawing/2014/main" id="{133A7FB4-83B7-8D4A-907B-CFE9B20C9D07}"/>
              </a:ext>
            </a:extLst>
          </p:cNvPr>
          <p:cNvSpPr>
            <a:spLocks noChangeArrowheads="1"/>
          </p:cNvSpPr>
          <p:nvPr/>
        </p:nvSpPr>
        <p:spPr bwMode="auto">
          <a:xfrm>
            <a:off x="2819400" y="5302250"/>
            <a:ext cx="455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2000">
                <a:latin typeface="TTE1F17478t00" charset="0"/>
              </a:rPr>
              <a:t>bit</a:t>
            </a:r>
            <a:endParaRPr lang="en-GB" altLang="en-US" sz="2000">
              <a:latin typeface="TTE1F17478t00" charset="0"/>
            </a:endParaRPr>
          </a:p>
        </p:txBody>
      </p:sp>
      <p:cxnSp>
        <p:nvCxnSpPr>
          <p:cNvPr id="17429" name="Straight Arrow Connector 59">
            <a:extLst>
              <a:ext uri="{FF2B5EF4-FFF2-40B4-BE49-F238E27FC236}">
                <a16:creationId xmlns:a16="http://schemas.microsoft.com/office/drawing/2014/main" id="{A4C03BC6-37D4-3149-B203-04E926D45777}"/>
              </a:ext>
            </a:extLst>
          </p:cNvPr>
          <p:cNvCxnSpPr>
            <a:cxnSpLocks noChangeShapeType="1"/>
          </p:cNvCxnSpPr>
          <p:nvPr/>
        </p:nvCxnSpPr>
        <p:spPr bwMode="auto">
          <a:xfrm>
            <a:off x="3414713" y="4545013"/>
            <a:ext cx="454025" cy="479425"/>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30" name="Straight Connector 60">
            <a:extLst>
              <a:ext uri="{FF2B5EF4-FFF2-40B4-BE49-F238E27FC236}">
                <a16:creationId xmlns:a16="http://schemas.microsoft.com/office/drawing/2014/main" id="{9DA6C3E8-D222-1D4B-80D2-1BDFAC661D0D}"/>
              </a:ext>
            </a:extLst>
          </p:cNvPr>
          <p:cNvCxnSpPr>
            <a:cxnSpLocks noChangeShapeType="1"/>
          </p:cNvCxnSpPr>
          <p:nvPr/>
        </p:nvCxnSpPr>
        <p:spPr bwMode="auto">
          <a:xfrm flipV="1">
            <a:off x="3143250" y="4799013"/>
            <a:ext cx="361950" cy="177800"/>
          </a:xfrm>
          <a:prstGeom prst="line">
            <a:avLst/>
          </a:prstGeom>
          <a:noFill/>
          <a:ln w="9525" algn="ctr">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31" name="Rectangle 61">
            <a:extLst>
              <a:ext uri="{FF2B5EF4-FFF2-40B4-BE49-F238E27FC236}">
                <a16:creationId xmlns:a16="http://schemas.microsoft.com/office/drawing/2014/main" id="{EF75EA8D-EC0A-CE46-A285-88C42936F313}"/>
              </a:ext>
            </a:extLst>
          </p:cNvPr>
          <p:cNvSpPr>
            <a:spLocks noChangeArrowheads="1"/>
          </p:cNvSpPr>
          <p:nvPr/>
        </p:nvSpPr>
        <p:spPr bwMode="auto">
          <a:xfrm>
            <a:off x="3581400" y="4976813"/>
            <a:ext cx="968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2000">
                <a:latin typeface="TTE1F17478t00" charset="0"/>
              </a:rPr>
              <a:t>integer</a:t>
            </a:r>
            <a:endParaRPr lang="en-GB" altLang="en-US" sz="2000">
              <a:latin typeface="TTE1F17478t00" charset="0"/>
            </a:endParaRPr>
          </a:p>
        </p:txBody>
      </p:sp>
      <p:sp>
        <p:nvSpPr>
          <p:cNvPr id="17432" name="Text Box 4">
            <a:extLst>
              <a:ext uri="{FF2B5EF4-FFF2-40B4-BE49-F238E27FC236}">
                <a16:creationId xmlns:a16="http://schemas.microsoft.com/office/drawing/2014/main" id="{1564590F-7B94-AB4E-9F3D-5F68B01F29E9}"/>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r>
              <a:rPr lang="de-DE" altLang="en-US" sz="1200">
                <a:solidFill>
                  <a:srgbClr val="B2B2B2"/>
                </a:solidFill>
              </a:rPr>
              <a:t>14</a:t>
            </a:r>
          </a:p>
        </p:txBody>
      </p:sp>
    </p:spTree>
  </p:cSld>
  <p:clrMapOvr>
    <a:masterClrMapping/>
  </p:clrMapOvr>
  <mc:AlternateContent xmlns:mc="http://schemas.openxmlformats.org/markup-compatibility/2006" xmlns:p14="http://schemas.microsoft.com/office/powerpoint/2010/main">
    <mc:Choice Requires="p14">
      <p:transition spd="slow" p14:dur="2000" advTm="18744"/>
    </mc:Choice>
    <mc:Fallback xmlns="">
      <p:transition spd="slow" advTm="1874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AutoShape 1">
            <a:extLst>
              <a:ext uri="{FF2B5EF4-FFF2-40B4-BE49-F238E27FC236}">
                <a16:creationId xmlns:a16="http://schemas.microsoft.com/office/drawing/2014/main" id="{23EDD501-5ADD-5548-811C-174227130454}"/>
              </a:ext>
            </a:extLst>
          </p:cNvPr>
          <p:cNvSpPr>
            <a:spLocks noChangeArrowheads="1"/>
          </p:cNvSpPr>
          <p:nvPr/>
        </p:nvSpPr>
        <p:spPr bwMode="auto">
          <a:xfrm>
            <a:off x="460375" y="1908175"/>
            <a:ext cx="8223250" cy="3959225"/>
          </a:xfrm>
          <a:custGeom>
            <a:avLst/>
            <a:gdLst>
              <a:gd name="G0" fmla="*/ 22842 1 2"/>
              <a:gd name="G1" fmla="*/ 10998 1 2"/>
              <a:gd name="G2" fmla="+- 10998 0 0"/>
              <a:gd name="G3" fmla="+- 22842 0 0"/>
            </a:gdLst>
            <a:ahLst/>
            <a:cxnLst>
              <a:cxn ang="0">
                <a:pos x="r" y="vc"/>
              </a:cxn>
              <a:cxn ang="5400000">
                <a:pos x="hc" y="b"/>
              </a:cxn>
              <a:cxn ang="10800000">
                <a:pos x="l" y="vc"/>
              </a:cxn>
              <a:cxn ang="16200000">
                <a:pos x="hc" y="t"/>
              </a:cxn>
            </a:cxnLst>
            <a:rect l="0" t="0" r="0" b="0"/>
            <a:pathLst>
              <a:path>
                <a:moveTo>
                  <a:pt x="0" y="0"/>
                </a:moveTo>
                <a:lnTo>
                  <a:pt x="22842" y="0"/>
                </a:lnTo>
                <a:lnTo>
                  <a:pt x="22842" y="10998"/>
                </a:lnTo>
                <a:lnTo>
                  <a:pt x="0" y="10998"/>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266700" lvl="1" indent="-266700">
              <a:spcAft>
                <a:spcPts val="725"/>
              </a:spcAft>
              <a:buClr>
                <a:srgbClr val="00B050"/>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en-US" dirty="0">
                <a:latin typeface="TTE1F17478t00"/>
                <a:ea typeface="+mn-ea"/>
                <a:cs typeface="+mn-cs"/>
              </a:rPr>
              <a:t>A </a:t>
            </a:r>
            <a:r>
              <a:rPr lang="en-US" b="1" dirty="0">
                <a:solidFill>
                  <a:srgbClr val="0000FF"/>
                </a:solidFill>
                <a:latin typeface="TTE1F17478t00"/>
                <a:ea typeface="+mn-ea"/>
                <a:cs typeface="DejaVu Sans" charset="0"/>
              </a:rPr>
              <a:t>LIBRARY</a:t>
            </a:r>
            <a:r>
              <a:rPr lang="en-US" dirty="0">
                <a:latin typeface="TTE1F17478t00"/>
                <a:ea typeface="+mn-ea"/>
                <a:cs typeface="+mn-cs"/>
              </a:rPr>
              <a:t> is a directory that contains a package or a collection of packages</a:t>
            </a:r>
          </a:p>
          <a:p>
            <a:pPr marL="266700" lvl="1" indent="-266700">
              <a:spcAft>
                <a:spcPts val="725"/>
              </a:spcAft>
              <a:buClr>
                <a:srgbClr val="00B050"/>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en-US" dirty="0">
              <a:latin typeface="TTE1F17478t00"/>
              <a:ea typeface="+mn-ea"/>
              <a:cs typeface="+mn-cs"/>
            </a:endParaRPr>
          </a:p>
          <a:p>
            <a:pPr marL="266700" lvl="1" indent="-266700">
              <a:spcAft>
                <a:spcPts val="725"/>
              </a:spcAft>
              <a:buClr>
                <a:srgbClr val="00B050"/>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en-US" dirty="0">
                <a:latin typeface="TTE1F17478t00"/>
                <a:ea typeface="+mn-ea"/>
                <a:cs typeface="+mn-cs"/>
              </a:rPr>
              <a:t>Two types of libraries</a:t>
            </a:r>
          </a:p>
          <a:p>
            <a:pPr marL="1219200" lvl="1" indent="-233363" hangingPunct="1">
              <a:spcAft>
                <a:spcPts val="725"/>
              </a:spcAft>
              <a:buClr>
                <a:srgbClr val="A8AFAF"/>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altLang="en-US" dirty="0">
                <a:latin typeface="TTE1F17478t00" charset="0"/>
                <a:ea typeface="+mn-ea"/>
              </a:rPr>
              <a:t>Library </a:t>
            </a:r>
            <a:r>
              <a:rPr lang="de-DE" altLang="en-US" b="1" dirty="0">
                <a:latin typeface="TTE1F17478t00" charset="0"/>
                <a:ea typeface="+mn-ea"/>
              </a:rPr>
              <a:t>WORK</a:t>
            </a:r>
            <a:r>
              <a:rPr lang="de-DE" altLang="en-US" dirty="0">
                <a:latin typeface="TTE1F17478t00" charset="0"/>
                <a:ea typeface="+mn-ea"/>
              </a:rPr>
              <a:t> </a:t>
            </a:r>
          </a:p>
          <a:p>
            <a:pPr marL="1619250" lvl="2" indent="-233363" hangingPunct="1">
              <a:spcAft>
                <a:spcPts val="725"/>
              </a:spcAft>
              <a:buClr>
                <a:srgbClr val="A8AFAF"/>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altLang="en-US" dirty="0">
                <a:latin typeface="TTE1F17478t00" charset="0"/>
                <a:ea typeface="+mn-ea"/>
              </a:rPr>
              <a:t>folder where the project files are saved</a:t>
            </a:r>
          </a:p>
          <a:p>
            <a:pPr marL="1219200" lvl="1" indent="-233363" hangingPunct="1">
              <a:spcAft>
                <a:spcPts val="725"/>
              </a:spcAft>
              <a:buClr>
                <a:srgbClr val="A8AFAF"/>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en-US" dirty="0">
                <a:latin typeface="TTE1F17478t00"/>
                <a:ea typeface="+mn-ea"/>
                <a:cs typeface="+mn-cs"/>
              </a:rPr>
              <a:t>Resource libraries</a:t>
            </a:r>
          </a:p>
          <a:p>
            <a:pPr marL="1619250" lvl="2" indent="-233363" hangingPunct="1">
              <a:spcAft>
                <a:spcPts val="725"/>
              </a:spcAft>
              <a:buClr>
                <a:srgbClr val="A8AFAF"/>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en-US" b="1" dirty="0">
                <a:latin typeface="TTE1F17478t00"/>
                <a:ea typeface="+mn-ea"/>
                <a:cs typeface="+mn-cs"/>
              </a:rPr>
              <a:t>STD </a:t>
            </a:r>
            <a:r>
              <a:rPr lang="en-US" dirty="0">
                <a:latin typeface="TTE1F17478t00"/>
                <a:ea typeface="+mn-ea"/>
                <a:cs typeface="+mn-cs"/>
              </a:rPr>
              <a:t>library</a:t>
            </a:r>
          </a:p>
          <a:p>
            <a:pPr marL="1619250" lvl="2" indent="-233363" hangingPunct="1">
              <a:spcAft>
                <a:spcPts val="725"/>
              </a:spcAft>
              <a:buClr>
                <a:srgbClr val="A8AFAF"/>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en-US" b="1" dirty="0">
                <a:latin typeface="TTE1F17478t00"/>
                <a:ea typeface="+mn-ea"/>
                <a:cs typeface="+mn-cs"/>
              </a:rPr>
              <a:t>IEEE </a:t>
            </a:r>
            <a:r>
              <a:rPr lang="en-US" dirty="0">
                <a:latin typeface="TTE1F17478t00"/>
                <a:ea typeface="+mn-ea"/>
                <a:cs typeface="+mn-cs"/>
              </a:rPr>
              <a:t>developed packages</a:t>
            </a:r>
          </a:p>
          <a:p>
            <a:pPr marL="1619250" lvl="2" indent="-233363" hangingPunct="1">
              <a:spcAft>
                <a:spcPts val="725"/>
              </a:spcAft>
              <a:buClr>
                <a:srgbClr val="A8AFAF"/>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en-US" dirty="0">
                <a:latin typeface="TTE1F17478t00"/>
                <a:ea typeface="+mn-ea"/>
                <a:cs typeface="+mn-cs"/>
              </a:rPr>
              <a:t>Altera component packages</a:t>
            </a:r>
          </a:p>
          <a:p>
            <a:pPr marL="1619250" lvl="2" indent="-233363" hangingPunct="1">
              <a:spcAft>
                <a:spcPts val="725"/>
              </a:spcAft>
              <a:buClr>
                <a:srgbClr val="A8AFAF"/>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en-US" dirty="0">
                <a:latin typeface="TTE1F17478t00"/>
                <a:ea typeface="+mn-ea"/>
                <a:cs typeface="+mn-cs"/>
              </a:rPr>
              <a:t>Any </a:t>
            </a:r>
            <a:r>
              <a:rPr lang="en-US" b="1" dirty="0">
                <a:latin typeface="TTE1F17478t00"/>
                <a:ea typeface="+mn-ea"/>
                <a:cs typeface="+mn-cs"/>
              </a:rPr>
              <a:t>LIBRARY </a:t>
            </a:r>
            <a:r>
              <a:rPr lang="en-US" dirty="0">
                <a:latin typeface="TTE1F17478t00"/>
                <a:ea typeface="+mn-ea"/>
                <a:cs typeface="+mn-cs"/>
              </a:rPr>
              <a:t>of design units that is referenced in a design</a:t>
            </a: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b="1" dirty="0">
              <a:solidFill>
                <a:srgbClr val="000000"/>
              </a:solidFill>
              <a:latin typeface="TTE1F17478t00"/>
              <a:ea typeface="+mn-ea"/>
              <a:cs typeface="DejaVu Sans" charset="0"/>
            </a:endParaRPr>
          </a:p>
          <a:p>
            <a:pPr marL="266700" lvl="1" indent="-266700">
              <a:spcAft>
                <a:spcPts val="725"/>
              </a:spcAft>
              <a:buClr>
                <a:srgbClr val="00B050"/>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b="1" dirty="0">
              <a:solidFill>
                <a:srgbClr val="000000"/>
              </a:solidFill>
              <a:latin typeface="TTE1F17478t00"/>
              <a:ea typeface="+mn-ea"/>
              <a:cs typeface="DejaVu Sans" charset="0"/>
            </a:endParaRP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TTE1F17478t00"/>
              <a:ea typeface="+mn-ea"/>
              <a:cs typeface="DejaVu Sans" charset="0"/>
            </a:endParaRP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TTE1F17478t00"/>
              <a:ea typeface="+mn-ea"/>
              <a:cs typeface="DejaVu Sans" charset="0"/>
            </a:endParaRPr>
          </a:p>
        </p:txBody>
      </p:sp>
      <p:sp>
        <p:nvSpPr>
          <p:cNvPr id="18435" name="AutoShape 2">
            <a:extLst>
              <a:ext uri="{FF2B5EF4-FFF2-40B4-BE49-F238E27FC236}">
                <a16:creationId xmlns:a16="http://schemas.microsoft.com/office/drawing/2014/main" id="{41E4801A-25C9-4F4F-B80F-9657B407D543}"/>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buClrTx/>
              <a:buSzTx/>
              <a:buFontTx/>
              <a:buNone/>
            </a:pPr>
            <a:r>
              <a:rPr lang="de-DE" altLang="en-US" sz="3200" b="1">
                <a:latin typeface="Frutiger LT Com 45 Light" charset="0"/>
              </a:rPr>
              <a:t>Library/Package</a:t>
            </a:r>
          </a:p>
        </p:txBody>
      </p:sp>
      <p:sp>
        <p:nvSpPr>
          <p:cNvPr id="18436" name="Text Box 3">
            <a:extLst>
              <a:ext uri="{FF2B5EF4-FFF2-40B4-BE49-F238E27FC236}">
                <a16:creationId xmlns:a16="http://schemas.microsoft.com/office/drawing/2014/main" id="{AEA891A8-B398-7246-A1B8-72F98A54387A}"/>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buClrTx/>
              <a:buSzTx/>
              <a:buFontTx/>
              <a:buNone/>
            </a:pPr>
            <a:fld id="{87B485D9-7B8D-084B-A393-63B3C8B01861}" type="slidenum">
              <a:rPr lang="de-DE" altLang="en-US" sz="1200">
                <a:solidFill>
                  <a:srgbClr val="B2B2B2"/>
                </a:solidFill>
              </a:rPr>
              <a:pPr algn="ctr" eaLnBrk="1">
                <a:lnSpc>
                  <a:spcPct val="100000"/>
                </a:lnSpc>
                <a:spcAft>
                  <a:spcPct val="0"/>
                </a:spcAft>
                <a:buClrTx/>
                <a:buSzTx/>
                <a:buFontTx/>
                <a:buNone/>
              </a:pPr>
              <a:t>15</a:t>
            </a:fld>
            <a:endParaRPr lang="de-DE" altLang="en-US" sz="1200">
              <a:solidFill>
                <a:srgbClr val="B2B2B2"/>
              </a:solidFill>
            </a:endParaRPr>
          </a:p>
        </p:txBody>
      </p:sp>
    </p:spTree>
  </p:cSld>
  <p:clrMapOvr>
    <a:masterClrMapping/>
  </p:clrMapOvr>
  <p:transition spd="med" advTm="40466"/>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AutoShape 1">
            <a:extLst>
              <a:ext uri="{FF2B5EF4-FFF2-40B4-BE49-F238E27FC236}">
                <a16:creationId xmlns:a16="http://schemas.microsoft.com/office/drawing/2014/main" id="{A2C197CA-AB9B-1348-9FC0-42DBD8A78A8D}"/>
              </a:ext>
            </a:extLst>
          </p:cNvPr>
          <p:cNvSpPr>
            <a:spLocks noChangeArrowheads="1"/>
          </p:cNvSpPr>
          <p:nvPr/>
        </p:nvSpPr>
        <p:spPr bwMode="auto">
          <a:xfrm>
            <a:off x="460375" y="1908175"/>
            <a:ext cx="8223250" cy="3959225"/>
          </a:xfrm>
          <a:custGeom>
            <a:avLst/>
            <a:gdLst>
              <a:gd name="G0" fmla="*/ 22842 1 2"/>
              <a:gd name="G1" fmla="*/ 10998 1 2"/>
              <a:gd name="G2" fmla="+- 10998 0 0"/>
              <a:gd name="G3" fmla="+- 22842 0 0"/>
            </a:gdLst>
            <a:ahLst/>
            <a:cxnLst>
              <a:cxn ang="0">
                <a:pos x="r" y="vc"/>
              </a:cxn>
              <a:cxn ang="5400000">
                <a:pos x="hc" y="b"/>
              </a:cxn>
              <a:cxn ang="10800000">
                <a:pos x="l" y="vc"/>
              </a:cxn>
              <a:cxn ang="16200000">
                <a:pos x="hc" y="t"/>
              </a:cxn>
            </a:cxnLst>
            <a:rect l="0" t="0" r="0" b="0"/>
            <a:pathLst>
              <a:path>
                <a:moveTo>
                  <a:pt x="0" y="0"/>
                </a:moveTo>
                <a:lnTo>
                  <a:pt x="22842" y="0"/>
                </a:lnTo>
                <a:lnTo>
                  <a:pt x="22842" y="10998"/>
                </a:lnTo>
                <a:lnTo>
                  <a:pt x="0" y="10998"/>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latin typeface="+mn-lt"/>
              <a:ea typeface="+mn-ea"/>
              <a:cs typeface="+mn-cs"/>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b="1" dirty="0">
              <a:solidFill>
                <a:srgbClr val="000000"/>
              </a:solidFill>
              <a:latin typeface="Frutiger LT Com 55 Roman" pitchFamily="1" charset="0"/>
              <a:ea typeface="+mn-ea"/>
              <a:cs typeface="DejaVu Sans" charset="0"/>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dirty="0">
              <a:solidFill>
                <a:srgbClr val="000000"/>
              </a:solidFill>
              <a:latin typeface="Frutiger LT Com 55 Roman" pitchFamily="1" charset="0"/>
              <a:ea typeface="+mn-ea"/>
              <a:cs typeface="DejaVu Sans" charset="0"/>
            </a:endParaRPr>
          </a:p>
        </p:txBody>
      </p:sp>
      <p:sp>
        <p:nvSpPr>
          <p:cNvPr id="19459" name="AutoShape 2">
            <a:extLst>
              <a:ext uri="{FF2B5EF4-FFF2-40B4-BE49-F238E27FC236}">
                <a16:creationId xmlns:a16="http://schemas.microsoft.com/office/drawing/2014/main" id="{DD271F72-E4F5-1A4C-8345-3A0135157404}"/>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r>
              <a:rPr lang="de-DE" altLang="en-US" sz="3200" b="1" dirty="0">
                <a:latin typeface="TTE1F17478t00" charset="0"/>
              </a:rPr>
              <a:t>A Quick </a:t>
            </a:r>
            <a:r>
              <a:rPr lang="de-DE" altLang="en-US" sz="3200" b="1" dirty="0" err="1">
                <a:latin typeface="TTE1F17478t00" charset="0"/>
              </a:rPr>
              <a:t>Homework</a:t>
            </a:r>
            <a:r>
              <a:rPr lang="de-DE" altLang="en-US" sz="3200" b="1" dirty="0">
                <a:latin typeface="TTE1F17478t00" charset="0"/>
              </a:rPr>
              <a:t> </a:t>
            </a:r>
            <a:r>
              <a:rPr lang="de-DE" altLang="en-US" sz="3200" b="1" dirty="0" err="1">
                <a:latin typeface="TTE1F17478t00" charset="0"/>
              </a:rPr>
              <a:t>Exercise</a:t>
            </a:r>
            <a:endParaRPr lang="de-DE" altLang="en-US" sz="3200" b="1" dirty="0">
              <a:latin typeface="TTE1F17478t00" charset="0"/>
            </a:endParaRPr>
          </a:p>
        </p:txBody>
      </p:sp>
      <p:sp>
        <p:nvSpPr>
          <p:cNvPr id="19460" name="Text Box 3">
            <a:extLst>
              <a:ext uri="{FF2B5EF4-FFF2-40B4-BE49-F238E27FC236}">
                <a16:creationId xmlns:a16="http://schemas.microsoft.com/office/drawing/2014/main" id="{3F29700C-717A-FB48-BB8F-978264538AE8}"/>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fld id="{3D00E360-1DEC-1E4C-B37C-5840680CC8D2}" type="slidenum">
              <a:rPr lang="de-DE" altLang="en-US" sz="1200">
                <a:solidFill>
                  <a:srgbClr val="B2B2B2"/>
                </a:solidFill>
              </a:rPr>
              <a:pPr algn="ctr" eaLnBrk="1">
                <a:lnSpc>
                  <a:spcPct val="100000"/>
                </a:lnSpc>
                <a:spcAft>
                  <a:spcPct val="0"/>
                </a:spcAft>
              </a:pPr>
              <a:t>16</a:t>
            </a:fld>
            <a:endParaRPr lang="de-DE" altLang="en-US" sz="1200">
              <a:solidFill>
                <a:srgbClr val="B2B2B2"/>
              </a:solidFill>
            </a:endParaRPr>
          </a:p>
        </p:txBody>
      </p:sp>
      <p:sp>
        <p:nvSpPr>
          <p:cNvPr id="2" name="Rectangle 1">
            <a:extLst>
              <a:ext uri="{FF2B5EF4-FFF2-40B4-BE49-F238E27FC236}">
                <a16:creationId xmlns:a16="http://schemas.microsoft.com/office/drawing/2014/main" id="{9AED0F4C-0F34-4843-97A0-500E41575D3C}"/>
              </a:ext>
            </a:extLst>
          </p:cNvPr>
          <p:cNvSpPr/>
          <p:nvPr/>
        </p:nvSpPr>
        <p:spPr>
          <a:xfrm>
            <a:off x="460375" y="1908175"/>
            <a:ext cx="7921625" cy="1103313"/>
          </a:xfrm>
          <a:prstGeom prst="rect">
            <a:avLst/>
          </a:prstGeom>
        </p:spPr>
        <p:txBody>
          <a:bodyPr>
            <a:spAutoFit/>
          </a:bodyPr>
          <a:lstStyle/>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TTE1F17478t00"/>
                <a:ea typeface="+mn-ea"/>
              </a:rPr>
              <a:t>Try to locate the </a:t>
            </a:r>
            <a:r>
              <a:rPr lang="de-DE" b="1" dirty="0">
                <a:latin typeface="TTE1F17478t00"/>
                <a:ea typeface="+mn-ea"/>
              </a:rPr>
              <a:t>STD</a:t>
            </a:r>
            <a:r>
              <a:rPr lang="de-DE" dirty="0">
                <a:latin typeface="TTE1F17478t00"/>
                <a:ea typeface="+mn-ea"/>
              </a:rPr>
              <a:t>, </a:t>
            </a:r>
            <a:r>
              <a:rPr lang="de-DE" b="1" dirty="0">
                <a:latin typeface="TTE1F17478t00"/>
                <a:ea typeface="+mn-ea"/>
              </a:rPr>
              <a:t>IEEE</a:t>
            </a:r>
            <a:r>
              <a:rPr lang="de-DE" dirty="0">
                <a:latin typeface="TTE1F17478t00"/>
                <a:ea typeface="+mn-ea"/>
              </a:rPr>
              <a:t>, and Altera libraries in the directory where</a:t>
            </a:r>
          </a:p>
          <a:p>
            <a:pPr marL="0" lvl="1" indent="0" eaLnBrk="1">
              <a:spcAft>
                <a:spcPts val="725"/>
              </a:spcAft>
              <a:buClr>
                <a:srgbClr val="00B050"/>
              </a:buClr>
              <a:buSzPct val="1000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TTE1F17478t00"/>
                <a:ea typeface="+mn-ea"/>
              </a:rPr>
              <a:t>Altera Web Edition software is installed and name some of the packages </a:t>
            </a:r>
          </a:p>
          <a:p>
            <a:pPr marL="0" lvl="1" indent="0" eaLnBrk="1">
              <a:spcAft>
                <a:spcPts val="725"/>
              </a:spcAft>
              <a:buClr>
                <a:srgbClr val="00B050"/>
              </a:buClr>
              <a:buSzPct val="1000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TTE1F17478t00"/>
                <a:ea typeface="+mn-ea"/>
              </a:rPr>
              <a:t>acossiated with each library. </a:t>
            </a:r>
            <a:endParaRPr lang="en-GB" dirty="0">
              <a:latin typeface="TTE1F17478t00"/>
              <a:ea typeface="+mn-ea"/>
            </a:endParaRPr>
          </a:p>
        </p:txBody>
      </p:sp>
      <p:sp>
        <p:nvSpPr>
          <p:cNvPr id="3" name="TextBox 2">
            <a:extLst>
              <a:ext uri="{FF2B5EF4-FFF2-40B4-BE49-F238E27FC236}">
                <a16:creationId xmlns:a16="http://schemas.microsoft.com/office/drawing/2014/main" id="{427F81CF-1F3A-2B4D-ACC3-4360E4A9FAE0}"/>
              </a:ext>
            </a:extLst>
          </p:cNvPr>
          <p:cNvSpPr txBox="1"/>
          <p:nvPr/>
        </p:nvSpPr>
        <p:spPr>
          <a:xfrm>
            <a:off x="3535091" y="4572000"/>
            <a:ext cx="4301177" cy="369332"/>
          </a:xfrm>
          <a:prstGeom prst="rect">
            <a:avLst/>
          </a:prstGeom>
          <a:noFill/>
        </p:spPr>
        <p:txBody>
          <a:bodyPr wrap="none" rtlCol="0">
            <a:spAutoFit/>
          </a:bodyPr>
          <a:lstStyle/>
          <a:p>
            <a:r>
              <a:rPr lang="en-GB" dirty="0"/>
              <a:t>Example: C:/</a:t>
            </a:r>
            <a:r>
              <a:rPr lang="en-GB" dirty="0" err="1"/>
              <a:t>altera</a:t>
            </a:r>
            <a:r>
              <a:rPr lang="en-GB" dirty="0"/>
              <a:t>/10.0/</a:t>
            </a:r>
            <a:r>
              <a:rPr lang="en-GB" dirty="0" err="1"/>
              <a:t>quartus</a:t>
            </a:r>
            <a:r>
              <a:rPr lang="en-GB" dirty="0"/>
              <a:t>/libraries</a:t>
            </a:r>
          </a:p>
        </p:txBody>
      </p:sp>
    </p:spTree>
  </p:cSld>
  <p:clrMapOvr>
    <a:masterClrMapping/>
  </p:clrMapOvr>
  <p:transition spd="med" advTm="19947"/>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AutoShape 1">
            <a:extLst>
              <a:ext uri="{FF2B5EF4-FFF2-40B4-BE49-F238E27FC236}">
                <a16:creationId xmlns:a16="http://schemas.microsoft.com/office/drawing/2014/main" id="{9E447E87-CB9E-FF43-B684-865F1CB98643}"/>
              </a:ext>
            </a:extLst>
          </p:cNvPr>
          <p:cNvSpPr>
            <a:spLocks noChangeArrowheads="1"/>
          </p:cNvSpPr>
          <p:nvPr/>
        </p:nvSpPr>
        <p:spPr bwMode="auto">
          <a:xfrm>
            <a:off x="460375" y="3352800"/>
            <a:ext cx="8074025" cy="990600"/>
          </a:xfrm>
          <a:custGeom>
            <a:avLst/>
            <a:gdLst>
              <a:gd name="T0" fmla="*/ 8074025 w 8074025"/>
              <a:gd name="T1" fmla="*/ 1181100 h 2362200"/>
              <a:gd name="T2" fmla="*/ 4037013 w 8074025"/>
              <a:gd name="T3" fmla="*/ 2362200 h 2362200"/>
              <a:gd name="T4" fmla="*/ 0 w 8074025"/>
              <a:gd name="T5" fmla="*/ 1181100 h 2362200"/>
              <a:gd name="T6" fmla="*/ 4037013 w 8074025"/>
              <a:gd name="T7" fmla="*/ 0 h 2362200"/>
              <a:gd name="T8" fmla="*/ 0 60000 65536"/>
              <a:gd name="T9" fmla="*/ 5898240 60000 65536"/>
              <a:gd name="T10" fmla="*/ 11796480 60000 65536"/>
              <a:gd name="T11" fmla="*/ 17694720 60000 65536"/>
              <a:gd name="T12" fmla="*/ 0 w 8074025"/>
              <a:gd name="T13" fmla="*/ 0 h 2362200"/>
              <a:gd name="T14" fmla="*/ 8074025 w 8074025"/>
              <a:gd name="T15" fmla="*/ 2362200 h 2362200"/>
            </a:gdLst>
            <a:ahLst/>
            <a:cxnLst>
              <a:cxn ang="T8">
                <a:pos x="T0" y="T1"/>
              </a:cxn>
              <a:cxn ang="T9">
                <a:pos x="T2" y="T3"/>
              </a:cxn>
              <a:cxn ang="T10">
                <a:pos x="T4" y="T5"/>
              </a:cxn>
              <a:cxn ang="T11">
                <a:pos x="T6" y="T7"/>
              </a:cxn>
            </a:cxnLst>
            <a:rect l="T12" t="T13" r="T14" b="T15"/>
            <a:pathLst>
              <a:path w="8074025" h="2362200">
                <a:moveTo>
                  <a:pt x="0" y="0"/>
                </a:moveTo>
                <a:lnTo>
                  <a:pt x="22842" y="0"/>
                </a:lnTo>
                <a:lnTo>
                  <a:pt x="22842" y="10998"/>
                </a:lnTo>
                <a:lnTo>
                  <a:pt x="0" y="10998"/>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a:lnSpc>
                <a:spcPct val="97000"/>
              </a:lnSpc>
              <a:spcAft>
                <a:spcPts val="1425"/>
              </a:spcAft>
              <a:buClr>
                <a:srgbClr val="000000"/>
              </a:buClr>
              <a:buSzPct val="100000"/>
              <a:buFont typeface="Times New Roman"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cs typeface="DejaVu Sans" pitchFamily="34" charset="0"/>
              </a:defRPr>
            </a:lvl1pPr>
            <a:lvl2pPr marL="266700" indent="-266700">
              <a:lnSpc>
                <a:spcPct val="97000"/>
              </a:lnSpc>
              <a:spcAft>
                <a:spcPts val="1138"/>
              </a:spcAft>
              <a:buClr>
                <a:srgbClr val="000000"/>
              </a:buClr>
              <a:buSzPct val="100000"/>
              <a:buFont typeface="Times New Roman"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cs typeface="DejaVu Sans" pitchFamily="34" charset="0"/>
              </a:defRPr>
            </a:lvl2pPr>
            <a:lvl3pPr>
              <a:lnSpc>
                <a:spcPct val="97000"/>
              </a:lnSpc>
              <a:spcAft>
                <a:spcPts val="850"/>
              </a:spcAft>
              <a:buClr>
                <a:srgbClr val="000000"/>
              </a:buClr>
              <a:buSzPct val="100000"/>
              <a:buFont typeface="Times New Roman"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cs typeface="DejaVu Sans" pitchFamily="34" charset="0"/>
              </a:defRPr>
            </a:lvl3pPr>
            <a:lvl4pPr>
              <a:lnSpc>
                <a:spcPct val="97000"/>
              </a:lnSpc>
              <a:spcAft>
                <a:spcPts val="575"/>
              </a:spcAft>
              <a:buClr>
                <a:srgbClr val="000000"/>
              </a:buClr>
              <a:buSzPct val="100000"/>
              <a:buFont typeface="Times New Roman"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cs typeface="DejaVu Sans" pitchFamily="34" charset="0"/>
              </a:defRPr>
            </a:lvl4pPr>
            <a:lvl5pPr>
              <a:lnSpc>
                <a:spcPct val="97000"/>
              </a:lnSpc>
              <a:spcAft>
                <a:spcPts val="288"/>
              </a:spcAft>
              <a:buClr>
                <a:srgbClr val="000000"/>
              </a:buClr>
              <a:buSzPct val="100000"/>
              <a:buFont typeface="Times New Roman"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cs typeface="DejaVu Sans" pitchFamily="34" charset="0"/>
              </a:defRPr>
            </a:lvl9pPr>
          </a:lstStyle>
          <a:p>
            <a:pPr lvl="1">
              <a:lnSpc>
                <a:spcPct val="100000"/>
              </a:lnSpc>
              <a:spcAft>
                <a:spcPts val="725"/>
              </a:spcAft>
              <a:buClr>
                <a:srgbClr val="00B050"/>
              </a:buClr>
              <a:buFont typeface="Wingdings" pitchFamily="1" charset="2"/>
              <a:buChar char=""/>
              <a:defRPr/>
            </a:pPr>
            <a:r>
              <a:rPr lang="de-DE" dirty="0">
                <a:ea typeface="+mn-ea"/>
                <a:cs typeface="DejaVu Sans" charset="0"/>
              </a:rPr>
              <a:t>Referencing a packge requires 2 clauses</a:t>
            </a:r>
          </a:p>
          <a:p>
            <a:pPr marL="1219200" lvl="1" indent="-233363" hangingPunct="1">
              <a:lnSpc>
                <a:spcPct val="100000"/>
              </a:lnSpc>
              <a:spcAft>
                <a:spcPts val="725"/>
              </a:spcAft>
              <a:buClr>
                <a:srgbClr val="A8AFAF"/>
              </a:buClr>
              <a:buFont typeface="Wingdings" pitchFamily="1" charset="2"/>
              <a:buChar char=""/>
              <a:defRPr/>
            </a:pPr>
            <a:r>
              <a:rPr lang="de-DE" b="1" dirty="0">
                <a:ea typeface="+mn-ea"/>
                <a:cs typeface="DejaVu Sans" charset="0"/>
              </a:rPr>
              <a:t>LIBRARY</a:t>
            </a:r>
            <a:r>
              <a:rPr lang="de-DE" dirty="0">
                <a:ea typeface="+mn-ea"/>
                <a:cs typeface="DejaVu Sans" charset="0"/>
              </a:rPr>
              <a:t> clause to declare a specific library</a:t>
            </a:r>
          </a:p>
          <a:p>
            <a:pPr marL="1219200" lvl="1" indent="-233363" hangingPunct="1">
              <a:lnSpc>
                <a:spcPct val="100000"/>
              </a:lnSpc>
              <a:spcAft>
                <a:spcPts val="725"/>
              </a:spcAft>
              <a:buClr>
                <a:srgbClr val="A8AFAF"/>
              </a:buClr>
              <a:buFont typeface="Wingdings" pitchFamily="1" charset="2"/>
              <a:buChar char=""/>
              <a:defRPr/>
            </a:pPr>
            <a:r>
              <a:rPr lang="de-DE" b="1" dirty="0">
                <a:ea typeface="+mn-ea"/>
                <a:cs typeface="DejaVu Sans" charset="0"/>
              </a:rPr>
              <a:t>USE</a:t>
            </a:r>
            <a:r>
              <a:rPr lang="de-DE" dirty="0">
                <a:ea typeface="+mn-ea"/>
                <a:cs typeface="DejaVu Sans" charset="0"/>
              </a:rPr>
              <a:t> clause to declare a specific package</a:t>
            </a:r>
          </a:p>
          <a:p>
            <a:pPr marL="985837" lvl="1" indent="0" hangingPunct="1">
              <a:lnSpc>
                <a:spcPct val="100000"/>
              </a:lnSpc>
              <a:spcAft>
                <a:spcPts val="725"/>
              </a:spcAft>
              <a:buClr>
                <a:srgbClr val="A8AFAF"/>
              </a:buClr>
              <a:defRPr/>
            </a:pPr>
            <a:endParaRPr lang="de-DE" sz="1600" dirty="0">
              <a:ea typeface="+mn-ea"/>
              <a:cs typeface="DejaVu Sans" charset="0"/>
            </a:endParaRPr>
          </a:p>
        </p:txBody>
      </p:sp>
      <p:sp>
        <p:nvSpPr>
          <p:cNvPr id="20483" name="AutoShape 2">
            <a:extLst>
              <a:ext uri="{FF2B5EF4-FFF2-40B4-BE49-F238E27FC236}">
                <a16:creationId xmlns:a16="http://schemas.microsoft.com/office/drawing/2014/main" id="{DDD44412-7918-124B-AB61-718CB9BC8E9C}"/>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Library/Package</a:t>
            </a:r>
          </a:p>
        </p:txBody>
      </p:sp>
      <p:sp>
        <p:nvSpPr>
          <p:cNvPr id="20484" name="Text Box 3">
            <a:extLst>
              <a:ext uri="{FF2B5EF4-FFF2-40B4-BE49-F238E27FC236}">
                <a16:creationId xmlns:a16="http://schemas.microsoft.com/office/drawing/2014/main" id="{96C493F8-60EB-E045-841F-280DFA7F8DD5}"/>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fld id="{CDB7B8E9-C00E-7543-B3C9-6454D1C21591}" type="slidenum">
              <a:rPr lang="de-DE" altLang="en-US" sz="1200">
                <a:solidFill>
                  <a:srgbClr val="B2B2B2"/>
                </a:solidFill>
              </a:rPr>
              <a:pPr algn="ctr" eaLnBrk="1">
                <a:lnSpc>
                  <a:spcPct val="100000"/>
                </a:lnSpc>
                <a:spcAft>
                  <a:spcPct val="0"/>
                </a:spcAft>
              </a:pPr>
              <a:t>17</a:t>
            </a:fld>
            <a:endParaRPr lang="de-DE" altLang="en-US" sz="1200">
              <a:solidFill>
                <a:srgbClr val="B2B2B2"/>
              </a:solidFill>
            </a:endParaRPr>
          </a:p>
        </p:txBody>
      </p:sp>
      <p:sp>
        <p:nvSpPr>
          <p:cNvPr id="20485" name="Rectangle 73">
            <a:extLst>
              <a:ext uri="{FF2B5EF4-FFF2-40B4-BE49-F238E27FC236}">
                <a16:creationId xmlns:a16="http://schemas.microsoft.com/office/drawing/2014/main" id="{E831A5B4-28FD-B74C-8989-FB73A173028F}"/>
              </a:ext>
            </a:extLst>
          </p:cNvPr>
          <p:cNvSpPr>
            <a:spLocks noChangeArrowheads="1"/>
          </p:cNvSpPr>
          <p:nvPr/>
        </p:nvSpPr>
        <p:spPr bwMode="auto">
          <a:xfrm>
            <a:off x="1905000" y="2019300"/>
            <a:ext cx="4114800" cy="876300"/>
          </a:xfrm>
          <a:prstGeom prst="rect">
            <a:avLst/>
          </a:prstGeom>
          <a:solidFill>
            <a:srgbClr val="D4E0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20486" name="AutoShape 3">
            <a:extLst>
              <a:ext uri="{FF2B5EF4-FFF2-40B4-BE49-F238E27FC236}">
                <a16:creationId xmlns:a16="http://schemas.microsoft.com/office/drawing/2014/main" id="{045F440B-BF78-EE4F-A693-720899ECDC74}"/>
              </a:ext>
            </a:extLst>
          </p:cNvPr>
          <p:cNvSpPr>
            <a:spLocks noChangeArrowheads="1"/>
          </p:cNvSpPr>
          <p:nvPr/>
        </p:nvSpPr>
        <p:spPr bwMode="auto">
          <a:xfrm>
            <a:off x="2057400" y="2133600"/>
            <a:ext cx="4114800" cy="644525"/>
          </a:xfrm>
          <a:custGeom>
            <a:avLst/>
            <a:gdLst>
              <a:gd name="T0" fmla="*/ 326521 w 4721225"/>
              <a:gd name="T1" fmla="*/ 0 h 2009775"/>
              <a:gd name="T2" fmla="*/ 163260 w 4721225"/>
              <a:gd name="T3" fmla="*/ 0 h 2009775"/>
              <a:gd name="T4" fmla="*/ 0 w 4721225"/>
              <a:gd name="T5" fmla="*/ 0 h 2009775"/>
              <a:gd name="T6" fmla="*/ 163260 w 4721225"/>
              <a:gd name="T7" fmla="*/ 0 h 2009775"/>
              <a:gd name="T8" fmla="*/ 0 60000 65536"/>
              <a:gd name="T9" fmla="*/ 5898240 60000 65536"/>
              <a:gd name="T10" fmla="*/ 11796480 60000 65536"/>
              <a:gd name="T11" fmla="*/ 17694720 60000 65536"/>
              <a:gd name="T12" fmla="*/ 0 w 4721225"/>
              <a:gd name="T13" fmla="*/ 0 h 2009775"/>
              <a:gd name="T14" fmla="*/ 4721225 w 4721225"/>
              <a:gd name="T15" fmla="*/ 2009775 h 2009775"/>
            </a:gdLst>
            <a:ahLst/>
            <a:cxnLst>
              <a:cxn ang="T8">
                <a:pos x="T0" y="T1"/>
              </a:cxn>
              <a:cxn ang="T9">
                <a:pos x="T2" y="T3"/>
              </a:cxn>
              <a:cxn ang="T10">
                <a:pos x="T4" y="T5"/>
              </a:cxn>
              <a:cxn ang="T11">
                <a:pos x="T6" y="T7"/>
              </a:cxn>
            </a:cxnLst>
            <a:rect l="T12" t="T13" r="T14" b="T15"/>
            <a:pathLst>
              <a:path w="4721225" h="2009775">
                <a:moveTo>
                  <a:pt x="0" y="0"/>
                </a:moveTo>
                <a:lnTo>
                  <a:pt x="13115" y="0"/>
                </a:lnTo>
                <a:lnTo>
                  <a:pt x="13115" y="5584"/>
                </a:lnTo>
                <a:lnTo>
                  <a:pt x="0" y="5584"/>
                </a:lnTo>
                <a:lnTo>
                  <a:pt x="0" y="0"/>
                </a:lnTo>
                <a:close/>
              </a:path>
            </a:pathLst>
          </a:cu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dirty="0" err="1">
                <a:solidFill>
                  <a:srgbClr val="0000FF"/>
                </a:solidFill>
                <a:latin typeface="TTE1F17478t00" charset="0"/>
              </a:rPr>
              <a:t>library</a:t>
            </a:r>
            <a:r>
              <a:rPr lang="de-DE" altLang="en-US" dirty="0">
                <a:solidFill>
                  <a:srgbClr val="0000FF"/>
                </a:solidFill>
                <a:latin typeface="TTE1F17478t00" charset="0"/>
              </a:rPr>
              <a:t> </a:t>
            </a:r>
            <a:r>
              <a:rPr lang="de-DE" altLang="en-US" dirty="0" err="1">
                <a:latin typeface="TTE1F17478t00" charset="0"/>
              </a:rPr>
              <a:t>library_name</a:t>
            </a:r>
            <a:r>
              <a:rPr lang="de-DE" altLang="en-US" dirty="0">
                <a:latin typeface="TTE1F17478t00" charset="0"/>
              </a:rPr>
              <a:t>;</a:t>
            </a:r>
          </a:p>
          <a:p>
            <a:pPr eaLnBrk="1">
              <a:lnSpc>
                <a:spcPct val="100000"/>
              </a:lnSpc>
              <a:spcAft>
                <a:spcPct val="0"/>
              </a:spcAft>
            </a:pPr>
            <a:r>
              <a:rPr lang="de-DE" altLang="en-US" dirty="0" err="1">
                <a:solidFill>
                  <a:srgbClr val="0000FF"/>
                </a:solidFill>
                <a:latin typeface="TTE1F17478t00" charset="0"/>
              </a:rPr>
              <a:t>use</a:t>
            </a:r>
            <a:r>
              <a:rPr lang="de-DE" altLang="en-US" dirty="0">
                <a:solidFill>
                  <a:srgbClr val="0000FF"/>
                </a:solidFill>
                <a:latin typeface="TTE1F17478t00" charset="0"/>
              </a:rPr>
              <a:t> </a:t>
            </a:r>
            <a:r>
              <a:rPr lang="de-DE" altLang="en-US" dirty="0" err="1">
                <a:latin typeface="TTE1F17478t00" charset="0"/>
              </a:rPr>
              <a:t>library_name.package_name.</a:t>
            </a:r>
            <a:r>
              <a:rPr lang="de-DE" altLang="en-US" dirty="0" err="1">
                <a:solidFill>
                  <a:srgbClr val="0000FF"/>
                </a:solidFill>
                <a:latin typeface="TTE1F17478t00" charset="0"/>
              </a:rPr>
              <a:t>all</a:t>
            </a:r>
            <a:r>
              <a:rPr lang="de-DE" altLang="en-US" dirty="0">
                <a:latin typeface="TTE1F17478t00" charset="0"/>
              </a:rPr>
              <a:t>;  </a:t>
            </a:r>
            <a:endParaRPr lang="de-DE" altLang="en-US" dirty="0">
              <a:solidFill>
                <a:srgbClr val="0000FF"/>
              </a:solidFill>
              <a:latin typeface="TTE1F17478t00" charset="0"/>
            </a:endParaRPr>
          </a:p>
        </p:txBody>
      </p:sp>
      <p:sp>
        <p:nvSpPr>
          <p:cNvPr id="20487" name="Rectangle 1">
            <a:extLst>
              <a:ext uri="{FF2B5EF4-FFF2-40B4-BE49-F238E27FC236}">
                <a16:creationId xmlns:a16="http://schemas.microsoft.com/office/drawing/2014/main" id="{40872B2E-DAA2-6548-9526-1C7039A87EE0}"/>
              </a:ext>
            </a:extLst>
          </p:cNvPr>
          <p:cNvSpPr>
            <a:spLocks noChangeArrowheads="1"/>
          </p:cNvSpPr>
          <p:nvPr/>
        </p:nvSpPr>
        <p:spPr bwMode="auto">
          <a:xfrm>
            <a:off x="1600200" y="4724400"/>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DejaVu Sans" pitchFamily="34" charset="0"/>
                <a:cs typeface="DejaVu Sans" pitchFamily="34" charset="0"/>
              </a:defRPr>
            </a:lvl1pPr>
            <a:lvl2pPr>
              <a:defRPr>
                <a:solidFill>
                  <a:schemeClr val="tx1"/>
                </a:solidFill>
                <a:latin typeface="Arial" panose="020B0604020202020204" pitchFamily="34" charset="0"/>
                <a:ea typeface="DejaVu Sans" pitchFamily="34" charset="0"/>
                <a:cs typeface="DejaVu Sans" pitchFamily="34" charset="0"/>
              </a:defRPr>
            </a:lvl2pPr>
            <a:lvl3pPr>
              <a:defRPr>
                <a:solidFill>
                  <a:schemeClr val="tx1"/>
                </a:solidFill>
                <a:latin typeface="Arial" panose="020B0604020202020204" pitchFamily="34" charset="0"/>
                <a:ea typeface="DejaVu Sans" pitchFamily="34" charset="0"/>
                <a:cs typeface="DejaVu Sans" pitchFamily="34" charset="0"/>
              </a:defRPr>
            </a:lvl3pPr>
            <a:lvl4pPr>
              <a:defRPr>
                <a:solidFill>
                  <a:schemeClr val="tx1"/>
                </a:solidFill>
                <a:latin typeface="Arial" panose="020B0604020202020204" pitchFamily="34" charset="0"/>
                <a:ea typeface="DejaVu Sans" pitchFamily="34" charset="0"/>
                <a:cs typeface="DejaVu Sans" pitchFamily="34" charset="0"/>
              </a:defRPr>
            </a:lvl4pPr>
            <a:lvl5pPr>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9pPr>
          </a:lstStyle>
          <a:p>
            <a:pPr marL="0" lvl="1" indent="0"/>
            <a:r>
              <a:rPr lang="de-DE" altLang="en-US" b="1" dirty="0" err="1">
                <a:cs typeface="Arial" panose="020B0604020202020204" pitchFamily="34" charset="0"/>
              </a:rPr>
              <a:t>Example</a:t>
            </a:r>
            <a:endParaRPr lang="en-GB" altLang="en-US" dirty="0">
              <a:solidFill>
                <a:srgbClr val="0000FF"/>
              </a:solidFill>
              <a:cs typeface="Arial" panose="020B0604020202020204" pitchFamily="34" charset="0"/>
            </a:endParaRPr>
          </a:p>
          <a:p>
            <a:r>
              <a:rPr lang="en-GB" altLang="en-US" dirty="0">
                <a:solidFill>
                  <a:srgbClr val="0000FF"/>
                </a:solidFill>
                <a:cs typeface="Arial" panose="020B0604020202020204" pitchFamily="34" charset="0"/>
              </a:rPr>
              <a:t>library </a:t>
            </a:r>
            <a:r>
              <a:rPr lang="en-GB" altLang="en-US" dirty="0" err="1">
                <a:cs typeface="Arial" panose="020B0604020202020204" pitchFamily="34" charset="0"/>
              </a:rPr>
              <a:t>ieee</a:t>
            </a:r>
            <a:r>
              <a:rPr lang="en-GB" altLang="en-US" dirty="0">
                <a:cs typeface="Arial" panose="020B0604020202020204" pitchFamily="34" charset="0"/>
              </a:rPr>
              <a:t>;</a:t>
            </a:r>
          </a:p>
          <a:p>
            <a:r>
              <a:rPr lang="en-US" altLang="en-US" dirty="0">
                <a:solidFill>
                  <a:srgbClr val="0000FF"/>
                </a:solidFill>
                <a:cs typeface="Arial" panose="020B0604020202020204" pitchFamily="34" charset="0"/>
              </a:rPr>
              <a:t>use</a:t>
            </a:r>
            <a:r>
              <a:rPr lang="en-US" altLang="en-US" dirty="0">
                <a:cs typeface="Arial" panose="020B0604020202020204" pitchFamily="34" charset="0"/>
              </a:rPr>
              <a:t> </a:t>
            </a:r>
            <a:r>
              <a:rPr lang="en-GB" altLang="en-US" dirty="0" err="1">
                <a:cs typeface="Arial" panose="020B0604020202020204" pitchFamily="34" charset="0"/>
              </a:rPr>
              <a:t>ieee</a:t>
            </a:r>
            <a:r>
              <a:rPr lang="en-GB" altLang="en-US" dirty="0">
                <a:cs typeface="Arial" panose="020B0604020202020204" pitchFamily="34" charset="0"/>
              </a:rPr>
              <a:t>.</a:t>
            </a:r>
            <a:r>
              <a:rPr lang="en-US" altLang="en-US" dirty="0">
                <a:solidFill>
                  <a:srgbClr val="FF33CC"/>
                </a:solidFill>
                <a:cs typeface="Arial" panose="020B0604020202020204" pitchFamily="34" charset="0"/>
              </a:rPr>
              <a:t>std_logic_1164.</a:t>
            </a:r>
            <a:r>
              <a:rPr lang="en-US" altLang="en-US" dirty="0">
                <a:solidFill>
                  <a:srgbClr val="0000FF"/>
                </a:solidFill>
                <a:cs typeface="Arial" panose="020B0604020202020204" pitchFamily="34" charset="0"/>
              </a:rPr>
              <a:t>all</a:t>
            </a:r>
            <a:r>
              <a:rPr lang="en-US" altLang="en-US" dirty="0">
                <a:cs typeface="Arial" panose="020B0604020202020204" pitchFamily="34" charset="0"/>
              </a:rPr>
              <a:t>;</a:t>
            </a:r>
          </a:p>
          <a:p>
            <a:r>
              <a:rPr lang="de-DE" altLang="en-US" dirty="0" err="1">
                <a:solidFill>
                  <a:srgbClr val="0000FF"/>
                </a:solidFill>
                <a:cs typeface="Arial" panose="020B0604020202020204" pitchFamily="34" charset="0"/>
              </a:rPr>
              <a:t>use</a:t>
            </a:r>
            <a:r>
              <a:rPr lang="de-DE" altLang="en-US" dirty="0">
                <a:solidFill>
                  <a:srgbClr val="0000FF"/>
                </a:solidFill>
                <a:cs typeface="Arial" panose="020B0604020202020204" pitchFamily="34" charset="0"/>
              </a:rPr>
              <a:t> </a:t>
            </a:r>
            <a:r>
              <a:rPr lang="de-DE" altLang="en-US" dirty="0" err="1">
                <a:cs typeface="Arial" panose="020B0604020202020204" pitchFamily="34" charset="0"/>
              </a:rPr>
              <a:t>WORK.filt_cmp.</a:t>
            </a:r>
            <a:r>
              <a:rPr lang="de-DE" altLang="en-US" dirty="0" err="1">
                <a:solidFill>
                  <a:srgbClr val="0000FF"/>
                </a:solidFill>
                <a:cs typeface="Arial" panose="020B0604020202020204" pitchFamily="34" charset="0"/>
              </a:rPr>
              <a:t>all</a:t>
            </a:r>
            <a:r>
              <a:rPr lang="de-DE" altLang="en-US" dirty="0">
                <a:solidFill>
                  <a:srgbClr val="0000FF"/>
                </a:solidFill>
                <a:cs typeface="Arial" panose="020B0604020202020204" pitchFamily="34" charset="0"/>
              </a:rPr>
              <a:t>;</a:t>
            </a:r>
          </a:p>
        </p:txBody>
      </p:sp>
      <p:sp>
        <p:nvSpPr>
          <p:cNvPr id="2" name="Oval 1">
            <a:extLst>
              <a:ext uri="{FF2B5EF4-FFF2-40B4-BE49-F238E27FC236}">
                <a16:creationId xmlns:a16="http://schemas.microsoft.com/office/drawing/2014/main" id="{67C5ADEF-CE4B-F84D-B7A6-B81CBFDCE51B}"/>
              </a:ext>
            </a:extLst>
          </p:cNvPr>
          <p:cNvSpPr>
            <a:spLocks noChangeArrowheads="1"/>
          </p:cNvSpPr>
          <p:nvPr/>
        </p:nvSpPr>
        <p:spPr bwMode="auto">
          <a:xfrm>
            <a:off x="2819400" y="5562600"/>
            <a:ext cx="914400" cy="381000"/>
          </a:xfrm>
          <a:prstGeom prst="ellipse">
            <a:avLst/>
          </a:prstGeom>
          <a:noFill/>
          <a:ln w="222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eaLnBrk="1">
              <a:lnSpc>
                <a:spcPct val="93000"/>
              </a:lnSpc>
              <a:buClr>
                <a:srgbClr val="000000"/>
              </a:buClr>
              <a:buSzPct val="100000"/>
              <a:buFont typeface="Times New Roman" panose="02020603050405020304" pitchFamily="18" charset="0"/>
              <a:buNone/>
            </a:pPr>
            <a:endParaRPr lang="en-US" altLang="en-US"/>
          </a:p>
        </p:txBody>
      </p:sp>
      <p:cxnSp>
        <p:nvCxnSpPr>
          <p:cNvPr id="11" name="Straight Arrow Connector 10">
            <a:extLst>
              <a:ext uri="{FF2B5EF4-FFF2-40B4-BE49-F238E27FC236}">
                <a16:creationId xmlns:a16="http://schemas.microsoft.com/office/drawing/2014/main" id="{495A856D-8F14-9E49-9362-ACA2E98C13F5}"/>
              </a:ext>
            </a:extLst>
          </p:cNvPr>
          <p:cNvCxnSpPr>
            <a:cxnSpLocks noChangeShapeType="1"/>
          </p:cNvCxnSpPr>
          <p:nvPr/>
        </p:nvCxnSpPr>
        <p:spPr bwMode="auto">
          <a:xfrm flipV="1">
            <a:off x="3681413" y="5776913"/>
            <a:ext cx="1958975" cy="4762"/>
          </a:xfrm>
          <a:prstGeom prst="straightConnector1">
            <a:avLst/>
          </a:prstGeom>
          <a:noFill/>
          <a:ln w="28575" algn="ctr">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490" name="TextBox 6">
            <a:extLst>
              <a:ext uri="{FF2B5EF4-FFF2-40B4-BE49-F238E27FC236}">
                <a16:creationId xmlns:a16="http://schemas.microsoft.com/office/drawing/2014/main" id="{0984E06A-BAE6-AC4B-B735-6504B8847E0F}"/>
              </a:ext>
            </a:extLst>
          </p:cNvPr>
          <p:cNvSpPr txBox="1">
            <a:spLocks noChangeArrowheads="1"/>
          </p:cNvSpPr>
          <p:nvPr/>
        </p:nvSpPr>
        <p:spPr bwMode="auto">
          <a:xfrm>
            <a:off x="5638800" y="5562600"/>
            <a:ext cx="2590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GB" altLang="en-US"/>
              <a:t>User-defined package</a:t>
            </a:r>
          </a:p>
        </p:txBody>
      </p:sp>
      <p:sp>
        <p:nvSpPr>
          <p:cNvPr id="17" name="Oval 16">
            <a:extLst>
              <a:ext uri="{FF2B5EF4-FFF2-40B4-BE49-F238E27FC236}">
                <a16:creationId xmlns:a16="http://schemas.microsoft.com/office/drawing/2014/main" id="{88018173-DBEB-4B4D-9976-F7A319181651}"/>
              </a:ext>
            </a:extLst>
          </p:cNvPr>
          <p:cNvSpPr>
            <a:spLocks noChangeArrowheads="1"/>
          </p:cNvSpPr>
          <p:nvPr/>
        </p:nvSpPr>
        <p:spPr bwMode="auto">
          <a:xfrm>
            <a:off x="2590800" y="5257800"/>
            <a:ext cx="1600200" cy="457200"/>
          </a:xfrm>
          <a:prstGeom prst="ellipse">
            <a:avLst/>
          </a:prstGeom>
          <a:noFill/>
          <a:ln w="222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eaLnBrk="1">
              <a:lnSpc>
                <a:spcPct val="93000"/>
              </a:lnSpc>
              <a:buClr>
                <a:srgbClr val="000000"/>
              </a:buClr>
              <a:buSzPct val="100000"/>
              <a:buFont typeface="Times New Roman" panose="02020603050405020304" pitchFamily="18" charset="0"/>
              <a:buNone/>
            </a:pPr>
            <a:endParaRPr lang="en-US" altLang="en-US"/>
          </a:p>
        </p:txBody>
      </p:sp>
      <p:cxnSp>
        <p:nvCxnSpPr>
          <p:cNvPr id="18" name="Straight Arrow Connector 17">
            <a:extLst>
              <a:ext uri="{FF2B5EF4-FFF2-40B4-BE49-F238E27FC236}">
                <a16:creationId xmlns:a16="http://schemas.microsoft.com/office/drawing/2014/main" id="{D23E59B5-47F4-6541-A3E2-00913EF47C61}"/>
              </a:ext>
            </a:extLst>
          </p:cNvPr>
          <p:cNvCxnSpPr>
            <a:cxnSpLocks noChangeShapeType="1"/>
          </p:cNvCxnSpPr>
          <p:nvPr/>
        </p:nvCxnSpPr>
        <p:spPr bwMode="auto">
          <a:xfrm flipV="1">
            <a:off x="4132263" y="4708525"/>
            <a:ext cx="1273175" cy="723900"/>
          </a:xfrm>
          <a:prstGeom prst="straightConnector1">
            <a:avLst/>
          </a:prstGeom>
          <a:noFill/>
          <a:ln w="28575" algn="ctr">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493" name="TextBox 19">
            <a:extLst>
              <a:ext uri="{FF2B5EF4-FFF2-40B4-BE49-F238E27FC236}">
                <a16:creationId xmlns:a16="http://schemas.microsoft.com/office/drawing/2014/main" id="{1F41F42D-FCEF-4044-8E4E-D7C93F940FC4}"/>
              </a:ext>
            </a:extLst>
          </p:cNvPr>
          <p:cNvSpPr txBox="1">
            <a:spLocks noChangeArrowheads="1"/>
          </p:cNvSpPr>
          <p:nvPr/>
        </p:nvSpPr>
        <p:spPr bwMode="auto">
          <a:xfrm>
            <a:off x="4953000" y="4354513"/>
            <a:ext cx="2590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GB" altLang="en-US"/>
              <a:t>Pre-defined package</a:t>
            </a:r>
          </a:p>
        </p:txBody>
      </p:sp>
      <p:sp>
        <p:nvSpPr>
          <p:cNvPr id="21" name="Rectangle 20">
            <a:extLst>
              <a:ext uri="{FF2B5EF4-FFF2-40B4-BE49-F238E27FC236}">
                <a16:creationId xmlns:a16="http://schemas.microsoft.com/office/drawing/2014/main" id="{3676C530-FEB2-CA42-8577-808EDAED9F42}"/>
              </a:ext>
            </a:extLst>
          </p:cNvPr>
          <p:cNvSpPr/>
          <p:nvPr/>
        </p:nvSpPr>
        <p:spPr bwMode="auto">
          <a:xfrm>
            <a:off x="1604963" y="4689475"/>
            <a:ext cx="3500437" cy="1330325"/>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lstStyle/>
          <a:p>
            <a:pPr eaLnBrk="1">
              <a:lnSpc>
                <a:spcPct val="93000"/>
              </a:lnSpc>
              <a:buClr>
                <a:srgbClr val="000000"/>
              </a:buClr>
              <a:buSzPct val="100000"/>
              <a:buFont typeface="Times New Roman" pitchFamily="16" charset="0"/>
              <a:buNone/>
              <a:defRPr/>
            </a:pPr>
            <a:endParaRPr lang="en-GB">
              <a:latin typeface="Arial" charset="0"/>
              <a:ea typeface="+mn-ea"/>
            </a:endParaRPr>
          </a:p>
        </p:txBody>
      </p:sp>
    </p:spTree>
    <p:custDataLst>
      <p:tags r:id="rId1"/>
    </p:custDataLst>
  </p:cSld>
  <p:clrMapOvr>
    <a:masterClrMapping/>
  </p:clrMapOvr>
  <p:transition spd="med" advTm="4863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par>
                                <p:cTn id="8" presetID="22" presetClass="entr" presetSubtype="8"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left)">
                                      <p:cBhvr>
                                        <p:cTn id="10" dur="500"/>
                                        <p:tgtEl>
                                          <p:spTgt spid="1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par>
                                <p:cTn id="16" presetID="22" presetClass="entr" presetSubtype="8"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AutoShape 1">
            <a:extLst>
              <a:ext uri="{FF2B5EF4-FFF2-40B4-BE49-F238E27FC236}">
                <a16:creationId xmlns:a16="http://schemas.microsoft.com/office/drawing/2014/main" id="{B9722335-5403-BB4B-9D1A-97D59E42B7EE}"/>
              </a:ext>
            </a:extLst>
          </p:cNvPr>
          <p:cNvSpPr>
            <a:spLocks noChangeArrowheads="1"/>
          </p:cNvSpPr>
          <p:nvPr/>
        </p:nvSpPr>
        <p:spPr bwMode="auto">
          <a:xfrm>
            <a:off x="460375" y="1908175"/>
            <a:ext cx="8223250" cy="3959225"/>
          </a:xfrm>
          <a:custGeom>
            <a:avLst/>
            <a:gdLst>
              <a:gd name="G0" fmla="*/ 22842 1 2"/>
              <a:gd name="G1" fmla="*/ 10998 1 2"/>
              <a:gd name="G2" fmla="+- 10998 0 0"/>
              <a:gd name="G3" fmla="+- 22842 0 0"/>
            </a:gdLst>
            <a:ahLst/>
            <a:cxnLst>
              <a:cxn ang="0">
                <a:pos x="r" y="vc"/>
              </a:cxn>
              <a:cxn ang="5400000">
                <a:pos x="hc" y="b"/>
              </a:cxn>
              <a:cxn ang="10800000">
                <a:pos x="l" y="vc"/>
              </a:cxn>
              <a:cxn ang="16200000">
                <a:pos x="hc" y="t"/>
              </a:cxn>
            </a:cxnLst>
            <a:rect l="0" t="0" r="0" b="0"/>
            <a:pathLst>
              <a:path>
                <a:moveTo>
                  <a:pt x="0" y="0"/>
                </a:moveTo>
                <a:lnTo>
                  <a:pt x="22842" y="0"/>
                </a:lnTo>
                <a:lnTo>
                  <a:pt x="22842" y="10998"/>
                </a:lnTo>
                <a:lnTo>
                  <a:pt x="0" y="10998"/>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mn-lt"/>
                <a:ea typeface="+mn-ea"/>
                <a:cs typeface="+mn-cs"/>
              </a:rPr>
              <a:t>LIBRARY STD</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mn-lt"/>
                <a:ea typeface="+mn-ea"/>
                <a:cs typeface="DejaVu Sans" charset="0"/>
              </a:rPr>
              <a:t>P</a:t>
            </a:r>
            <a:r>
              <a:rPr lang="de-DE" dirty="0">
                <a:latin typeface="+mn-lt"/>
                <a:ea typeface="+mn-ea"/>
                <a:cs typeface="+mn-cs"/>
              </a:rPr>
              <a:t>ackage</a:t>
            </a:r>
            <a:r>
              <a:rPr lang="de-DE" b="1" dirty="0">
                <a:solidFill>
                  <a:srgbClr val="000000"/>
                </a:solidFill>
                <a:latin typeface="TTE1F17478t00"/>
                <a:ea typeface="+mn-ea"/>
                <a:cs typeface="DejaVu Sans" charset="0"/>
              </a:rPr>
              <a:t> STANDARD</a:t>
            </a:r>
            <a:r>
              <a:rPr lang="de-DE" dirty="0">
                <a:solidFill>
                  <a:srgbClr val="000000"/>
                </a:solidFill>
                <a:latin typeface="+mn-lt"/>
                <a:ea typeface="+mn-ea"/>
                <a:cs typeface="DejaVu Sans" charset="0"/>
              </a:rPr>
              <a:t>-Data types: </a:t>
            </a:r>
          </a:p>
          <a:p>
            <a:pPr marL="1619250" lvl="2"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Pre-defined data types (</a:t>
            </a:r>
            <a:r>
              <a:rPr lang="de-DE" dirty="0">
                <a:solidFill>
                  <a:srgbClr val="000000"/>
                </a:solidFill>
                <a:ea typeface="+mn-ea"/>
                <a:cs typeface="DejaVu Sans" charset="0"/>
              </a:rPr>
              <a:t>BIT, INTEGER, Boolean, ...)</a:t>
            </a:r>
            <a:endParaRPr lang="de-DE" dirty="0">
              <a:solidFill>
                <a:srgbClr val="000000"/>
              </a:solidFill>
              <a:latin typeface="TTE1F17478t00"/>
              <a:ea typeface="+mn-ea"/>
              <a:cs typeface="DejaVu Sans" charset="0"/>
            </a:endParaRPr>
          </a:p>
          <a:p>
            <a:pPr marL="1619250" lvl="2"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Operator functions to support pre-defined data types</a:t>
            </a:r>
          </a:p>
          <a:p>
            <a:pPr marL="1619250" lvl="2"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altLang="en-US" dirty="0">
                <a:latin typeface="TTE1F17478t00" charset="0"/>
                <a:ea typeface="+mn-ea"/>
              </a:rPr>
              <a:t>visible by default</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mn-lt"/>
                <a:ea typeface="+mn-ea"/>
                <a:cs typeface="+mn-cs"/>
              </a:rPr>
              <a:t>Package</a:t>
            </a:r>
            <a:r>
              <a:rPr lang="de-DE" b="1" dirty="0">
                <a:solidFill>
                  <a:srgbClr val="000000"/>
                </a:solidFill>
                <a:latin typeface="TTE1F17478t00"/>
                <a:ea typeface="+mn-ea"/>
                <a:cs typeface="DejaVu Sans" charset="0"/>
              </a:rPr>
              <a:t> TEXTIO</a:t>
            </a:r>
          </a:p>
          <a:p>
            <a:pPr marL="1619250" lvl="2"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File operations</a:t>
            </a:r>
          </a:p>
          <a:p>
            <a:pPr marL="266700" lvl="1" indent="-266700" eaLnBrk="1">
              <a:spcAft>
                <a:spcPts val="725"/>
              </a:spcAft>
              <a:buClr>
                <a:srgbClr val="00B050"/>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b="1" dirty="0">
              <a:solidFill>
                <a:srgbClr val="000000"/>
              </a:solidFill>
              <a:latin typeface="Frutiger LT Com 55 Roman" pitchFamily="1" charset="0"/>
              <a:ea typeface="+mn-ea"/>
              <a:cs typeface="DejaVu Sans" charset="0"/>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dirty="0">
              <a:solidFill>
                <a:srgbClr val="000000"/>
              </a:solidFill>
              <a:latin typeface="Frutiger LT Com 55 Roman" pitchFamily="1" charset="0"/>
              <a:ea typeface="+mn-ea"/>
              <a:cs typeface="DejaVu Sans" charset="0"/>
            </a:endParaRPr>
          </a:p>
        </p:txBody>
      </p:sp>
      <p:sp>
        <p:nvSpPr>
          <p:cNvPr id="21507" name="AutoShape 2">
            <a:extLst>
              <a:ext uri="{FF2B5EF4-FFF2-40B4-BE49-F238E27FC236}">
                <a16:creationId xmlns:a16="http://schemas.microsoft.com/office/drawing/2014/main" id="{36D12CE9-17DC-A948-959D-BB9B8AE13097}"/>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STD Library</a:t>
            </a:r>
          </a:p>
        </p:txBody>
      </p:sp>
      <p:sp>
        <p:nvSpPr>
          <p:cNvPr id="21508" name="Text Box 3">
            <a:extLst>
              <a:ext uri="{FF2B5EF4-FFF2-40B4-BE49-F238E27FC236}">
                <a16:creationId xmlns:a16="http://schemas.microsoft.com/office/drawing/2014/main" id="{E49ED770-B694-A945-9518-CA517383EC88}"/>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fld id="{0DABBA76-CDAF-3942-A010-EB4800C01D6B}" type="slidenum">
              <a:rPr lang="de-DE" altLang="en-US" sz="1200">
                <a:solidFill>
                  <a:srgbClr val="B2B2B2"/>
                </a:solidFill>
              </a:rPr>
              <a:pPr algn="ctr" eaLnBrk="1">
                <a:lnSpc>
                  <a:spcPct val="100000"/>
                </a:lnSpc>
                <a:spcAft>
                  <a:spcPct val="0"/>
                </a:spcAft>
              </a:pPr>
              <a:t>18</a:t>
            </a:fld>
            <a:endParaRPr lang="de-DE" altLang="en-US" sz="1200">
              <a:solidFill>
                <a:srgbClr val="B2B2B2"/>
              </a:solidFill>
            </a:endParaRPr>
          </a:p>
        </p:txBody>
      </p:sp>
    </p:spTree>
  </p:cSld>
  <p:clrMapOvr>
    <a:masterClrMapping/>
  </p:clrMapOvr>
  <p:transition spd="med" advTm="31952"/>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a:extLst>
              <a:ext uri="{FF2B5EF4-FFF2-40B4-BE49-F238E27FC236}">
                <a16:creationId xmlns:a16="http://schemas.microsoft.com/office/drawing/2014/main" id="{18857CD7-6A74-F44C-B606-21293C476D2A}"/>
              </a:ext>
            </a:extLst>
          </p:cNvPr>
          <p:cNvSpPr>
            <a:spLocks noChangeArrowheads="1"/>
          </p:cNvSpPr>
          <p:nvPr/>
        </p:nvSpPr>
        <p:spPr bwMode="auto">
          <a:xfrm>
            <a:off x="460375" y="1908175"/>
            <a:ext cx="8223250" cy="3959225"/>
          </a:xfrm>
          <a:custGeom>
            <a:avLst/>
            <a:gdLst>
              <a:gd name="G0" fmla="*/ 22842 1 2"/>
              <a:gd name="G1" fmla="*/ 10998 1 2"/>
              <a:gd name="G2" fmla="+- 10998 0 0"/>
              <a:gd name="G3" fmla="+- 22842 0 0"/>
            </a:gdLst>
            <a:ahLst/>
            <a:cxnLst>
              <a:cxn ang="0">
                <a:pos x="r" y="vc"/>
              </a:cxn>
              <a:cxn ang="5400000">
                <a:pos x="hc" y="b"/>
              </a:cxn>
              <a:cxn ang="10800000">
                <a:pos x="l" y="vc"/>
              </a:cxn>
              <a:cxn ang="16200000">
                <a:pos x="hc" y="t"/>
              </a:cxn>
            </a:cxnLst>
            <a:rect l="0" t="0" r="0" b="0"/>
            <a:pathLst>
              <a:path>
                <a:moveTo>
                  <a:pt x="0" y="0"/>
                </a:moveTo>
                <a:lnTo>
                  <a:pt x="22842" y="0"/>
                </a:lnTo>
                <a:lnTo>
                  <a:pt x="22842" y="10998"/>
                </a:lnTo>
                <a:lnTo>
                  <a:pt x="0" y="10998"/>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266700" lvl="1" indent="-266700">
              <a:spcAft>
                <a:spcPts val="725"/>
              </a:spcAft>
              <a:buClr>
                <a:srgbClr val="00B050"/>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Type BIT</a:t>
            </a:r>
          </a:p>
          <a:p>
            <a:pPr marL="1219200" lvl="1" indent="-233363" hangingPunct="1">
              <a:spcAft>
                <a:spcPts val="725"/>
              </a:spcAft>
              <a:buClr>
                <a:srgbClr val="A8AFAF"/>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Two logic values '0', '1'</a:t>
            </a: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FF"/>
                </a:solidFill>
                <a:latin typeface="TTE1F17478t00" charset="0"/>
                <a:ea typeface="+mn-ea"/>
              </a:rPr>
              <a:t>    </a:t>
            </a: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FF"/>
              </a:solidFill>
              <a:latin typeface="TTE1F17478t00" charset="0"/>
              <a:ea typeface="+mn-ea"/>
              <a:cs typeface="DejaVu Sans" charset="0"/>
            </a:endParaRP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TTE1F17478t00"/>
              <a:ea typeface="+mn-ea"/>
              <a:cs typeface="DejaVu Sans" charset="0"/>
            </a:endParaRPr>
          </a:p>
          <a:p>
            <a:pPr marL="1219200" lvl="1" indent="-233363" hangingPunct="1">
              <a:spcAft>
                <a:spcPts val="725"/>
              </a:spcAft>
              <a:buClr>
                <a:srgbClr val="A8AFAF"/>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Bit_vector array of bits</a:t>
            </a:r>
          </a:p>
          <a:p>
            <a:pPr marL="985837" lvl="1" indent="0" hangingPunct="1">
              <a:spcAft>
                <a:spcPts val="725"/>
              </a:spcAft>
              <a:buClr>
                <a:srgbClr val="A8AFAF"/>
              </a:buCl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    </a:t>
            </a:r>
            <a:r>
              <a:rPr lang="de-DE" dirty="0">
                <a:solidFill>
                  <a:srgbClr val="0000FF"/>
                </a:solidFill>
                <a:latin typeface="TTE1F17478t00" charset="0"/>
                <a:ea typeface="+mn-ea"/>
              </a:rPr>
              <a:t>signal</a:t>
            </a:r>
            <a:r>
              <a:rPr lang="de-DE" dirty="0">
                <a:solidFill>
                  <a:srgbClr val="000000"/>
                </a:solidFill>
                <a:latin typeface="TTE1F17478t00"/>
                <a:ea typeface="+mn-ea"/>
                <a:cs typeface="DejaVu Sans" charset="0"/>
              </a:rPr>
              <a:t> temp: </a:t>
            </a:r>
            <a:r>
              <a:rPr lang="de-DE" dirty="0">
                <a:solidFill>
                  <a:srgbClr val="FF00FF"/>
                </a:solidFill>
                <a:latin typeface="TTE1F17478t00" charset="0"/>
                <a:ea typeface="+mn-ea"/>
              </a:rPr>
              <a:t>BIT_VECTOR</a:t>
            </a:r>
            <a:r>
              <a:rPr lang="de-DE" dirty="0">
                <a:solidFill>
                  <a:srgbClr val="000000"/>
                </a:solidFill>
                <a:latin typeface="TTE1F17478t00"/>
                <a:ea typeface="+mn-ea"/>
                <a:cs typeface="DejaVu Sans" charset="0"/>
              </a:rPr>
              <a:t> (3 </a:t>
            </a:r>
            <a:r>
              <a:rPr lang="de-DE" dirty="0">
                <a:solidFill>
                  <a:srgbClr val="0000FF"/>
                </a:solidFill>
                <a:latin typeface="TTE1F17478t00" charset="0"/>
                <a:ea typeface="+mn-ea"/>
              </a:rPr>
              <a:t>downto</a:t>
            </a:r>
            <a:r>
              <a:rPr lang="de-DE" dirty="0">
                <a:solidFill>
                  <a:srgbClr val="000000"/>
                </a:solidFill>
                <a:latin typeface="TTE1F17478t00"/>
                <a:ea typeface="+mn-ea"/>
                <a:cs typeface="DejaVu Sans" charset="0"/>
              </a:rPr>
              <a:t> 0);</a:t>
            </a: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FF"/>
                </a:solidFill>
                <a:latin typeface="TTE1F17478t00" charset="0"/>
                <a:ea typeface="+mn-ea"/>
              </a:rPr>
              <a:t>    signal</a:t>
            </a:r>
            <a:r>
              <a:rPr lang="de-DE" dirty="0">
                <a:solidFill>
                  <a:srgbClr val="000000"/>
                </a:solidFill>
                <a:latin typeface="TTE1F17478t00"/>
                <a:ea typeface="+mn-ea"/>
                <a:cs typeface="DejaVu Sans" charset="0"/>
              </a:rPr>
              <a:t> temp: </a:t>
            </a:r>
            <a:r>
              <a:rPr lang="de-DE" dirty="0">
                <a:solidFill>
                  <a:srgbClr val="FF00FF"/>
                </a:solidFill>
                <a:latin typeface="TTE1F17478t00" charset="0"/>
                <a:ea typeface="+mn-ea"/>
              </a:rPr>
              <a:t>BIT_VECTOR</a:t>
            </a:r>
            <a:r>
              <a:rPr lang="de-DE" dirty="0">
                <a:solidFill>
                  <a:srgbClr val="000000"/>
                </a:solidFill>
                <a:latin typeface="TTE1F17478t00"/>
                <a:ea typeface="+mn-ea"/>
                <a:cs typeface="DejaVu Sans" charset="0"/>
              </a:rPr>
              <a:t> (0 </a:t>
            </a:r>
            <a:r>
              <a:rPr lang="de-DE" dirty="0">
                <a:solidFill>
                  <a:srgbClr val="0000FF"/>
                </a:solidFill>
                <a:latin typeface="TTE1F17478t00" charset="0"/>
                <a:ea typeface="+mn-ea"/>
              </a:rPr>
              <a:t>to</a:t>
            </a:r>
            <a:r>
              <a:rPr lang="de-DE" dirty="0">
                <a:solidFill>
                  <a:srgbClr val="000000"/>
                </a:solidFill>
                <a:latin typeface="TTE1F17478t00"/>
                <a:ea typeface="+mn-ea"/>
                <a:cs typeface="DejaVu Sans" charset="0"/>
              </a:rPr>
              <a:t> 3);</a:t>
            </a:r>
          </a:p>
          <a:p>
            <a:pPr marL="1219200" lvl="1" indent="-233363" hangingPunct="1">
              <a:spcAft>
                <a:spcPts val="725"/>
              </a:spcAft>
              <a:buClr>
                <a:srgbClr val="A8AFAF"/>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Each element of the bus can be accessed</a:t>
            </a: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TTE1F17478t00"/>
              <a:ea typeface="+mn-ea"/>
              <a:cs typeface="DejaVu Sans" charset="0"/>
            </a:endParaRP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TTE1F17478t00"/>
              <a:ea typeface="+mn-ea"/>
              <a:cs typeface="DejaVu Sans" charset="0"/>
            </a:endParaRP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FF"/>
                </a:solidFill>
                <a:latin typeface="TTE1F17478t00" charset="0"/>
                <a:ea typeface="+mn-ea"/>
              </a:rPr>
              <a:t>    </a:t>
            </a:r>
            <a:endParaRPr lang="de-DE" dirty="0">
              <a:solidFill>
                <a:srgbClr val="000000"/>
              </a:solidFill>
              <a:latin typeface="TTE1F17478t00"/>
              <a:ea typeface="+mn-ea"/>
              <a:cs typeface="DejaVu Sans" charset="0"/>
            </a:endParaRP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431800" lvl="1" indent="-215900">
              <a:spcAft>
                <a:spcPts val="725"/>
              </a:spcAft>
              <a:buSzPct val="45000"/>
              <a:buFont typeface="StarSymbol" charset="0"/>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Frutiger LT Com 55 Roman" pitchFamily="1" charset="0"/>
                <a:ea typeface="+mn-ea"/>
                <a:cs typeface="DejaVu Sans" charset="0"/>
              </a:rPr>
              <a:t>         </a:t>
            </a: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b="1" dirty="0">
              <a:solidFill>
                <a:srgbClr val="000000"/>
              </a:solidFill>
              <a:latin typeface="Frutiger LT Com 55 Roman" pitchFamily="1" charset="0"/>
              <a:ea typeface="+mn-ea"/>
              <a:cs typeface="DejaVu Sans" charset="0"/>
            </a:endParaRP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266700" lvl="1" indent="-266700">
              <a:spcAft>
                <a:spcPts val="725"/>
              </a:spcAft>
              <a:buClr>
                <a:srgbClr val="00B050"/>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b="1" dirty="0">
              <a:solidFill>
                <a:srgbClr val="000000"/>
              </a:solidFill>
              <a:latin typeface="Frutiger LT Com 55 Roman" pitchFamily="1" charset="0"/>
              <a:ea typeface="+mn-ea"/>
              <a:cs typeface="DejaVu Sans" charset="0"/>
            </a:endParaRP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dirty="0">
              <a:solidFill>
                <a:srgbClr val="000000"/>
              </a:solidFill>
              <a:latin typeface="Frutiger LT Com 55 Roman" pitchFamily="1" charset="0"/>
              <a:ea typeface="+mn-ea"/>
              <a:cs typeface="DejaVu Sans" charset="0"/>
            </a:endParaRPr>
          </a:p>
        </p:txBody>
      </p:sp>
      <p:sp>
        <p:nvSpPr>
          <p:cNvPr id="22531" name="Rectangle 73">
            <a:extLst>
              <a:ext uri="{FF2B5EF4-FFF2-40B4-BE49-F238E27FC236}">
                <a16:creationId xmlns:a16="http://schemas.microsoft.com/office/drawing/2014/main" id="{D2ED6BD6-6ACD-174F-AD67-A04423E062EE}"/>
              </a:ext>
            </a:extLst>
          </p:cNvPr>
          <p:cNvSpPr>
            <a:spLocks noChangeArrowheads="1"/>
          </p:cNvSpPr>
          <p:nvPr/>
        </p:nvSpPr>
        <p:spPr bwMode="auto">
          <a:xfrm>
            <a:off x="1524000" y="2627313"/>
            <a:ext cx="3698875" cy="496887"/>
          </a:xfrm>
          <a:prstGeom prst="rect">
            <a:avLst/>
          </a:prstGeom>
          <a:solidFill>
            <a:srgbClr val="D4E0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30721" name="AutoShape 1">
            <a:extLst>
              <a:ext uri="{FF2B5EF4-FFF2-40B4-BE49-F238E27FC236}">
                <a16:creationId xmlns:a16="http://schemas.microsoft.com/office/drawing/2014/main" id="{09561362-A365-6B42-86EA-ECEC5B262A49}"/>
              </a:ext>
            </a:extLst>
          </p:cNvPr>
          <p:cNvSpPr>
            <a:spLocks noChangeArrowheads="1"/>
          </p:cNvSpPr>
          <p:nvPr/>
        </p:nvSpPr>
        <p:spPr bwMode="auto">
          <a:xfrm>
            <a:off x="460375" y="1906588"/>
            <a:ext cx="8223250" cy="3959225"/>
          </a:xfrm>
          <a:custGeom>
            <a:avLst/>
            <a:gdLst>
              <a:gd name="G0" fmla="*/ 22842 1 2"/>
              <a:gd name="G1" fmla="*/ 10998 1 2"/>
              <a:gd name="G2" fmla="+- 10998 0 0"/>
              <a:gd name="G3" fmla="+- 22842 0 0"/>
            </a:gdLst>
            <a:ahLst/>
            <a:cxnLst>
              <a:cxn ang="0">
                <a:pos x="r" y="vc"/>
              </a:cxn>
              <a:cxn ang="5400000">
                <a:pos x="hc" y="b"/>
              </a:cxn>
              <a:cxn ang="10800000">
                <a:pos x="l" y="vc"/>
              </a:cxn>
              <a:cxn ang="16200000">
                <a:pos x="hc" y="t"/>
              </a:cxn>
            </a:cxnLst>
            <a:rect l="0" t="0" r="0" b="0"/>
            <a:pathLst>
              <a:path>
                <a:moveTo>
                  <a:pt x="0" y="0"/>
                </a:moveTo>
                <a:lnTo>
                  <a:pt x="22842" y="0"/>
                </a:lnTo>
                <a:lnTo>
                  <a:pt x="22842" y="10998"/>
                </a:lnTo>
                <a:lnTo>
                  <a:pt x="0" y="10998"/>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spcAft>
                <a:spcPts val="725"/>
              </a:spcAft>
              <a:buFont typeface="Times New Roman" pitchFamily="16" charset="0"/>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sz="2000">
                <a:solidFill>
                  <a:srgbClr val="000000"/>
                </a:solidFill>
                <a:latin typeface="Frutiger LT Com 55 Roman" pitchFamily="1" charset="0"/>
                <a:ea typeface="+mn-ea"/>
                <a:cs typeface="DejaVu Sans" charset="0"/>
              </a:rPr>
              <a:t> </a:t>
            </a:r>
          </a:p>
          <a:p>
            <a:pPr marL="266700" lvl="1" indent="-266700">
              <a:spcAft>
                <a:spcPts val="725"/>
              </a:spcAft>
              <a:buClr>
                <a:srgbClr val="00B050"/>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b="1">
              <a:solidFill>
                <a:srgbClr val="000000"/>
              </a:solidFill>
              <a:latin typeface="Frutiger LT Com 55 Roman" pitchFamily="1" charset="0"/>
              <a:ea typeface="+mn-ea"/>
              <a:cs typeface="DejaVu Sans" charset="0"/>
            </a:endParaRP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a:solidFill>
                <a:srgbClr val="000000"/>
              </a:solidFill>
              <a:latin typeface="Frutiger LT Com 55 Roman" pitchFamily="1" charset="0"/>
              <a:ea typeface="+mn-ea"/>
              <a:cs typeface="DejaVu Sans" charset="0"/>
            </a:endParaRP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a:solidFill>
                <a:srgbClr val="000000"/>
              </a:solidFill>
              <a:latin typeface="Frutiger LT Com 55 Roman" pitchFamily="1" charset="0"/>
              <a:ea typeface="+mn-ea"/>
              <a:cs typeface="DejaVu Sans" charset="0"/>
            </a:endParaRPr>
          </a:p>
        </p:txBody>
      </p:sp>
      <p:sp>
        <p:nvSpPr>
          <p:cNvPr id="22533" name="AutoShape 2">
            <a:extLst>
              <a:ext uri="{FF2B5EF4-FFF2-40B4-BE49-F238E27FC236}">
                <a16:creationId xmlns:a16="http://schemas.microsoft.com/office/drawing/2014/main" id="{A4EF422D-E105-FB44-8A92-CC76FFA69860}"/>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buClrTx/>
              <a:buSzTx/>
              <a:buFontTx/>
              <a:buNone/>
            </a:pPr>
            <a:r>
              <a:rPr lang="de-DE" altLang="en-US" sz="3200" b="1">
                <a:latin typeface="Frutiger LT Com 45 Light" charset="0"/>
              </a:rPr>
              <a:t>Types Defined in Standard Package</a:t>
            </a:r>
          </a:p>
        </p:txBody>
      </p:sp>
      <p:sp>
        <p:nvSpPr>
          <p:cNvPr id="22534" name="Text Box 4">
            <a:extLst>
              <a:ext uri="{FF2B5EF4-FFF2-40B4-BE49-F238E27FC236}">
                <a16:creationId xmlns:a16="http://schemas.microsoft.com/office/drawing/2014/main" id="{56B9C5E9-38B8-5049-ADC2-E3DD69404F1C}"/>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buClrTx/>
              <a:buSzTx/>
              <a:buFontTx/>
              <a:buNone/>
            </a:pPr>
            <a:fld id="{248CECE5-EE48-B841-BAEA-B5670C1A22E0}" type="slidenum">
              <a:rPr lang="de-DE" altLang="en-US" sz="1200">
                <a:solidFill>
                  <a:srgbClr val="B2B2B2"/>
                </a:solidFill>
              </a:rPr>
              <a:pPr algn="ctr" eaLnBrk="1">
                <a:lnSpc>
                  <a:spcPct val="100000"/>
                </a:lnSpc>
                <a:spcAft>
                  <a:spcPct val="0"/>
                </a:spcAft>
                <a:buClrTx/>
                <a:buSzTx/>
                <a:buFontTx/>
                <a:buNone/>
              </a:pPr>
              <a:t>19</a:t>
            </a:fld>
            <a:endParaRPr lang="de-DE" altLang="en-US" sz="1200">
              <a:solidFill>
                <a:srgbClr val="B2B2B2"/>
              </a:solidFill>
            </a:endParaRPr>
          </a:p>
        </p:txBody>
      </p:sp>
      <p:sp>
        <p:nvSpPr>
          <p:cNvPr id="22535" name="Text Box 46">
            <a:extLst>
              <a:ext uri="{FF2B5EF4-FFF2-40B4-BE49-F238E27FC236}">
                <a16:creationId xmlns:a16="http://schemas.microsoft.com/office/drawing/2014/main" id="{AD3B9700-E699-B744-AEB8-8E8816D5B364}"/>
              </a:ext>
            </a:extLst>
          </p:cNvPr>
          <p:cNvSpPr txBox="1">
            <a:spLocks noChangeArrowheads="1"/>
          </p:cNvSpPr>
          <p:nvPr/>
        </p:nvSpPr>
        <p:spPr bwMode="auto">
          <a:xfrm>
            <a:off x="2332038" y="5335588"/>
            <a:ext cx="427037" cy="184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en-US" altLang="en-US" sz="1200" b="1">
              <a:latin typeface="Courier New" panose="02070309020205020404" pitchFamily="49" charset="0"/>
            </a:endParaRPr>
          </a:p>
        </p:txBody>
      </p:sp>
      <p:sp>
        <p:nvSpPr>
          <p:cNvPr id="22536" name="TextBox 1">
            <a:extLst>
              <a:ext uri="{FF2B5EF4-FFF2-40B4-BE49-F238E27FC236}">
                <a16:creationId xmlns:a16="http://schemas.microsoft.com/office/drawing/2014/main" id="{62B47397-6120-6E4F-84CC-7C5D1D5C16F1}"/>
              </a:ext>
            </a:extLst>
          </p:cNvPr>
          <p:cNvSpPr txBox="1">
            <a:spLocks noChangeArrowheads="1"/>
          </p:cNvSpPr>
          <p:nvPr/>
        </p:nvSpPr>
        <p:spPr bwMode="auto">
          <a:xfrm>
            <a:off x="1676400" y="5257800"/>
            <a:ext cx="76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GB" altLang="en-US" sz="1600"/>
              <a:t>temp:</a:t>
            </a:r>
          </a:p>
        </p:txBody>
      </p:sp>
      <p:sp>
        <p:nvSpPr>
          <p:cNvPr id="22537" name="TextBox 12">
            <a:extLst>
              <a:ext uri="{FF2B5EF4-FFF2-40B4-BE49-F238E27FC236}">
                <a16:creationId xmlns:a16="http://schemas.microsoft.com/office/drawing/2014/main" id="{32A44C5F-601F-0A45-B670-0A2C497DCF12}"/>
              </a:ext>
            </a:extLst>
          </p:cNvPr>
          <p:cNvSpPr txBox="1">
            <a:spLocks noChangeArrowheads="1"/>
          </p:cNvSpPr>
          <p:nvPr/>
        </p:nvSpPr>
        <p:spPr bwMode="auto">
          <a:xfrm>
            <a:off x="2073275" y="5549900"/>
            <a:ext cx="9096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GB" altLang="en-US" sz="1400"/>
              <a:t>temp(3)</a:t>
            </a:r>
          </a:p>
        </p:txBody>
      </p:sp>
      <p:sp>
        <p:nvSpPr>
          <p:cNvPr id="22538" name="TextBox 13">
            <a:extLst>
              <a:ext uri="{FF2B5EF4-FFF2-40B4-BE49-F238E27FC236}">
                <a16:creationId xmlns:a16="http://schemas.microsoft.com/office/drawing/2014/main" id="{221047DD-7EE8-AE4C-BC61-56C33BB11DD9}"/>
              </a:ext>
            </a:extLst>
          </p:cNvPr>
          <p:cNvSpPr txBox="1">
            <a:spLocks noChangeArrowheads="1"/>
          </p:cNvSpPr>
          <p:nvPr/>
        </p:nvSpPr>
        <p:spPr bwMode="auto">
          <a:xfrm>
            <a:off x="2759075" y="5549900"/>
            <a:ext cx="8413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GB" altLang="en-US" sz="1400"/>
              <a:t>temp(2)</a:t>
            </a:r>
          </a:p>
        </p:txBody>
      </p:sp>
      <p:sp>
        <p:nvSpPr>
          <p:cNvPr id="22539" name="TextBox 14">
            <a:extLst>
              <a:ext uri="{FF2B5EF4-FFF2-40B4-BE49-F238E27FC236}">
                <a16:creationId xmlns:a16="http://schemas.microsoft.com/office/drawing/2014/main" id="{6F9E2C5A-CAF1-8D47-AC21-604DCFB7EA7C}"/>
              </a:ext>
            </a:extLst>
          </p:cNvPr>
          <p:cNvSpPr txBox="1">
            <a:spLocks noChangeArrowheads="1"/>
          </p:cNvSpPr>
          <p:nvPr/>
        </p:nvSpPr>
        <p:spPr bwMode="auto">
          <a:xfrm>
            <a:off x="3429000" y="5549900"/>
            <a:ext cx="838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GB" altLang="en-US" sz="1400"/>
              <a:t>temp(1)</a:t>
            </a:r>
          </a:p>
        </p:txBody>
      </p:sp>
      <p:sp>
        <p:nvSpPr>
          <p:cNvPr id="22540" name="Text Box 46">
            <a:extLst>
              <a:ext uri="{FF2B5EF4-FFF2-40B4-BE49-F238E27FC236}">
                <a16:creationId xmlns:a16="http://schemas.microsoft.com/office/drawing/2014/main" id="{12DBAB55-81AB-A340-A1A4-55EE567A4CA8}"/>
              </a:ext>
            </a:extLst>
          </p:cNvPr>
          <p:cNvSpPr txBox="1">
            <a:spLocks noChangeArrowheads="1"/>
          </p:cNvSpPr>
          <p:nvPr/>
        </p:nvSpPr>
        <p:spPr bwMode="auto">
          <a:xfrm>
            <a:off x="2941638" y="5341938"/>
            <a:ext cx="427037" cy="184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en-US" altLang="en-US" sz="1200" b="1">
              <a:latin typeface="Courier New" panose="02070309020205020404" pitchFamily="49" charset="0"/>
            </a:endParaRPr>
          </a:p>
        </p:txBody>
      </p:sp>
      <p:sp>
        <p:nvSpPr>
          <p:cNvPr id="22541" name="Text Box 46">
            <a:extLst>
              <a:ext uri="{FF2B5EF4-FFF2-40B4-BE49-F238E27FC236}">
                <a16:creationId xmlns:a16="http://schemas.microsoft.com/office/drawing/2014/main" id="{83A37279-E368-5A46-903D-6FD0FC068F35}"/>
              </a:ext>
            </a:extLst>
          </p:cNvPr>
          <p:cNvSpPr txBox="1">
            <a:spLocks noChangeArrowheads="1"/>
          </p:cNvSpPr>
          <p:nvPr/>
        </p:nvSpPr>
        <p:spPr bwMode="auto">
          <a:xfrm>
            <a:off x="3533775" y="5341938"/>
            <a:ext cx="428625" cy="184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en-US" altLang="en-US" sz="1200" b="1">
              <a:latin typeface="Courier New" panose="02070309020205020404" pitchFamily="49" charset="0"/>
            </a:endParaRPr>
          </a:p>
        </p:txBody>
      </p:sp>
      <p:sp>
        <p:nvSpPr>
          <p:cNvPr id="22542" name="Text Box 46">
            <a:extLst>
              <a:ext uri="{FF2B5EF4-FFF2-40B4-BE49-F238E27FC236}">
                <a16:creationId xmlns:a16="http://schemas.microsoft.com/office/drawing/2014/main" id="{FE456582-ED79-B145-9186-701A206B2E11}"/>
              </a:ext>
            </a:extLst>
          </p:cNvPr>
          <p:cNvSpPr txBox="1">
            <a:spLocks noChangeArrowheads="1"/>
          </p:cNvSpPr>
          <p:nvPr/>
        </p:nvSpPr>
        <p:spPr bwMode="auto">
          <a:xfrm>
            <a:off x="4191000" y="5341938"/>
            <a:ext cx="427038" cy="184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en-US" altLang="en-US" sz="1200" b="1">
              <a:latin typeface="Courier New" panose="02070309020205020404" pitchFamily="49" charset="0"/>
            </a:endParaRPr>
          </a:p>
        </p:txBody>
      </p:sp>
      <p:sp>
        <p:nvSpPr>
          <p:cNvPr id="22543" name="TextBox 14">
            <a:extLst>
              <a:ext uri="{FF2B5EF4-FFF2-40B4-BE49-F238E27FC236}">
                <a16:creationId xmlns:a16="http://schemas.microsoft.com/office/drawing/2014/main" id="{311FA641-06C5-1D41-9643-8C7240E0C6BD}"/>
              </a:ext>
            </a:extLst>
          </p:cNvPr>
          <p:cNvSpPr txBox="1">
            <a:spLocks noChangeArrowheads="1"/>
          </p:cNvSpPr>
          <p:nvPr/>
        </p:nvSpPr>
        <p:spPr bwMode="auto">
          <a:xfrm>
            <a:off x="4114800" y="5559425"/>
            <a:ext cx="838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GB" altLang="en-US" sz="1400"/>
              <a:t>temp(0)</a:t>
            </a:r>
          </a:p>
        </p:txBody>
      </p:sp>
      <p:sp>
        <p:nvSpPr>
          <p:cNvPr id="22544" name="AutoShape 3">
            <a:extLst>
              <a:ext uri="{FF2B5EF4-FFF2-40B4-BE49-F238E27FC236}">
                <a16:creationId xmlns:a16="http://schemas.microsoft.com/office/drawing/2014/main" id="{0F376270-CDA4-9D43-BDA8-8035514119A5}"/>
              </a:ext>
            </a:extLst>
          </p:cNvPr>
          <p:cNvSpPr>
            <a:spLocks noChangeArrowheads="1"/>
          </p:cNvSpPr>
          <p:nvPr/>
        </p:nvSpPr>
        <p:spPr bwMode="auto">
          <a:xfrm>
            <a:off x="1598613" y="2667000"/>
            <a:ext cx="4040187" cy="922338"/>
          </a:xfrm>
          <a:custGeom>
            <a:avLst/>
            <a:gdLst>
              <a:gd name="T0" fmla="*/ 2092276 w 4721225"/>
              <a:gd name="T1" fmla="*/ 0 h 2009775"/>
              <a:gd name="T2" fmla="*/ 1046138 w 4721225"/>
              <a:gd name="T3" fmla="*/ 0 h 2009775"/>
              <a:gd name="T4" fmla="*/ 0 w 4721225"/>
              <a:gd name="T5" fmla="*/ 0 h 2009775"/>
              <a:gd name="T6" fmla="*/ 1046138 w 4721225"/>
              <a:gd name="T7" fmla="*/ 0 h 2009775"/>
              <a:gd name="T8" fmla="*/ 0 60000 65536"/>
              <a:gd name="T9" fmla="*/ 5898240 60000 65536"/>
              <a:gd name="T10" fmla="*/ 11796480 60000 65536"/>
              <a:gd name="T11" fmla="*/ 17694720 60000 65536"/>
              <a:gd name="T12" fmla="*/ 0 w 4721225"/>
              <a:gd name="T13" fmla="*/ 0 h 2009775"/>
              <a:gd name="T14" fmla="*/ 4721225 w 4721225"/>
              <a:gd name="T15" fmla="*/ 2009775 h 2009775"/>
            </a:gdLst>
            <a:ahLst/>
            <a:cxnLst>
              <a:cxn ang="T8">
                <a:pos x="T0" y="T1"/>
              </a:cxn>
              <a:cxn ang="T9">
                <a:pos x="T2" y="T3"/>
              </a:cxn>
              <a:cxn ang="T10">
                <a:pos x="T4" y="T5"/>
              </a:cxn>
              <a:cxn ang="T11">
                <a:pos x="T6" y="T7"/>
              </a:cxn>
            </a:cxnLst>
            <a:rect l="T12" t="T13" r="T14" b="T15"/>
            <a:pathLst>
              <a:path w="4721225" h="2009775">
                <a:moveTo>
                  <a:pt x="0" y="0"/>
                </a:moveTo>
                <a:lnTo>
                  <a:pt x="13115" y="0"/>
                </a:lnTo>
                <a:lnTo>
                  <a:pt x="13115" y="5584"/>
                </a:lnTo>
                <a:lnTo>
                  <a:pt x="0" y="5584"/>
                </a:lnTo>
                <a:lnTo>
                  <a:pt x="0" y="0"/>
                </a:lnTo>
                <a:close/>
              </a:path>
            </a:pathLst>
          </a:cu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en-GB" altLang="en-US">
                <a:solidFill>
                  <a:srgbClr val="0000FF"/>
                </a:solidFill>
                <a:latin typeface="TTE1F17478t00" charset="0"/>
              </a:rPr>
              <a:t>signal </a:t>
            </a:r>
            <a:r>
              <a:rPr lang="en-US" altLang="en-US">
                <a:solidFill>
                  <a:schemeClr val="tx1"/>
                </a:solidFill>
                <a:latin typeface="TTE1F17478t00" charset="0"/>
              </a:rPr>
              <a:t>&lt;name&gt; : &lt;DATA TYPE&gt; ; </a:t>
            </a:r>
            <a:endParaRPr lang="de-DE" altLang="en-US">
              <a:latin typeface="TTE1F17478t00" charset="0"/>
            </a:endParaRPr>
          </a:p>
          <a:p>
            <a:pPr eaLnBrk="1">
              <a:lnSpc>
                <a:spcPct val="100000"/>
              </a:lnSpc>
              <a:spcAft>
                <a:spcPct val="0"/>
              </a:spcAft>
            </a:pPr>
            <a:endParaRPr lang="en-GB" altLang="en-US">
              <a:solidFill>
                <a:srgbClr val="0000FF"/>
              </a:solidFill>
              <a:latin typeface="TTE1F17478t00" charset="0"/>
            </a:endParaRPr>
          </a:p>
          <a:p>
            <a:pPr eaLnBrk="1">
              <a:lnSpc>
                <a:spcPct val="100000"/>
              </a:lnSpc>
              <a:spcAft>
                <a:spcPct val="0"/>
              </a:spcAft>
            </a:pPr>
            <a:r>
              <a:rPr lang="en-GB" altLang="en-US">
                <a:solidFill>
                  <a:srgbClr val="0000FF"/>
                </a:solidFill>
                <a:latin typeface="TTE1F17478t00" charset="0"/>
              </a:rPr>
              <a:t>signal</a:t>
            </a:r>
            <a:r>
              <a:rPr lang="en-US" altLang="en-US" b="1">
                <a:solidFill>
                  <a:schemeClr val="tx1"/>
                </a:solidFill>
                <a:latin typeface="TTE1F17478t00" charset="0"/>
              </a:rPr>
              <a:t> </a:t>
            </a:r>
            <a:r>
              <a:rPr lang="en-US" altLang="en-US">
                <a:solidFill>
                  <a:schemeClr val="tx1"/>
                </a:solidFill>
                <a:latin typeface="TTE1F17478t00" charset="0"/>
              </a:rPr>
              <a:t>temp: </a:t>
            </a:r>
            <a:r>
              <a:rPr lang="en-US" altLang="en-US">
                <a:solidFill>
                  <a:srgbClr val="FF00FF"/>
                </a:solidFill>
                <a:latin typeface="TTE1F17478t00" charset="0"/>
              </a:rPr>
              <a:t>BIT</a:t>
            </a:r>
            <a:r>
              <a:rPr lang="en-US" altLang="en-US">
                <a:solidFill>
                  <a:schemeClr val="tx1"/>
                </a:solidFill>
                <a:latin typeface="TTE1F17478t00" charset="0"/>
              </a:rPr>
              <a:t>;</a:t>
            </a:r>
            <a:endParaRPr lang="de-DE" altLang="en-US">
              <a:solidFill>
                <a:srgbClr val="0000FF"/>
              </a:solidFill>
              <a:latin typeface="TTE1F17478t00" charset="0"/>
            </a:endParaRPr>
          </a:p>
        </p:txBody>
      </p:sp>
      <p:sp>
        <p:nvSpPr>
          <p:cNvPr id="18" name="Rectangle 17">
            <a:extLst>
              <a:ext uri="{FF2B5EF4-FFF2-40B4-BE49-F238E27FC236}">
                <a16:creationId xmlns:a16="http://schemas.microsoft.com/office/drawing/2014/main" id="{71A1065C-4427-C248-8DB4-303745E8383B}"/>
              </a:ext>
            </a:extLst>
          </p:cNvPr>
          <p:cNvSpPr/>
          <p:nvPr/>
        </p:nvSpPr>
        <p:spPr bwMode="auto">
          <a:xfrm>
            <a:off x="1524000" y="2667000"/>
            <a:ext cx="3698875" cy="874713"/>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lstStyle/>
          <a:p>
            <a:pPr eaLnBrk="1">
              <a:lnSpc>
                <a:spcPct val="93000"/>
              </a:lnSpc>
              <a:buClr>
                <a:srgbClr val="000000"/>
              </a:buClr>
              <a:buSzPct val="100000"/>
              <a:buFont typeface="Times New Roman" pitchFamily="16" charset="0"/>
              <a:buNone/>
              <a:defRPr/>
            </a:pPr>
            <a:endParaRPr lang="en-GB">
              <a:latin typeface="Arial" charset="0"/>
              <a:ea typeface="+mn-ea"/>
            </a:endParaRPr>
          </a:p>
        </p:txBody>
      </p:sp>
      <p:grpSp>
        <p:nvGrpSpPr>
          <p:cNvPr id="22546" name="Group 30738">
            <a:extLst>
              <a:ext uri="{FF2B5EF4-FFF2-40B4-BE49-F238E27FC236}">
                <a16:creationId xmlns:a16="http://schemas.microsoft.com/office/drawing/2014/main" id="{74D17C4D-DBDD-864E-860D-ACAD40958767}"/>
              </a:ext>
            </a:extLst>
          </p:cNvPr>
          <p:cNvGrpSpPr>
            <a:grpSpLocks/>
          </p:cNvGrpSpPr>
          <p:nvPr/>
        </p:nvGrpSpPr>
        <p:grpSpPr bwMode="auto">
          <a:xfrm>
            <a:off x="5791200" y="1830388"/>
            <a:ext cx="3108325" cy="2208212"/>
            <a:chOff x="5791200" y="1828800"/>
            <a:chExt cx="3108116" cy="2207658"/>
          </a:xfrm>
        </p:grpSpPr>
        <p:sp>
          <p:nvSpPr>
            <p:cNvPr id="22547" name="Rectangle 20">
              <a:extLst>
                <a:ext uri="{FF2B5EF4-FFF2-40B4-BE49-F238E27FC236}">
                  <a16:creationId xmlns:a16="http://schemas.microsoft.com/office/drawing/2014/main" id="{5FBD5E0A-34A5-ED4C-87AF-A6C3ACE31D25}"/>
                </a:ext>
              </a:extLst>
            </p:cNvPr>
            <p:cNvSpPr>
              <a:spLocks noChangeArrowheads="1"/>
            </p:cNvSpPr>
            <p:nvPr/>
          </p:nvSpPr>
          <p:spPr bwMode="auto">
            <a:xfrm>
              <a:off x="7150900" y="1828800"/>
              <a:ext cx="583098"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solidFill>
                    <a:srgbClr val="0000FF"/>
                  </a:solidFill>
                  <a:latin typeface="TTE1F17478t00" charset="0"/>
                </a:rPr>
                <a:t>Signal</a:t>
              </a:r>
              <a:endParaRPr lang="en-GB" altLang="en-US" sz="1600">
                <a:solidFill>
                  <a:srgbClr val="FF0000"/>
                </a:solidFill>
              </a:endParaRPr>
            </a:p>
          </p:txBody>
        </p:sp>
        <p:cxnSp>
          <p:nvCxnSpPr>
            <p:cNvPr id="22548" name="Straight Arrow Connector 21">
              <a:extLst>
                <a:ext uri="{FF2B5EF4-FFF2-40B4-BE49-F238E27FC236}">
                  <a16:creationId xmlns:a16="http://schemas.microsoft.com/office/drawing/2014/main" id="{B8DAD199-FAE5-6048-832E-979D2512F205}"/>
                </a:ext>
              </a:extLst>
            </p:cNvPr>
            <p:cNvCxnSpPr>
              <a:cxnSpLocks noChangeShapeType="1"/>
            </p:cNvCxnSpPr>
            <p:nvPr/>
          </p:nvCxnSpPr>
          <p:spPr bwMode="auto">
            <a:xfrm>
              <a:off x="7858071" y="2098877"/>
              <a:ext cx="600283" cy="405427"/>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549" name="Straight Arrow Connector 22">
              <a:extLst>
                <a:ext uri="{FF2B5EF4-FFF2-40B4-BE49-F238E27FC236}">
                  <a16:creationId xmlns:a16="http://schemas.microsoft.com/office/drawing/2014/main" id="{18466817-2503-1D4D-972F-7BFCE99A572C}"/>
                </a:ext>
              </a:extLst>
            </p:cNvPr>
            <p:cNvCxnSpPr>
              <a:cxnSpLocks noChangeShapeType="1"/>
            </p:cNvCxnSpPr>
            <p:nvPr/>
          </p:nvCxnSpPr>
          <p:spPr bwMode="auto">
            <a:xfrm>
              <a:off x="7709607" y="2131458"/>
              <a:ext cx="215193" cy="554983"/>
            </a:xfrm>
            <a:prstGeom prst="straightConnector1">
              <a:avLst/>
            </a:prstGeom>
            <a:noFill/>
            <a:ln w="28575" algn="ctr">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550" name="Straight Arrow Connector 23">
              <a:extLst>
                <a:ext uri="{FF2B5EF4-FFF2-40B4-BE49-F238E27FC236}">
                  <a16:creationId xmlns:a16="http://schemas.microsoft.com/office/drawing/2014/main" id="{ADEB30BF-0BA1-4741-9F8A-1DEFCF9E2231}"/>
                </a:ext>
              </a:extLst>
            </p:cNvPr>
            <p:cNvCxnSpPr>
              <a:cxnSpLocks noChangeShapeType="1"/>
            </p:cNvCxnSpPr>
            <p:nvPr/>
          </p:nvCxnSpPr>
          <p:spPr bwMode="auto">
            <a:xfrm flipH="1">
              <a:off x="6570861" y="2121655"/>
              <a:ext cx="625786" cy="382649"/>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551" name="Rectangle 25">
              <a:extLst>
                <a:ext uri="{FF2B5EF4-FFF2-40B4-BE49-F238E27FC236}">
                  <a16:creationId xmlns:a16="http://schemas.microsoft.com/office/drawing/2014/main" id="{E3FAEBDA-3DDB-B648-8B07-BBA2366662F2}"/>
                </a:ext>
              </a:extLst>
            </p:cNvPr>
            <p:cNvSpPr>
              <a:spLocks noChangeArrowheads="1"/>
            </p:cNvSpPr>
            <p:nvPr/>
          </p:nvSpPr>
          <p:spPr bwMode="auto">
            <a:xfrm>
              <a:off x="5881233" y="2418163"/>
              <a:ext cx="541049"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latin typeface="TTE1F17478t00" charset="0"/>
                </a:rPr>
                <a:t>Name</a:t>
              </a:r>
              <a:endParaRPr lang="en-GB" altLang="en-US" sz="1600" b="1">
                <a:latin typeface="TTE1F17478t00" charset="0"/>
              </a:endParaRPr>
            </a:p>
          </p:txBody>
        </p:sp>
        <p:sp>
          <p:nvSpPr>
            <p:cNvPr id="22552" name="Rectangle 26">
              <a:extLst>
                <a:ext uri="{FF2B5EF4-FFF2-40B4-BE49-F238E27FC236}">
                  <a16:creationId xmlns:a16="http://schemas.microsoft.com/office/drawing/2014/main" id="{2C00D99C-0E19-A34A-859C-BA9561E14D15}"/>
                </a:ext>
              </a:extLst>
            </p:cNvPr>
            <p:cNvSpPr>
              <a:spLocks noChangeArrowheads="1"/>
            </p:cNvSpPr>
            <p:nvPr/>
          </p:nvSpPr>
          <p:spPr bwMode="auto">
            <a:xfrm>
              <a:off x="7700526" y="2640952"/>
              <a:ext cx="682528" cy="285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solidFill>
                    <a:srgbClr val="FF0000"/>
                  </a:solidFill>
                  <a:latin typeface="TTE1F17478t00" charset="0"/>
                </a:rPr>
                <a:t>Range</a:t>
              </a:r>
              <a:endParaRPr lang="en-GB" altLang="en-US" sz="1600" b="1">
                <a:solidFill>
                  <a:srgbClr val="FF0000"/>
                </a:solidFill>
                <a:latin typeface="TTE1F17478t00" charset="0"/>
              </a:endParaRPr>
            </a:p>
          </p:txBody>
        </p:sp>
        <p:sp>
          <p:nvSpPr>
            <p:cNvPr id="22553" name="Rectangle 27">
              <a:extLst>
                <a:ext uri="{FF2B5EF4-FFF2-40B4-BE49-F238E27FC236}">
                  <a16:creationId xmlns:a16="http://schemas.microsoft.com/office/drawing/2014/main" id="{A8FFD7AB-A2A7-C24E-9BCC-BF581BD0884C}"/>
                </a:ext>
              </a:extLst>
            </p:cNvPr>
            <p:cNvSpPr>
              <a:spLocks noChangeArrowheads="1"/>
            </p:cNvSpPr>
            <p:nvPr/>
          </p:nvSpPr>
          <p:spPr bwMode="auto">
            <a:xfrm>
              <a:off x="8374714" y="2460904"/>
              <a:ext cx="524602"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latin typeface="TTE1F17478t00" charset="0"/>
                </a:rPr>
                <a:t>Value</a:t>
              </a:r>
              <a:endParaRPr lang="en-GB" altLang="en-US" sz="1600" b="1">
                <a:latin typeface="TTE1F17478t00" charset="0"/>
              </a:endParaRPr>
            </a:p>
          </p:txBody>
        </p:sp>
        <p:cxnSp>
          <p:nvCxnSpPr>
            <p:cNvPr id="22554" name="Straight Arrow Connector 36">
              <a:extLst>
                <a:ext uri="{FF2B5EF4-FFF2-40B4-BE49-F238E27FC236}">
                  <a16:creationId xmlns:a16="http://schemas.microsoft.com/office/drawing/2014/main" id="{7325420D-0C14-5142-A475-3DE9C35AF10F}"/>
                </a:ext>
              </a:extLst>
            </p:cNvPr>
            <p:cNvCxnSpPr>
              <a:cxnSpLocks noChangeShapeType="1"/>
            </p:cNvCxnSpPr>
            <p:nvPr/>
          </p:nvCxnSpPr>
          <p:spPr bwMode="auto">
            <a:xfrm flipH="1">
              <a:off x="7858071" y="2998797"/>
              <a:ext cx="219129" cy="430979"/>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555" name="Straight Arrow Connector 37">
              <a:extLst>
                <a:ext uri="{FF2B5EF4-FFF2-40B4-BE49-F238E27FC236}">
                  <a16:creationId xmlns:a16="http://schemas.microsoft.com/office/drawing/2014/main" id="{5211AAFE-86D7-4C45-B3FB-61D023B58221}"/>
                </a:ext>
              </a:extLst>
            </p:cNvPr>
            <p:cNvCxnSpPr>
              <a:cxnSpLocks noChangeShapeType="1"/>
            </p:cNvCxnSpPr>
            <p:nvPr/>
          </p:nvCxnSpPr>
          <p:spPr bwMode="auto">
            <a:xfrm>
              <a:off x="8212661" y="2961504"/>
              <a:ext cx="365263" cy="427676"/>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556" name="Rectangle 38">
              <a:extLst>
                <a:ext uri="{FF2B5EF4-FFF2-40B4-BE49-F238E27FC236}">
                  <a16:creationId xmlns:a16="http://schemas.microsoft.com/office/drawing/2014/main" id="{662DB8BC-9F63-F44D-8B27-14492D446CC8}"/>
                </a:ext>
              </a:extLst>
            </p:cNvPr>
            <p:cNvSpPr>
              <a:spLocks noChangeArrowheads="1"/>
            </p:cNvSpPr>
            <p:nvPr/>
          </p:nvSpPr>
          <p:spPr bwMode="auto">
            <a:xfrm>
              <a:off x="7696728" y="3352800"/>
              <a:ext cx="532872"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scalar</a:t>
              </a:r>
              <a:endParaRPr lang="en-GB" altLang="en-US" sz="1600">
                <a:latin typeface="TTE1F17478t00" charset="0"/>
              </a:endParaRPr>
            </a:p>
          </p:txBody>
        </p:sp>
        <p:sp>
          <p:nvSpPr>
            <p:cNvPr id="22557" name="Rectangle 39">
              <a:extLst>
                <a:ext uri="{FF2B5EF4-FFF2-40B4-BE49-F238E27FC236}">
                  <a16:creationId xmlns:a16="http://schemas.microsoft.com/office/drawing/2014/main" id="{DEF3127F-4AB7-3546-B06B-1D5A72183F75}"/>
                </a:ext>
              </a:extLst>
            </p:cNvPr>
            <p:cNvSpPr>
              <a:spLocks noChangeArrowheads="1"/>
            </p:cNvSpPr>
            <p:nvPr/>
          </p:nvSpPr>
          <p:spPr bwMode="auto">
            <a:xfrm>
              <a:off x="8320355" y="3346116"/>
              <a:ext cx="542216"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vector</a:t>
              </a:r>
              <a:endParaRPr lang="en-GB" altLang="en-US" sz="1600">
                <a:latin typeface="TTE1F17478t00" charset="0"/>
              </a:endParaRPr>
            </a:p>
          </p:txBody>
        </p:sp>
        <p:cxnSp>
          <p:nvCxnSpPr>
            <p:cNvPr id="22558" name="Straight Arrow Connector 49">
              <a:extLst>
                <a:ext uri="{FF2B5EF4-FFF2-40B4-BE49-F238E27FC236}">
                  <a16:creationId xmlns:a16="http://schemas.microsoft.com/office/drawing/2014/main" id="{A519DD73-FD95-6B45-9C06-DCEEF6E4F478}"/>
                </a:ext>
              </a:extLst>
            </p:cNvPr>
            <p:cNvCxnSpPr>
              <a:cxnSpLocks noChangeShapeType="1"/>
            </p:cNvCxnSpPr>
            <p:nvPr/>
          </p:nvCxnSpPr>
          <p:spPr bwMode="auto">
            <a:xfrm flipH="1">
              <a:off x="6955836" y="2153283"/>
              <a:ext cx="453382" cy="845514"/>
            </a:xfrm>
            <a:prstGeom prst="straightConnector1">
              <a:avLst/>
            </a:prstGeom>
            <a:noFill/>
            <a:ln w="28575" algn="ctr">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559" name="Rectangle 50">
              <a:extLst>
                <a:ext uri="{FF2B5EF4-FFF2-40B4-BE49-F238E27FC236}">
                  <a16:creationId xmlns:a16="http://schemas.microsoft.com/office/drawing/2014/main" id="{4E49F07D-B753-254C-95BF-C626688B585B}"/>
                </a:ext>
              </a:extLst>
            </p:cNvPr>
            <p:cNvSpPr>
              <a:spLocks noChangeArrowheads="1"/>
            </p:cNvSpPr>
            <p:nvPr/>
          </p:nvSpPr>
          <p:spPr bwMode="auto">
            <a:xfrm>
              <a:off x="6618244" y="2895600"/>
              <a:ext cx="545374" cy="285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solidFill>
                    <a:srgbClr val="FF0000"/>
                  </a:solidFill>
                  <a:latin typeface="TTE1F17478t00" charset="0"/>
                </a:rPr>
                <a:t>Type</a:t>
              </a:r>
              <a:endParaRPr lang="en-GB" altLang="en-US" sz="1600" b="1">
                <a:solidFill>
                  <a:srgbClr val="FF0000"/>
                </a:solidFill>
                <a:latin typeface="TTE1F17478t00" charset="0"/>
              </a:endParaRPr>
            </a:p>
          </p:txBody>
        </p:sp>
        <p:cxnSp>
          <p:nvCxnSpPr>
            <p:cNvPr id="22560" name="Straight Arrow Connector 51">
              <a:extLst>
                <a:ext uri="{FF2B5EF4-FFF2-40B4-BE49-F238E27FC236}">
                  <a16:creationId xmlns:a16="http://schemas.microsoft.com/office/drawing/2014/main" id="{95FFE947-85C1-5648-8BA4-26E8E2927EFA}"/>
                </a:ext>
              </a:extLst>
            </p:cNvPr>
            <p:cNvCxnSpPr>
              <a:cxnSpLocks noChangeShapeType="1"/>
            </p:cNvCxnSpPr>
            <p:nvPr/>
          </p:nvCxnSpPr>
          <p:spPr bwMode="auto">
            <a:xfrm flipH="1">
              <a:off x="6372644" y="3129692"/>
              <a:ext cx="307879" cy="300084"/>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561" name="Straight Arrow Connector 52">
              <a:extLst>
                <a:ext uri="{FF2B5EF4-FFF2-40B4-BE49-F238E27FC236}">
                  <a16:creationId xmlns:a16="http://schemas.microsoft.com/office/drawing/2014/main" id="{1764CC72-9FD8-0D4E-8EFF-0426FA34AFC9}"/>
                </a:ext>
              </a:extLst>
            </p:cNvPr>
            <p:cNvCxnSpPr>
              <a:cxnSpLocks noChangeShapeType="1"/>
            </p:cNvCxnSpPr>
            <p:nvPr/>
          </p:nvCxnSpPr>
          <p:spPr bwMode="auto">
            <a:xfrm flipH="1">
              <a:off x="6835993" y="3230969"/>
              <a:ext cx="22007" cy="568752"/>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562" name="Rectangle 53">
              <a:extLst>
                <a:ext uri="{FF2B5EF4-FFF2-40B4-BE49-F238E27FC236}">
                  <a16:creationId xmlns:a16="http://schemas.microsoft.com/office/drawing/2014/main" id="{D593EFDA-510A-294B-BDAB-C4CA570D7A41}"/>
                </a:ext>
              </a:extLst>
            </p:cNvPr>
            <p:cNvSpPr>
              <a:spLocks noChangeArrowheads="1"/>
            </p:cNvSpPr>
            <p:nvPr/>
          </p:nvSpPr>
          <p:spPr bwMode="auto">
            <a:xfrm>
              <a:off x="5791200" y="3426858"/>
              <a:ext cx="690561"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std-logic</a:t>
              </a:r>
              <a:endParaRPr lang="en-GB" altLang="en-US" sz="1600">
                <a:latin typeface="TTE1F17478t00" charset="0"/>
              </a:endParaRPr>
            </a:p>
          </p:txBody>
        </p:sp>
        <p:cxnSp>
          <p:nvCxnSpPr>
            <p:cNvPr id="22563" name="Straight Arrow Connector 55">
              <a:extLst>
                <a:ext uri="{FF2B5EF4-FFF2-40B4-BE49-F238E27FC236}">
                  <a16:creationId xmlns:a16="http://schemas.microsoft.com/office/drawing/2014/main" id="{62A2E6B6-D5F3-ED4C-852B-5343A236C5FB}"/>
                </a:ext>
              </a:extLst>
            </p:cNvPr>
            <p:cNvCxnSpPr>
              <a:cxnSpLocks noChangeShapeType="1"/>
            </p:cNvCxnSpPr>
            <p:nvPr/>
          </p:nvCxnSpPr>
          <p:spPr bwMode="auto">
            <a:xfrm>
              <a:off x="7099500" y="3187754"/>
              <a:ext cx="261988" cy="242022"/>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564" name="Straight Connector 56">
              <a:extLst>
                <a:ext uri="{FF2B5EF4-FFF2-40B4-BE49-F238E27FC236}">
                  <a16:creationId xmlns:a16="http://schemas.microsoft.com/office/drawing/2014/main" id="{22A3C008-2331-6246-B585-BF8945F08DB2}"/>
                </a:ext>
              </a:extLst>
            </p:cNvPr>
            <p:cNvCxnSpPr>
              <a:cxnSpLocks noChangeShapeType="1"/>
            </p:cNvCxnSpPr>
            <p:nvPr/>
          </p:nvCxnSpPr>
          <p:spPr bwMode="auto">
            <a:xfrm flipV="1">
              <a:off x="6947100" y="3390089"/>
              <a:ext cx="251484" cy="115887"/>
            </a:xfrm>
            <a:prstGeom prst="line">
              <a:avLst/>
            </a:prstGeom>
            <a:noFill/>
            <a:ln w="9525" algn="ctr">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565" name="Rectangle 57">
              <a:extLst>
                <a:ext uri="{FF2B5EF4-FFF2-40B4-BE49-F238E27FC236}">
                  <a16:creationId xmlns:a16="http://schemas.microsoft.com/office/drawing/2014/main" id="{655EC761-E1BE-964B-9846-E994CDBA8FDC}"/>
                </a:ext>
              </a:extLst>
            </p:cNvPr>
            <p:cNvSpPr>
              <a:spLocks noChangeArrowheads="1"/>
            </p:cNvSpPr>
            <p:nvPr/>
          </p:nvSpPr>
          <p:spPr bwMode="auto">
            <a:xfrm>
              <a:off x="6992719" y="3448032"/>
              <a:ext cx="591276"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integer</a:t>
              </a:r>
              <a:endParaRPr lang="en-GB" altLang="en-US" sz="1600">
                <a:latin typeface="TTE1F17478t00" charset="0"/>
              </a:endParaRPr>
            </a:p>
          </p:txBody>
        </p:sp>
        <p:sp>
          <p:nvSpPr>
            <p:cNvPr id="22566" name="Rectangle 63">
              <a:extLst>
                <a:ext uri="{FF2B5EF4-FFF2-40B4-BE49-F238E27FC236}">
                  <a16:creationId xmlns:a16="http://schemas.microsoft.com/office/drawing/2014/main" id="{BB43435B-BAE8-EB4C-88A0-B92C0FC002F4}"/>
                </a:ext>
              </a:extLst>
            </p:cNvPr>
            <p:cNvSpPr>
              <a:spLocks noChangeArrowheads="1"/>
            </p:cNvSpPr>
            <p:nvPr/>
          </p:nvSpPr>
          <p:spPr bwMode="auto">
            <a:xfrm>
              <a:off x="6629400" y="3789763"/>
              <a:ext cx="292251"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bit</a:t>
              </a:r>
              <a:endParaRPr lang="en-GB" altLang="en-US" sz="1600">
                <a:latin typeface="TTE1F17478t00" charset="0"/>
              </a:endParaRPr>
            </a:p>
          </p:txBody>
        </p:sp>
      </p:grpSp>
    </p:spTree>
  </p:cSld>
  <p:clrMapOvr>
    <a:masterClrMapping/>
  </p:clrMapOvr>
  <p:transition spd="med" advTm="62628"/>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a:extLst>
              <a:ext uri="{FF2B5EF4-FFF2-40B4-BE49-F238E27FC236}">
                <a16:creationId xmlns:a16="http://schemas.microsoft.com/office/drawing/2014/main" id="{784810B7-1E3D-4A40-952E-C59D28333C50}"/>
              </a:ext>
            </a:extLst>
          </p:cNvPr>
          <p:cNvSpPr>
            <a:spLocks noChangeArrowheads="1"/>
          </p:cNvSpPr>
          <p:nvPr/>
        </p:nvSpPr>
        <p:spPr bwMode="auto">
          <a:xfrm>
            <a:off x="460375" y="1908175"/>
            <a:ext cx="8223250" cy="3959225"/>
          </a:xfrm>
          <a:custGeom>
            <a:avLst/>
            <a:gdLst>
              <a:gd name="G0" fmla="*/ 22842 1 2"/>
              <a:gd name="G1" fmla="*/ 10998 1 2"/>
              <a:gd name="G2" fmla="+- 10998 0 0"/>
              <a:gd name="G3" fmla="+- 22842 0 0"/>
            </a:gdLst>
            <a:ahLst/>
            <a:cxnLst>
              <a:cxn ang="0">
                <a:pos x="r" y="vc"/>
              </a:cxn>
              <a:cxn ang="5400000">
                <a:pos x="hc" y="b"/>
              </a:cxn>
              <a:cxn ang="10800000">
                <a:pos x="l" y="vc"/>
              </a:cxn>
              <a:cxn ang="16200000">
                <a:pos x="hc" y="t"/>
              </a:cxn>
            </a:cxnLst>
            <a:rect l="0" t="0" r="0" b="0"/>
            <a:pathLst>
              <a:path>
                <a:moveTo>
                  <a:pt x="0" y="0"/>
                </a:moveTo>
                <a:lnTo>
                  <a:pt x="22842" y="0"/>
                </a:lnTo>
                <a:lnTo>
                  <a:pt x="22842" y="10998"/>
                </a:lnTo>
                <a:lnTo>
                  <a:pt x="0" y="10998"/>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266700" lvl="1" indent="-266700">
              <a:spcAft>
                <a:spcPts val="725"/>
              </a:spcAft>
              <a:buClr>
                <a:srgbClr val="00B050"/>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Type INTEGER</a:t>
            </a:r>
          </a:p>
          <a:p>
            <a:pPr marL="1219200" lvl="1" indent="-233363" hangingPunct="1">
              <a:spcAft>
                <a:spcPts val="725"/>
              </a:spcAft>
              <a:buClr>
                <a:srgbClr val="A8AFAF"/>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Positive and negative values in decimal </a:t>
            </a:r>
            <a:r>
              <a:rPr lang="de-DE" dirty="0">
                <a:solidFill>
                  <a:srgbClr val="000000"/>
                </a:solidFill>
                <a:ea typeface="+mn-ea"/>
                <a:cs typeface="DejaVu Sans" charset="0"/>
              </a:rPr>
              <a:t>-(</a:t>
            </a:r>
            <a:r>
              <a:rPr lang="en-GB" dirty="0">
                <a:ea typeface="+mn-ea"/>
              </a:rPr>
              <a:t>2</a:t>
            </a:r>
            <a:r>
              <a:rPr lang="en-GB" baseline="30000" dirty="0">
                <a:ea typeface="+mn-ea"/>
              </a:rPr>
              <a:t>31</a:t>
            </a:r>
            <a:r>
              <a:rPr lang="en-GB" dirty="0">
                <a:ea typeface="+mn-ea"/>
              </a:rPr>
              <a:t>-1) to </a:t>
            </a:r>
            <a:r>
              <a:rPr lang="de-DE" dirty="0">
                <a:solidFill>
                  <a:srgbClr val="000000"/>
                </a:solidFill>
                <a:ea typeface="+mn-ea"/>
                <a:cs typeface="DejaVu Sans" charset="0"/>
              </a:rPr>
              <a:t>+(</a:t>
            </a:r>
            <a:r>
              <a:rPr lang="en-GB" dirty="0">
                <a:ea typeface="+mn-ea"/>
              </a:rPr>
              <a:t>2</a:t>
            </a:r>
            <a:r>
              <a:rPr lang="en-GB" baseline="30000" dirty="0">
                <a:ea typeface="+mn-ea"/>
              </a:rPr>
              <a:t>31</a:t>
            </a:r>
            <a:r>
              <a:rPr lang="en-GB" dirty="0">
                <a:ea typeface="+mn-ea"/>
              </a:rPr>
              <a:t>-1) </a:t>
            </a:r>
            <a:endParaRPr lang="de-DE" dirty="0">
              <a:solidFill>
                <a:srgbClr val="000000"/>
              </a:solidFill>
              <a:latin typeface="TTE1F17478t00"/>
              <a:ea typeface="+mn-ea"/>
              <a:cs typeface="DejaVu Sans" charset="0"/>
            </a:endParaRP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FF"/>
                </a:solidFill>
                <a:latin typeface="TTE1F17478t00" charset="0"/>
                <a:ea typeface="+mn-ea"/>
              </a:rPr>
              <a:t>    signal</a:t>
            </a:r>
            <a:r>
              <a:rPr lang="de-DE" dirty="0">
                <a:solidFill>
                  <a:srgbClr val="000000"/>
                </a:solidFill>
                <a:latin typeface="TTE1F17478t00"/>
                <a:ea typeface="+mn-ea"/>
                <a:cs typeface="DejaVu Sans" charset="0"/>
              </a:rPr>
              <a:t> int_tmp: </a:t>
            </a:r>
            <a:r>
              <a:rPr lang="de-DE" dirty="0">
                <a:solidFill>
                  <a:srgbClr val="FF00FF"/>
                </a:solidFill>
                <a:latin typeface="TTE1F17478t00" charset="0"/>
                <a:ea typeface="+mn-ea"/>
              </a:rPr>
              <a:t>INTEGER</a:t>
            </a:r>
            <a:r>
              <a:rPr lang="de-DE" dirty="0">
                <a:solidFill>
                  <a:srgbClr val="000000"/>
                </a:solidFill>
                <a:latin typeface="TTE1F17478t00"/>
                <a:ea typeface="+mn-ea"/>
                <a:cs typeface="DejaVu Sans" charset="0"/>
              </a:rPr>
              <a:t>; - - 32-bit number</a:t>
            </a: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FF"/>
                </a:solidFill>
                <a:latin typeface="TTE1F17478t00" charset="0"/>
                <a:ea typeface="+mn-ea"/>
              </a:rPr>
              <a:t>    </a:t>
            </a:r>
            <a:endParaRPr lang="de-DE" dirty="0">
              <a:solidFill>
                <a:srgbClr val="000000"/>
              </a:solidFill>
              <a:latin typeface="TTE1F17478t00"/>
              <a:ea typeface="+mn-ea"/>
              <a:cs typeface="DejaVu Sans" charset="0"/>
            </a:endParaRP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431800" lvl="1" indent="-215900">
              <a:spcAft>
                <a:spcPts val="725"/>
              </a:spcAft>
              <a:buSzPct val="45000"/>
              <a:buFont typeface="StarSymbol" charset="0"/>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Frutiger LT Com 55 Roman" pitchFamily="1" charset="0"/>
                <a:ea typeface="+mn-ea"/>
                <a:cs typeface="DejaVu Sans" charset="0"/>
              </a:rPr>
              <a:t>         </a:t>
            </a:r>
          </a:p>
          <a:p>
            <a:pPr marL="266700" lvl="1" indent="-266700">
              <a:spcAft>
                <a:spcPts val="725"/>
              </a:spcAft>
              <a:buClr>
                <a:srgbClr val="00B050"/>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TTE1F17478t00"/>
              <a:ea typeface="+mn-ea"/>
              <a:cs typeface="DejaVu Sans" charset="0"/>
            </a:endParaRPr>
          </a:p>
          <a:p>
            <a:pPr marL="266700" lvl="1" indent="-266700">
              <a:spcAft>
                <a:spcPts val="725"/>
              </a:spcAft>
              <a:buClr>
                <a:srgbClr val="00B050"/>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b="1" dirty="0">
              <a:solidFill>
                <a:srgbClr val="000000"/>
              </a:solidFill>
              <a:latin typeface="Frutiger LT Com 55 Roman" pitchFamily="1" charset="0"/>
              <a:ea typeface="+mn-ea"/>
              <a:cs typeface="DejaVu Sans" charset="0"/>
            </a:endParaRP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266700" lvl="1" indent="-266700">
              <a:spcAft>
                <a:spcPts val="725"/>
              </a:spcAft>
              <a:buClr>
                <a:srgbClr val="00B050"/>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TTE1F17478t00"/>
              <a:ea typeface="+mn-ea"/>
              <a:cs typeface="DejaVu Sans" charset="0"/>
            </a:endParaRP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dirty="0">
              <a:solidFill>
                <a:srgbClr val="000000"/>
              </a:solidFill>
              <a:latin typeface="Frutiger LT Com 55 Roman" pitchFamily="1" charset="0"/>
              <a:ea typeface="+mn-ea"/>
              <a:cs typeface="DejaVu Sans" charset="0"/>
            </a:endParaRPr>
          </a:p>
        </p:txBody>
      </p:sp>
      <p:sp>
        <p:nvSpPr>
          <p:cNvPr id="30721" name="AutoShape 1">
            <a:extLst>
              <a:ext uri="{FF2B5EF4-FFF2-40B4-BE49-F238E27FC236}">
                <a16:creationId xmlns:a16="http://schemas.microsoft.com/office/drawing/2014/main" id="{9A60EB46-FE29-2D4E-ABE3-ADCD4F17DCD4}"/>
              </a:ext>
            </a:extLst>
          </p:cNvPr>
          <p:cNvSpPr>
            <a:spLocks noChangeArrowheads="1"/>
          </p:cNvSpPr>
          <p:nvPr/>
        </p:nvSpPr>
        <p:spPr bwMode="auto">
          <a:xfrm>
            <a:off x="460375" y="1906588"/>
            <a:ext cx="8223250" cy="3959225"/>
          </a:xfrm>
          <a:custGeom>
            <a:avLst/>
            <a:gdLst>
              <a:gd name="G0" fmla="*/ 22842 1 2"/>
              <a:gd name="G1" fmla="*/ 10998 1 2"/>
              <a:gd name="G2" fmla="+- 10998 0 0"/>
              <a:gd name="G3" fmla="+- 22842 0 0"/>
            </a:gdLst>
            <a:ahLst/>
            <a:cxnLst>
              <a:cxn ang="0">
                <a:pos x="r" y="vc"/>
              </a:cxn>
              <a:cxn ang="5400000">
                <a:pos x="hc" y="b"/>
              </a:cxn>
              <a:cxn ang="10800000">
                <a:pos x="l" y="vc"/>
              </a:cxn>
              <a:cxn ang="16200000">
                <a:pos x="hc" y="t"/>
              </a:cxn>
            </a:cxnLst>
            <a:rect l="0" t="0" r="0" b="0"/>
            <a:pathLst>
              <a:path>
                <a:moveTo>
                  <a:pt x="0" y="0"/>
                </a:moveTo>
                <a:lnTo>
                  <a:pt x="22842" y="0"/>
                </a:lnTo>
                <a:lnTo>
                  <a:pt x="22842" y="10998"/>
                </a:lnTo>
                <a:lnTo>
                  <a:pt x="0" y="10998"/>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spcAft>
                <a:spcPts val="725"/>
              </a:spcAft>
              <a:buFont typeface="Times New Roman" pitchFamily="16" charset="0"/>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sz="2000" dirty="0">
                <a:solidFill>
                  <a:srgbClr val="000000"/>
                </a:solidFill>
                <a:latin typeface="Frutiger LT Com 55 Roman" pitchFamily="1" charset="0"/>
                <a:ea typeface="+mn-ea"/>
                <a:cs typeface="DejaVu Sans" charset="0"/>
              </a:rPr>
              <a:t> </a:t>
            </a:r>
          </a:p>
          <a:p>
            <a:pPr marL="266700" lvl="1" indent="-266700">
              <a:spcAft>
                <a:spcPts val="725"/>
              </a:spcAft>
              <a:buClr>
                <a:srgbClr val="00B050"/>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b="1" dirty="0">
              <a:solidFill>
                <a:srgbClr val="000000"/>
              </a:solidFill>
              <a:latin typeface="Frutiger LT Com 55 Roman" pitchFamily="1" charset="0"/>
              <a:ea typeface="+mn-ea"/>
              <a:cs typeface="DejaVu Sans" charset="0"/>
            </a:endParaRP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dirty="0">
              <a:solidFill>
                <a:srgbClr val="000000"/>
              </a:solidFill>
              <a:latin typeface="Frutiger LT Com 55 Roman" pitchFamily="1" charset="0"/>
              <a:ea typeface="+mn-ea"/>
              <a:cs typeface="DejaVu Sans" charset="0"/>
            </a:endParaRPr>
          </a:p>
        </p:txBody>
      </p:sp>
      <p:sp>
        <p:nvSpPr>
          <p:cNvPr id="23556" name="AutoShape 2">
            <a:extLst>
              <a:ext uri="{FF2B5EF4-FFF2-40B4-BE49-F238E27FC236}">
                <a16:creationId xmlns:a16="http://schemas.microsoft.com/office/drawing/2014/main" id="{1D15AE56-BADF-BB46-A0B5-F3A986102BA0}"/>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buClrTx/>
              <a:buSzTx/>
              <a:buFontTx/>
              <a:buNone/>
            </a:pPr>
            <a:r>
              <a:rPr lang="de-DE" altLang="en-US" sz="3200" b="1">
                <a:latin typeface="Frutiger LT Com 45 Light" charset="0"/>
              </a:rPr>
              <a:t>Types Defined in Standard Package</a:t>
            </a:r>
          </a:p>
        </p:txBody>
      </p:sp>
      <p:sp>
        <p:nvSpPr>
          <p:cNvPr id="23557" name="Text Box 4">
            <a:extLst>
              <a:ext uri="{FF2B5EF4-FFF2-40B4-BE49-F238E27FC236}">
                <a16:creationId xmlns:a16="http://schemas.microsoft.com/office/drawing/2014/main" id="{000B977F-CF13-7240-B4FD-7E1DED81EA7F}"/>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buClrTx/>
              <a:buSzTx/>
              <a:buFontTx/>
              <a:buNone/>
            </a:pPr>
            <a:fld id="{73F70B83-0624-AB4C-845D-71D94A9D48CC}" type="slidenum">
              <a:rPr lang="de-DE" altLang="en-US" sz="1200">
                <a:solidFill>
                  <a:srgbClr val="B2B2B2"/>
                </a:solidFill>
              </a:rPr>
              <a:pPr algn="ctr" eaLnBrk="1">
                <a:lnSpc>
                  <a:spcPct val="100000"/>
                </a:lnSpc>
                <a:spcAft>
                  <a:spcPct val="0"/>
                </a:spcAft>
                <a:buClrTx/>
                <a:buSzTx/>
                <a:buFontTx/>
                <a:buNone/>
              </a:pPr>
              <a:t>20</a:t>
            </a:fld>
            <a:endParaRPr lang="de-DE" altLang="en-US" sz="1200">
              <a:solidFill>
                <a:srgbClr val="B2B2B2"/>
              </a:solidFill>
            </a:endParaRPr>
          </a:p>
        </p:txBody>
      </p:sp>
      <p:sp>
        <p:nvSpPr>
          <p:cNvPr id="23558" name="Rectangle 73">
            <a:extLst>
              <a:ext uri="{FF2B5EF4-FFF2-40B4-BE49-F238E27FC236}">
                <a16:creationId xmlns:a16="http://schemas.microsoft.com/office/drawing/2014/main" id="{03E73487-8A68-9D44-8540-00401BF3764D}"/>
              </a:ext>
            </a:extLst>
          </p:cNvPr>
          <p:cNvSpPr>
            <a:spLocks noChangeArrowheads="1"/>
          </p:cNvSpPr>
          <p:nvPr/>
        </p:nvSpPr>
        <p:spPr bwMode="auto">
          <a:xfrm>
            <a:off x="1608138" y="3048000"/>
            <a:ext cx="4953000" cy="496888"/>
          </a:xfrm>
          <a:prstGeom prst="rect">
            <a:avLst/>
          </a:prstGeom>
          <a:solidFill>
            <a:srgbClr val="D4E0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11" name="Rectangle 10">
            <a:extLst>
              <a:ext uri="{FF2B5EF4-FFF2-40B4-BE49-F238E27FC236}">
                <a16:creationId xmlns:a16="http://schemas.microsoft.com/office/drawing/2014/main" id="{61B7CDE4-980F-9441-AAB5-FCFB74D83395}"/>
              </a:ext>
            </a:extLst>
          </p:cNvPr>
          <p:cNvSpPr/>
          <p:nvPr/>
        </p:nvSpPr>
        <p:spPr bwMode="auto">
          <a:xfrm>
            <a:off x="1608138" y="3048000"/>
            <a:ext cx="4953000" cy="874713"/>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lstStyle/>
          <a:p>
            <a:pPr eaLnBrk="1">
              <a:lnSpc>
                <a:spcPct val="93000"/>
              </a:lnSpc>
              <a:buClr>
                <a:srgbClr val="000000"/>
              </a:buClr>
              <a:buSzPct val="100000"/>
              <a:buFont typeface="Times New Roman" pitchFamily="16" charset="0"/>
              <a:buNone/>
              <a:defRPr/>
            </a:pPr>
            <a:endParaRPr lang="en-GB">
              <a:latin typeface="Arial" charset="0"/>
              <a:ea typeface="+mn-ea"/>
            </a:endParaRPr>
          </a:p>
        </p:txBody>
      </p:sp>
      <p:sp>
        <p:nvSpPr>
          <p:cNvPr id="23560" name="AutoShape 3">
            <a:extLst>
              <a:ext uri="{FF2B5EF4-FFF2-40B4-BE49-F238E27FC236}">
                <a16:creationId xmlns:a16="http://schemas.microsoft.com/office/drawing/2014/main" id="{BCF8AA7B-6DA9-DE4B-88F5-0B70840A043A}"/>
              </a:ext>
            </a:extLst>
          </p:cNvPr>
          <p:cNvSpPr>
            <a:spLocks noChangeArrowheads="1"/>
          </p:cNvSpPr>
          <p:nvPr/>
        </p:nvSpPr>
        <p:spPr bwMode="auto">
          <a:xfrm>
            <a:off x="1598613" y="3052763"/>
            <a:ext cx="5640387" cy="1198562"/>
          </a:xfrm>
          <a:custGeom>
            <a:avLst/>
            <a:gdLst>
              <a:gd name="T0" fmla="*/ 82148735 w 4721225"/>
              <a:gd name="T1" fmla="*/ 0 h 2009775"/>
              <a:gd name="T2" fmla="*/ 41074361 w 4721225"/>
              <a:gd name="T3" fmla="*/ 0 h 2009775"/>
              <a:gd name="T4" fmla="*/ 0 w 4721225"/>
              <a:gd name="T5" fmla="*/ 0 h 2009775"/>
              <a:gd name="T6" fmla="*/ 41074361 w 4721225"/>
              <a:gd name="T7" fmla="*/ 0 h 2009775"/>
              <a:gd name="T8" fmla="*/ 0 60000 65536"/>
              <a:gd name="T9" fmla="*/ 5898240 60000 65536"/>
              <a:gd name="T10" fmla="*/ 11796480 60000 65536"/>
              <a:gd name="T11" fmla="*/ 17694720 60000 65536"/>
              <a:gd name="T12" fmla="*/ 0 w 4721225"/>
              <a:gd name="T13" fmla="*/ 0 h 2009775"/>
              <a:gd name="T14" fmla="*/ 4721225 w 4721225"/>
              <a:gd name="T15" fmla="*/ 2009775 h 2009775"/>
            </a:gdLst>
            <a:ahLst/>
            <a:cxnLst>
              <a:cxn ang="T8">
                <a:pos x="T0" y="T1"/>
              </a:cxn>
              <a:cxn ang="T9">
                <a:pos x="T2" y="T3"/>
              </a:cxn>
              <a:cxn ang="T10">
                <a:pos x="T4" y="T5"/>
              </a:cxn>
              <a:cxn ang="T11">
                <a:pos x="T6" y="T7"/>
              </a:cxn>
            </a:cxnLst>
            <a:rect l="T12" t="T13" r="T14" b="T15"/>
            <a:pathLst>
              <a:path w="4721225" h="2009775">
                <a:moveTo>
                  <a:pt x="0" y="0"/>
                </a:moveTo>
                <a:lnTo>
                  <a:pt x="13115" y="0"/>
                </a:lnTo>
                <a:lnTo>
                  <a:pt x="13115" y="5584"/>
                </a:lnTo>
                <a:lnTo>
                  <a:pt x="0" y="5584"/>
                </a:lnTo>
                <a:lnTo>
                  <a:pt x="0" y="0"/>
                </a:lnTo>
                <a:close/>
              </a:path>
            </a:pathLst>
          </a:cu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en-GB" altLang="en-US">
                <a:solidFill>
                  <a:srgbClr val="0000FF"/>
                </a:solidFill>
                <a:latin typeface="TTE1F17478t00" charset="0"/>
              </a:rPr>
              <a:t>variable </a:t>
            </a:r>
            <a:r>
              <a:rPr lang="en-US" altLang="en-US">
                <a:solidFill>
                  <a:schemeClr val="tx1"/>
                </a:solidFill>
                <a:latin typeface="TTE1F17478t00" charset="0"/>
              </a:rPr>
              <a:t>&lt;name&gt; : &lt;DATA TYPE&gt; := &lt;value&gt;;</a:t>
            </a:r>
          </a:p>
          <a:p>
            <a:pPr eaLnBrk="1">
              <a:lnSpc>
                <a:spcPct val="100000"/>
              </a:lnSpc>
              <a:spcAft>
                <a:spcPct val="0"/>
              </a:spcAft>
            </a:pPr>
            <a:r>
              <a:rPr lang="en-US" altLang="en-US">
                <a:solidFill>
                  <a:schemeClr val="tx1"/>
                </a:solidFill>
                <a:latin typeface="TTE1F17478t00" charset="0"/>
              </a:rPr>
              <a:t> </a:t>
            </a:r>
            <a:endParaRPr lang="de-DE" altLang="en-US">
              <a:latin typeface="TTE1F17478t00" charset="0"/>
            </a:endParaRPr>
          </a:p>
          <a:p>
            <a:pPr eaLnBrk="1">
              <a:lnSpc>
                <a:spcPct val="100000"/>
              </a:lnSpc>
              <a:spcAft>
                <a:spcPct val="0"/>
              </a:spcAft>
            </a:pPr>
            <a:r>
              <a:rPr lang="en-US" altLang="en-US">
                <a:solidFill>
                  <a:srgbClr val="0000FF"/>
                </a:solidFill>
                <a:latin typeface="TTE1F17478t00" charset="0"/>
              </a:rPr>
              <a:t>variable</a:t>
            </a:r>
            <a:r>
              <a:rPr lang="en-US" altLang="en-US">
                <a:solidFill>
                  <a:srgbClr val="3366FF"/>
                </a:solidFill>
              </a:rPr>
              <a:t> </a:t>
            </a:r>
            <a:r>
              <a:rPr lang="en-US" altLang="en-US"/>
              <a:t>int_temp : </a:t>
            </a:r>
            <a:r>
              <a:rPr lang="en-US" altLang="en-US">
                <a:solidFill>
                  <a:srgbClr val="FF00FF"/>
                </a:solidFill>
                <a:latin typeface="TTE1F17478t00" charset="0"/>
              </a:rPr>
              <a:t>integer </a:t>
            </a:r>
            <a:r>
              <a:rPr lang="en-US" altLang="en-US">
                <a:solidFill>
                  <a:schemeClr val="tx1"/>
                </a:solidFill>
                <a:latin typeface="TTE1F17478t00" charset="0"/>
              </a:rPr>
              <a:t>:= 16</a:t>
            </a:r>
            <a:endParaRPr lang="en-US" altLang="en-US" i="1"/>
          </a:p>
          <a:p>
            <a:pPr eaLnBrk="1">
              <a:lnSpc>
                <a:spcPct val="100000"/>
              </a:lnSpc>
              <a:spcAft>
                <a:spcPct val="0"/>
              </a:spcAft>
            </a:pPr>
            <a:endParaRPr lang="de-DE" altLang="en-US">
              <a:solidFill>
                <a:srgbClr val="0000FF"/>
              </a:solidFill>
              <a:latin typeface="TTE1F17478t00" charset="0"/>
            </a:endParaRPr>
          </a:p>
        </p:txBody>
      </p:sp>
      <p:sp>
        <p:nvSpPr>
          <p:cNvPr id="23561" name="Rectangle 73">
            <a:extLst>
              <a:ext uri="{FF2B5EF4-FFF2-40B4-BE49-F238E27FC236}">
                <a16:creationId xmlns:a16="http://schemas.microsoft.com/office/drawing/2014/main" id="{38E3348B-0102-434A-B955-48827520A2D6}"/>
              </a:ext>
            </a:extLst>
          </p:cNvPr>
          <p:cNvSpPr>
            <a:spLocks noChangeArrowheads="1"/>
          </p:cNvSpPr>
          <p:nvPr/>
        </p:nvSpPr>
        <p:spPr bwMode="auto">
          <a:xfrm>
            <a:off x="1600200" y="4114800"/>
            <a:ext cx="4953000" cy="496888"/>
          </a:xfrm>
          <a:prstGeom prst="rect">
            <a:avLst/>
          </a:prstGeom>
          <a:solidFill>
            <a:srgbClr val="D4E0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23562" name="AutoShape 3">
            <a:extLst>
              <a:ext uri="{FF2B5EF4-FFF2-40B4-BE49-F238E27FC236}">
                <a16:creationId xmlns:a16="http://schemas.microsoft.com/office/drawing/2014/main" id="{58CAC0F4-5235-CA41-8D35-6CCE9568B5CA}"/>
              </a:ext>
            </a:extLst>
          </p:cNvPr>
          <p:cNvSpPr>
            <a:spLocks noChangeArrowheads="1"/>
          </p:cNvSpPr>
          <p:nvPr/>
        </p:nvSpPr>
        <p:spPr bwMode="auto">
          <a:xfrm>
            <a:off x="1674813" y="4211638"/>
            <a:ext cx="5640387" cy="922337"/>
          </a:xfrm>
          <a:custGeom>
            <a:avLst/>
            <a:gdLst>
              <a:gd name="T0" fmla="*/ 82148735 w 4721225"/>
              <a:gd name="T1" fmla="*/ 0 h 2009775"/>
              <a:gd name="T2" fmla="*/ 41074361 w 4721225"/>
              <a:gd name="T3" fmla="*/ 0 h 2009775"/>
              <a:gd name="T4" fmla="*/ 0 w 4721225"/>
              <a:gd name="T5" fmla="*/ 0 h 2009775"/>
              <a:gd name="T6" fmla="*/ 41074361 w 4721225"/>
              <a:gd name="T7" fmla="*/ 0 h 2009775"/>
              <a:gd name="T8" fmla="*/ 0 60000 65536"/>
              <a:gd name="T9" fmla="*/ 5898240 60000 65536"/>
              <a:gd name="T10" fmla="*/ 11796480 60000 65536"/>
              <a:gd name="T11" fmla="*/ 17694720 60000 65536"/>
              <a:gd name="T12" fmla="*/ 0 w 4721225"/>
              <a:gd name="T13" fmla="*/ 0 h 2009775"/>
              <a:gd name="T14" fmla="*/ 4721225 w 4721225"/>
              <a:gd name="T15" fmla="*/ 2009775 h 2009775"/>
            </a:gdLst>
            <a:ahLst/>
            <a:cxnLst>
              <a:cxn ang="T8">
                <a:pos x="T0" y="T1"/>
              </a:cxn>
              <a:cxn ang="T9">
                <a:pos x="T2" y="T3"/>
              </a:cxn>
              <a:cxn ang="T10">
                <a:pos x="T4" y="T5"/>
              </a:cxn>
              <a:cxn ang="T11">
                <a:pos x="T6" y="T7"/>
              </a:cxn>
            </a:cxnLst>
            <a:rect l="T12" t="T13" r="T14" b="T15"/>
            <a:pathLst>
              <a:path w="4721225" h="2009775">
                <a:moveTo>
                  <a:pt x="0" y="0"/>
                </a:moveTo>
                <a:lnTo>
                  <a:pt x="13115" y="0"/>
                </a:lnTo>
                <a:lnTo>
                  <a:pt x="13115" y="5584"/>
                </a:lnTo>
                <a:lnTo>
                  <a:pt x="0" y="5584"/>
                </a:lnTo>
                <a:lnTo>
                  <a:pt x="0" y="0"/>
                </a:lnTo>
                <a:close/>
              </a:path>
            </a:pathLst>
          </a:cu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en-GB" altLang="en-US">
                <a:solidFill>
                  <a:srgbClr val="0000FF"/>
                </a:solidFill>
                <a:latin typeface="TTE1F17478t00" charset="0"/>
              </a:rPr>
              <a:t>constant </a:t>
            </a:r>
            <a:r>
              <a:rPr lang="en-US" altLang="en-US">
                <a:solidFill>
                  <a:schemeClr val="tx1"/>
                </a:solidFill>
                <a:latin typeface="TTE1F17478t00" charset="0"/>
              </a:rPr>
              <a:t>&lt;name&gt; : &lt;DATA TYPE&gt; := &lt;value&gt;;</a:t>
            </a:r>
          </a:p>
          <a:p>
            <a:pPr eaLnBrk="1">
              <a:lnSpc>
                <a:spcPct val="100000"/>
              </a:lnSpc>
              <a:spcAft>
                <a:spcPct val="0"/>
              </a:spcAft>
            </a:pPr>
            <a:r>
              <a:rPr lang="en-US" altLang="en-US">
                <a:solidFill>
                  <a:schemeClr val="tx1"/>
                </a:solidFill>
                <a:latin typeface="TTE1F17478t00" charset="0"/>
              </a:rPr>
              <a:t> </a:t>
            </a:r>
          </a:p>
          <a:p>
            <a:pPr eaLnBrk="1">
              <a:lnSpc>
                <a:spcPct val="100000"/>
              </a:lnSpc>
              <a:spcAft>
                <a:spcPct val="0"/>
              </a:spcAft>
            </a:pPr>
            <a:r>
              <a:rPr lang="en-GB" altLang="en-US">
                <a:solidFill>
                  <a:srgbClr val="0000FF"/>
                </a:solidFill>
                <a:latin typeface="TTE1F17478t00" charset="0"/>
              </a:rPr>
              <a:t>constant</a:t>
            </a:r>
            <a:r>
              <a:rPr lang="en-US" altLang="en-US" b="1">
                <a:solidFill>
                  <a:schemeClr val="tx1"/>
                </a:solidFill>
                <a:latin typeface="TTE1F17478t00" charset="0"/>
              </a:rPr>
              <a:t> </a:t>
            </a:r>
            <a:r>
              <a:rPr lang="en-US" altLang="en-US">
                <a:solidFill>
                  <a:schemeClr val="tx1"/>
                </a:solidFill>
                <a:latin typeface="TTE1F17478t00" charset="0"/>
              </a:rPr>
              <a:t>bus_width: </a:t>
            </a:r>
            <a:r>
              <a:rPr lang="en-GB" altLang="en-US">
                <a:solidFill>
                  <a:srgbClr val="FF00FF"/>
                </a:solidFill>
                <a:latin typeface="TTE1F17478t00" charset="0"/>
              </a:rPr>
              <a:t>integer</a:t>
            </a:r>
            <a:r>
              <a:rPr lang="en-US" altLang="en-US" b="1">
                <a:solidFill>
                  <a:schemeClr val="tx1"/>
                </a:solidFill>
                <a:latin typeface="TTE1F17478t00" charset="0"/>
              </a:rPr>
              <a:t> </a:t>
            </a:r>
            <a:r>
              <a:rPr lang="en-US" altLang="en-US">
                <a:solidFill>
                  <a:schemeClr val="tx1"/>
                </a:solidFill>
                <a:latin typeface="TTE1F17478t00" charset="0"/>
              </a:rPr>
              <a:t>:=</a:t>
            </a:r>
            <a:r>
              <a:rPr lang="en-US" altLang="en-US" b="1">
                <a:solidFill>
                  <a:schemeClr val="tx1"/>
                </a:solidFill>
                <a:latin typeface="TTE1F17478t00" charset="0"/>
              </a:rPr>
              <a:t> </a:t>
            </a:r>
            <a:r>
              <a:rPr lang="en-US" altLang="en-US">
                <a:solidFill>
                  <a:schemeClr val="tx1"/>
                </a:solidFill>
                <a:latin typeface="TTE1F17478t00" charset="0"/>
              </a:rPr>
              <a:t>16;</a:t>
            </a:r>
            <a:endParaRPr lang="de-DE" altLang="en-US">
              <a:solidFill>
                <a:srgbClr val="0000FF"/>
              </a:solidFill>
              <a:latin typeface="TTE1F17478t00" charset="0"/>
            </a:endParaRPr>
          </a:p>
        </p:txBody>
      </p:sp>
      <p:sp>
        <p:nvSpPr>
          <p:cNvPr id="15" name="Rectangle 14">
            <a:extLst>
              <a:ext uri="{FF2B5EF4-FFF2-40B4-BE49-F238E27FC236}">
                <a16:creationId xmlns:a16="http://schemas.microsoft.com/office/drawing/2014/main" id="{621752C6-CAE0-4F44-ABC4-9602B4D76E8A}"/>
              </a:ext>
            </a:extLst>
          </p:cNvPr>
          <p:cNvSpPr/>
          <p:nvPr/>
        </p:nvSpPr>
        <p:spPr bwMode="auto">
          <a:xfrm>
            <a:off x="1600200" y="4114800"/>
            <a:ext cx="4953000" cy="1019175"/>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lstStyle/>
          <a:p>
            <a:pPr eaLnBrk="1">
              <a:lnSpc>
                <a:spcPct val="93000"/>
              </a:lnSpc>
              <a:buClr>
                <a:srgbClr val="000000"/>
              </a:buClr>
              <a:buSzPct val="100000"/>
              <a:buFont typeface="Times New Roman" pitchFamily="16" charset="0"/>
              <a:buNone/>
              <a:defRPr/>
            </a:pPr>
            <a:endParaRPr lang="en-GB">
              <a:latin typeface="Arial" charset="0"/>
              <a:ea typeface="+mn-ea"/>
            </a:endParaRPr>
          </a:p>
        </p:txBody>
      </p:sp>
      <p:sp>
        <p:nvSpPr>
          <p:cNvPr id="4" name="TextBox 3">
            <a:extLst>
              <a:ext uri="{FF2B5EF4-FFF2-40B4-BE49-F238E27FC236}">
                <a16:creationId xmlns:a16="http://schemas.microsoft.com/office/drawing/2014/main" id="{0BA0FCB0-7E02-2E48-8DE9-DFD652CF434E}"/>
              </a:ext>
            </a:extLst>
          </p:cNvPr>
          <p:cNvSpPr txBox="1"/>
          <p:nvPr/>
        </p:nvSpPr>
        <p:spPr>
          <a:xfrm>
            <a:off x="1487488" y="5230813"/>
            <a:ext cx="5194300" cy="735012"/>
          </a:xfrm>
          <a:prstGeom prst="rect">
            <a:avLst/>
          </a:prstGeom>
          <a:noFill/>
        </p:spPr>
        <p:txBody>
          <a:bodyPr>
            <a:spAutoFit/>
          </a:bodyPr>
          <a:lstStyle/>
          <a:p>
            <a:pPr marL="266700" lvl="1" indent="-266700">
              <a:spcAft>
                <a:spcPts val="725"/>
              </a:spcAft>
              <a:buClr>
                <a:schemeClr val="bg2">
                  <a:lumMod val="60000"/>
                  <a:lumOff val="40000"/>
                </a:schemeClr>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en-US" dirty="0">
                <a:ea typeface="+mn-ea"/>
              </a:rPr>
              <a:t>Variables are assigned by :=</a:t>
            </a:r>
          </a:p>
          <a:p>
            <a:pPr marL="266700" lvl="1" indent="-266700">
              <a:spcAft>
                <a:spcPts val="725"/>
              </a:spcAft>
              <a:buClr>
                <a:schemeClr val="bg2">
                  <a:lumMod val="60000"/>
                  <a:lumOff val="40000"/>
                </a:schemeClr>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en-US" dirty="0">
                <a:ea typeface="+mn-ea"/>
              </a:rPr>
              <a:t>Variable assignments are updated immediately</a:t>
            </a:r>
            <a:endParaRPr lang="en-GB" dirty="0">
              <a:ea typeface="+mn-ea"/>
            </a:endParaRPr>
          </a:p>
        </p:txBody>
      </p:sp>
    </p:spTree>
  </p:cSld>
  <p:clrMapOvr>
    <a:masterClrMapping/>
  </p:clrMapOvr>
  <p:transition spd="med" advTm="62062"/>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AutoShape 1">
            <a:extLst>
              <a:ext uri="{FF2B5EF4-FFF2-40B4-BE49-F238E27FC236}">
                <a16:creationId xmlns:a16="http://schemas.microsoft.com/office/drawing/2014/main" id="{A1968F13-BA06-F74D-B3A1-5B462334AEB4}"/>
              </a:ext>
            </a:extLst>
          </p:cNvPr>
          <p:cNvSpPr>
            <a:spLocks noChangeArrowheads="1"/>
          </p:cNvSpPr>
          <p:nvPr/>
        </p:nvSpPr>
        <p:spPr bwMode="auto">
          <a:xfrm>
            <a:off x="460375" y="1676400"/>
            <a:ext cx="8223250" cy="4035425"/>
          </a:xfrm>
          <a:custGeom>
            <a:avLst/>
            <a:gdLst>
              <a:gd name="G0" fmla="*/ 22842 1 2"/>
              <a:gd name="G1" fmla="*/ 10998 1 2"/>
              <a:gd name="G2" fmla="+- 10998 0 0"/>
              <a:gd name="G3" fmla="+- 22842 0 0"/>
            </a:gdLst>
            <a:ahLst/>
            <a:cxnLst>
              <a:cxn ang="0">
                <a:pos x="r" y="vc"/>
              </a:cxn>
              <a:cxn ang="5400000">
                <a:pos x="hc" y="b"/>
              </a:cxn>
              <a:cxn ang="10800000">
                <a:pos x="l" y="vc"/>
              </a:cxn>
              <a:cxn ang="16200000">
                <a:pos x="hc" y="t"/>
              </a:cxn>
            </a:cxnLst>
            <a:rect l="0" t="0" r="0" b="0"/>
            <a:pathLst>
              <a:path>
                <a:moveTo>
                  <a:pt x="0" y="0"/>
                </a:moveTo>
                <a:lnTo>
                  <a:pt x="22842" y="0"/>
                </a:lnTo>
                <a:lnTo>
                  <a:pt x="22842" y="10998"/>
                </a:lnTo>
                <a:lnTo>
                  <a:pt x="0" y="10998"/>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266700" lvl="1" indent="-266700">
              <a:spcAft>
                <a:spcPts val="725"/>
              </a:spcAft>
              <a:buClr>
                <a:srgbClr val="00B050"/>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Type NATURAL</a:t>
            </a:r>
          </a:p>
          <a:p>
            <a:pPr marL="1219200" lvl="1" indent="-233363" hangingPunct="1">
              <a:spcAft>
                <a:spcPts val="725"/>
              </a:spcAft>
              <a:buClr>
                <a:srgbClr val="A8AFAF"/>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Integer with range 0 to </a:t>
            </a:r>
            <a:r>
              <a:rPr lang="en-GB" dirty="0">
                <a:ea typeface="+mn-ea"/>
              </a:rPr>
              <a:t>2</a:t>
            </a:r>
            <a:r>
              <a:rPr lang="en-GB" baseline="30000" dirty="0">
                <a:ea typeface="+mn-ea"/>
              </a:rPr>
              <a:t>32</a:t>
            </a:r>
            <a:endParaRPr lang="de-DE" dirty="0">
              <a:solidFill>
                <a:srgbClr val="000000"/>
              </a:solidFill>
              <a:latin typeface="TTE1F17478t00"/>
              <a:ea typeface="+mn-ea"/>
              <a:cs typeface="DejaVu Sans" charset="0"/>
            </a:endParaRPr>
          </a:p>
          <a:p>
            <a:pPr marL="266700" lvl="1" indent="-266700">
              <a:spcAft>
                <a:spcPts val="725"/>
              </a:spcAft>
              <a:buClr>
                <a:srgbClr val="00B050"/>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Type POSITIVE</a:t>
            </a:r>
          </a:p>
          <a:p>
            <a:pPr marL="1219200" lvl="1" indent="-233363" hangingPunct="1">
              <a:spcAft>
                <a:spcPts val="725"/>
              </a:spcAft>
              <a:buClr>
                <a:srgbClr val="A8AFAF"/>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Integer with range 1 to </a:t>
            </a:r>
            <a:r>
              <a:rPr lang="en-GB" dirty="0">
                <a:ea typeface="+mn-ea"/>
              </a:rPr>
              <a:t>2</a:t>
            </a:r>
            <a:r>
              <a:rPr lang="en-GB" baseline="30000" dirty="0">
                <a:ea typeface="+mn-ea"/>
              </a:rPr>
              <a:t>32</a:t>
            </a:r>
            <a:endParaRPr lang="de-DE" dirty="0">
              <a:solidFill>
                <a:srgbClr val="000000"/>
              </a:solidFill>
              <a:latin typeface="Frutiger LT Com 55 Roman" pitchFamily="1" charset="0"/>
              <a:ea typeface="+mn-ea"/>
              <a:cs typeface="DejaVu Sans" charset="0"/>
            </a:endParaRPr>
          </a:p>
          <a:p>
            <a:pPr marL="266700" lvl="1" indent="-266700">
              <a:spcAft>
                <a:spcPts val="725"/>
              </a:spcAft>
              <a:buClr>
                <a:srgbClr val="00B050"/>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Type CHARACTER</a:t>
            </a:r>
          </a:p>
          <a:p>
            <a:pPr marL="1219200" lvl="1" indent="-233363" hangingPunct="1">
              <a:spcAft>
                <a:spcPts val="725"/>
              </a:spcAft>
              <a:buClr>
                <a:srgbClr val="A8AFAF"/>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ASCII characters</a:t>
            </a:r>
          </a:p>
          <a:p>
            <a:pPr marL="266700" lvl="1" indent="-266700">
              <a:spcAft>
                <a:spcPts val="725"/>
              </a:spcAft>
              <a:buClr>
                <a:srgbClr val="00B050"/>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Type STRING</a:t>
            </a:r>
          </a:p>
          <a:p>
            <a:pPr marL="1219200" lvl="1" indent="-233363" hangingPunct="1">
              <a:spcAft>
                <a:spcPts val="725"/>
              </a:spcAft>
              <a:buClr>
                <a:srgbClr val="A8AFAF"/>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Array of characters</a:t>
            </a:r>
          </a:p>
          <a:p>
            <a:pPr marL="266700" lvl="1" indent="-266700">
              <a:spcAft>
                <a:spcPts val="725"/>
              </a:spcAft>
              <a:buClr>
                <a:srgbClr val="00B050"/>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Type TIME</a:t>
            </a:r>
          </a:p>
          <a:p>
            <a:pPr marL="1219200" lvl="1" indent="-233363" hangingPunct="1">
              <a:spcAft>
                <a:spcPts val="725"/>
              </a:spcAft>
              <a:buClr>
                <a:srgbClr val="A8AFAF"/>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Value includes units of time (e.g. ps,us,ns,ms,sec,min,hr)</a:t>
            </a:r>
          </a:p>
          <a:p>
            <a:pPr marL="266700" lvl="1" indent="-266700">
              <a:spcAft>
                <a:spcPts val="725"/>
              </a:spcAft>
              <a:buClr>
                <a:srgbClr val="00B050"/>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Type BOOLEAN</a:t>
            </a:r>
          </a:p>
          <a:p>
            <a:pPr marL="1219200" lvl="1" indent="-233363" hangingPunct="1">
              <a:spcAft>
                <a:spcPts val="725"/>
              </a:spcAft>
              <a:buClr>
                <a:srgbClr val="A8AFAF"/>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‘false‘, ‘true‘</a:t>
            </a:r>
            <a:endParaRPr lang="de-DE" dirty="0">
              <a:solidFill>
                <a:srgbClr val="000000"/>
              </a:solidFill>
              <a:latin typeface="Times New Roman" panose="02020603050405020304" pitchFamily="18" charset="0"/>
              <a:ea typeface="+mn-ea"/>
              <a:cs typeface="Times New Roman" panose="02020603050405020304" pitchFamily="18" charset="0"/>
            </a:endParaRPr>
          </a:p>
          <a:p>
            <a:pPr marL="1219200" lvl="1" indent="-233363" hangingPunct="1">
              <a:spcAft>
                <a:spcPts val="725"/>
              </a:spcAft>
              <a:buClr>
                <a:srgbClr val="A8AFAF"/>
              </a:buClr>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1219200" lvl="1" indent="-233363" hangingPunct="1">
              <a:spcAft>
                <a:spcPts val="725"/>
              </a:spcAft>
              <a:buClr>
                <a:srgbClr val="A8AFAF"/>
              </a:buClr>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dirty="0">
              <a:solidFill>
                <a:srgbClr val="000000"/>
              </a:solidFill>
              <a:latin typeface="Frutiger LT Com 55 Roman" pitchFamily="1" charset="0"/>
              <a:ea typeface="+mn-ea"/>
              <a:cs typeface="DejaVu Sans" charset="0"/>
            </a:endParaRPr>
          </a:p>
        </p:txBody>
      </p:sp>
      <p:sp>
        <p:nvSpPr>
          <p:cNvPr id="24579" name="AutoShape 2">
            <a:extLst>
              <a:ext uri="{FF2B5EF4-FFF2-40B4-BE49-F238E27FC236}">
                <a16:creationId xmlns:a16="http://schemas.microsoft.com/office/drawing/2014/main" id="{7EB147B2-1812-EC47-9B3D-C7F81A790595}"/>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buClrTx/>
              <a:buSzTx/>
              <a:buFontTx/>
              <a:buNone/>
            </a:pPr>
            <a:r>
              <a:rPr lang="de-DE" altLang="en-US" sz="3200" b="1">
                <a:latin typeface="Frutiger LT Com 45 Light" charset="0"/>
              </a:rPr>
              <a:t>Types Defined in Standard Package</a:t>
            </a:r>
          </a:p>
        </p:txBody>
      </p:sp>
      <p:sp>
        <p:nvSpPr>
          <p:cNvPr id="24580" name="Text Box 3">
            <a:extLst>
              <a:ext uri="{FF2B5EF4-FFF2-40B4-BE49-F238E27FC236}">
                <a16:creationId xmlns:a16="http://schemas.microsoft.com/office/drawing/2014/main" id="{59A58678-7D53-254E-A054-3C62D795E907}"/>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buClrTx/>
              <a:buSzTx/>
              <a:buFontTx/>
              <a:buNone/>
            </a:pPr>
            <a:fld id="{2C24B053-8BE5-4441-8987-780CF1599268}" type="slidenum">
              <a:rPr lang="de-DE" altLang="en-US" sz="1200">
                <a:solidFill>
                  <a:srgbClr val="B2B2B2"/>
                </a:solidFill>
              </a:rPr>
              <a:pPr algn="ctr" eaLnBrk="1">
                <a:lnSpc>
                  <a:spcPct val="100000"/>
                </a:lnSpc>
                <a:spcAft>
                  <a:spcPct val="0"/>
                </a:spcAft>
                <a:buClrTx/>
                <a:buSzTx/>
                <a:buFontTx/>
                <a:buNone/>
              </a:pPr>
              <a:t>21</a:t>
            </a:fld>
            <a:endParaRPr lang="de-DE" altLang="en-US" sz="1200">
              <a:solidFill>
                <a:srgbClr val="B2B2B2"/>
              </a:solidFill>
            </a:endParaRPr>
          </a:p>
        </p:txBody>
      </p:sp>
    </p:spTree>
  </p:cSld>
  <p:clrMapOvr>
    <a:masterClrMapping/>
  </p:clrMapOvr>
  <p:transition spd="med" advTm="37695"/>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AutoShape 1">
            <a:extLst>
              <a:ext uri="{FF2B5EF4-FFF2-40B4-BE49-F238E27FC236}">
                <a16:creationId xmlns:a16="http://schemas.microsoft.com/office/drawing/2014/main" id="{1A400006-C1C8-6C43-B5D0-288BD5AF90F4}"/>
              </a:ext>
            </a:extLst>
          </p:cNvPr>
          <p:cNvSpPr>
            <a:spLocks noChangeArrowheads="1"/>
          </p:cNvSpPr>
          <p:nvPr/>
        </p:nvSpPr>
        <p:spPr bwMode="auto">
          <a:xfrm>
            <a:off x="460375" y="1908175"/>
            <a:ext cx="8223250" cy="3959225"/>
          </a:xfrm>
          <a:custGeom>
            <a:avLst/>
            <a:gdLst>
              <a:gd name="G0" fmla="*/ 22842 1 2"/>
              <a:gd name="G1" fmla="*/ 10998 1 2"/>
              <a:gd name="G2" fmla="+- 10998 0 0"/>
              <a:gd name="G3" fmla="+- 22842 0 0"/>
            </a:gdLst>
            <a:ahLst/>
            <a:cxnLst>
              <a:cxn ang="0">
                <a:pos x="r" y="vc"/>
              </a:cxn>
              <a:cxn ang="5400000">
                <a:pos x="hc" y="b"/>
              </a:cxn>
              <a:cxn ang="10800000">
                <a:pos x="l" y="vc"/>
              </a:cxn>
              <a:cxn ang="16200000">
                <a:pos x="hc" y="t"/>
              </a:cxn>
            </a:cxnLst>
            <a:rect l="0" t="0" r="0" b="0"/>
            <a:pathLst>
              <a:path>
                <a:moveTo>
                  <a:pt x="0" y="0"/>
                </a:moveTo>
                <a:lnTo>
                  <a:pt x="22842" y="0"/>
                </a:lnTo>
                <a:lnTo>
                  <a:pt x="22842" y="10998"/>
                </a:lnTo>
                <a:lnTo>
                  <a:pt x="0" y="10998"/>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LIBRARY IEEE</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Package</a:t>
            </a:r>
            <a:r>
              <a:rPr lang="de-DE" b="1" dirty="0">
                <a:solidFill>
                  <a:srgbClr val="000000"/>
                </a:solidFill>
                <a:latin typeface="TTE1F17478t00"/>
                <a:ea typeface="+mn-ea"/>
                <a:cs typeface="DejaVu Sans" charset="0"/>
              </a:rPr>
              <a:t> STD_LOGIC_1164</a:t>
            </a:r>
            <a:r>
              <a:rPr lang="de-DE" dirty="0">
                <a:solidFill>
                  <a:srgbClr val="000000"/>
                </a:solidFill>
                <a:ea typeface="+mn-ea"/>
                <a:cs typeface="DejaVu Sans" charset="0"/>
              </a:rPr>
              <a:t>-Data types:</a:t>
            </a:r>
          </a:p>
          <a:p>
            <a:pPr marL="1619250" lvl="2"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STD_LOGIC</a:t>
            </a:r>
          </a:p>
          <a:p>
            <a:pPr marL="1619250" lvl="2"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STD_LOGIC_VECTOR</a:t>
            </a:r>
          </a:p>
          <a:p>
            <a:pPr marL="1619250" lvl="2"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STD_ULOGIC</a:t>
            </a:r>
          </a:p>
          <a:p>
            <a:pPr marL="1619250" lvl="2"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STD_ULOGIC_VECTOR</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Package </a:t>
            </a:r>
            <a:r>
              <a:rPr lang="de-DE" b="1" dirty="0">
                <a:solidFill>
                  <a:srgbClr val="000000"/>
                </a:solidFill>
                <a:latin typeface="TTE1F17478t00"/>
                <a:ea typeface="+mn-ea"/>
                <a:cs typeface="DejaVu Sans" charset="0"/>
              </a:rPr>
              <a:t>NUMERIC_STD</a:t>
            </a:r>
            <a:r>
              <a:rPr lang="de-DE" dirty="0">
                <a:solidFill>
                  <a:srgbClr val="000000"/>
                </a:solidFill>
                <a:ea typeface="+mn-ea"/>
                <a:cs typeface="DejaVu Sans" charset="0"/>
              </a:rPr>
              <a:t>-Data types:</a:t>
            </a:r>
          </a:p>
          <a:p>
            <a:pPr marL="1619250" lvl="2"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UNSIGNED</a:t>
            </a:r>
          </a:p>
          <a:p>
            <a:pPr marL="1619250" lvl="2"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SIGNED (two‘s complement)</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en-GB" dirty="0">
                <a:solidFill>
                  <a:srgbClr val="000000"/>
                </a:solidFill>
                <a:ea typeface="+mn-ea"/>
                <a:cs typeface="DejaVu Sans" charset="0"/>
              </a:rPr>
              <a:t>Package </a:t>
            </a:r>
            <a:r>
              <a:rPr lang="en-GB" b="1" dirty="0">
                <a:solidFill>
                  <a:srgbClr val="000000"/>
                </a:solidFill>
                <a:ea typeface="+mn-ea"/>
                <a:cs typeface="DejaVu Sans" charset="0"/>
              </a:rPr>
              <a:t>STD_LOGIC_UNSIGNED </a:t>
            </a:r>
            <a:r>
              <a:rPr lang="en-GB" dirty="0">
                <a:solidFill>
                  <a:srgbClr val="000000"/>
                </a:solidFill>
                <a:ea typeface="+mn-ea"/>
                <a:cs typeface="DejaVu Sans" charset="0"/>
              </a:rPr>
              <a:t>(non-standard)</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en-GB" dirty="0">
                <a:solidFill>
                  <a:srgbClr val="000000"/>
                </a:solidFill>
                <a:ea typeface="+mn-ea"/>
                <a:cs typeface="DejaVu Sans" charset="0"/>
              </a:rPr>
              <a:t>Package </a:t>
            </a:r>
            <a:r>
              <a:rPr lang="en-GB" b="1" dirty="0">
                <a:solidFill>
                  <a:srgbClr val="000000"/>
                </a:solidFill>
                <a:ea typeface="+mn-ea"/>
                <a:cs typeface="DejaVu Sans" charset="0"/>
              </a:rPr>
              <a:t>STD_LOGIC_SIGNED </a:t>
            </a:r>
            <a:r>
              <a:rPr lang="en-GB" dirty="0">
                <a:solidFill>
                  <a:srgbClr val="000000"/>
                </a:solidFill>
                <a:ea typeface="+mn-ea"/>
                <a:cs typeface="DejaVu Sans" charset="0"/>
              </a:rPr>
              <a:t>(non-standard)</a:t>
            </a:r>
            <a:endParaRPr lang="en-GB" b="1" dirty="0">
              <a:solidFill>
                <a:srgbClr val="000000"/>
              </a:solidFill>
              <a:ea typeface="+mn-ea"/>
              <a:cs typeface="DejaVu Sans" charset="0"/>
            </a:endParaRP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ea typeface="+mn-ea"/>
              <a:cs typeface="DejaVu Sans" charset="0"/>
            </a:endParaRPr>
          </a:p>
          <a:p>
            <a:pPr marL="266700" lvl="1" indent="-266700" eaLnBrk="1">
              <a:spcAft>
                <a:spcPts val="725"/>
              </a:spcAft>
              <a:buClr>
                <a:srgbClr val="00B050"/>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b="1" dirty="0">
              <a:solidFill>
                <a:srgbClr val="000000"/>
              </a:solidFill>
              <a:latin typeface="Frutiger LT Com 55 Roman" pitchFamily="1" charset="0"/>
              <a:ea typeface="+mn-ea"/>
              <a:cs typeface="DejaVu Sans" charset="0"/>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dirty="0">
              <a:solidFill>
                <a:srgbClr val="000000"/>
              </a:solidFill>
              <a:latin typeface="Frutiger LT Com 55 Roman" pitchFamily="1" charset="0"/>
              <a:ea typeface="+mn-ea"/>
              <a:cs typeface="DejaVu Sans" charset="0"/>
            </a:endParaRPr>
          </a:p>
        </p:txBody>
      </p:sp>
      <p:sp>
        <p:nvSpPr>
          <p:cNvPr id="25603" name="AutoShape 2">
            <a:extLst>
              <a:ext uri="{FF2B5EF4-FFF2-40B4-BE49-F238E27FC236}">
                <a16:creationId xmlns:a16="http://schemas.microsoft.com/office/drawing/2014/main" id="{A79847B3-0CCE-C94D-8444-DDC0C2FC3376}"/>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IEEE Library</a:t>
            </a:r>
          </a:p>
        </p:txBody>
      </p:sp>
      <p:sp>
        <p:nvSpPr>
          <p:cNvPr id="25604" name="Text Box 3">
            <a:extLst>
              <a:ext uri="{FF2B5EF4-FFF2-40B4-BE49-F238E27FC236}">
                <a16:creationId xmlns:a16="http://schemas.microsoft.com/office/drawing/2014/main" id="{2C6D00D0-FA7B-AC4D-94AF-C2BCF179AD9E}"/>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fld id="{6ED9C5F7-B014-3049-ABA3-443A83941693}" type="slidenum">
              <a:rPr lang="de-DE" altLang="en-US" sz="1200">
                <a:solidFill>
                  <a:srgbClr val="B2B2B2"/>
                </a:solidFill>
              </a:rPr>
              <a:pPr algn="ctr" eaLnBrk="1">
                <a:lnSpc>
                  <a:spcPct val="100000"/>
                </a:lnSpc>
                <a:spcAft>
                  <a:spcPct val="0"/>
                </a:spcAft>
              </a:pPr>
              <a:t>22</a:t>
            </a:fld>
            <a:endParaRPr lang="de-DE" altLang="en-US" sz="1200">
              <a:solidFill>
                <a:srgbClr val="B2B2B2"/>
              </a:solidFill>
            </a:endParaRPr>
          </a:p>
        </p:txBody>
      </p:sp>
    </p:spTree>
  </p:cSld>
  <p:clrMapOvr>
    <a:masterClrMapping/>
  </p:clrMapOvr>
  <p:transition spd="med" advTm="37738"/>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AutoShape 1">
            <a:extLst>
              <a:ext uri="{FF2B5EF4-FFF2-40B4-BE49-F238E27FC236}">
                <a16:creationId xmlns:a16="http://schemas.microsoft.com/office/drawing/2014/main" id="{B8A95620-F01E-C442-A2BE-1A3DFC6181CD}"/>
              </a:ext>
            </a:extLst>
          </p:cNvPr>
          <p:cNvSpPr>
            <a:spLocks noChangeArrowheads="1"/>
          </p:cNvSpPr>
          <p:nvPr/>
        </p:nvSpPr>
        <p:spPr bwMode="auto">
          <a:xfrm>
            <a:off x="460375" y="1828800"/>
            <a:ext cx="8223250" cy="3959225"/>
          </a:xfrm>
          <a:custGeom>
            <a:avLst/>
            <a:gdLst>
              <a:gd name="G0" fmla="*/ 22842 1 2"/>
              <a:gd name="G1" fmla="*/ 10998 1 2"/>
              <a:gd name="G2" fmla="+- 10998 0 0"/>
              <a:gd name="G3" fmla="+- 22842 0 0"/>
            </a:gdLst>
            <a:ahLst/>
            <a:cxnLst>
              <a:cxn ang="0">
                <a:pos x="r" y="vc"/>
              </a:cxn>
              <a:cxn ang="5400000">
                <a:pos x="hc" y="b"/>
              </a:cxn>
              <a:cxn ang="10800000">
                <a:pos x="l" y="vc"/>
              </a:cxn>
              <a:cxn ang="16200000">
                <a:pos x="hc" y="t"/>
              </a:cxn>
            </a:cxnLst>
            <a:rect l="0" t="0" r="0" b="0"/>
            <a:pathLst>
              <a:path>
                <a:moveTo>
                  <a:pt x="0" y="0"/>
                </a:moveTo>
                <a:lnTo>
                  <a:pt x="22842" y="0"/>
                </a:lnTo>
                <a:lnTo>
                  <a:pt x="22842" y="10998"/>
                </a:lnTo>
                <a:lnTo>
                  <a:pt x="0" y="10998"/>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Type STD_LOGIC</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9 logic value system</a:t>
            </a: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 '</a:t>
            </a:r>
            <a:r>
              <a:rPr lang="de-DE" b="1" dirty="0">
                <a:solidFill>
                  <a:srgbClr val="000000"/>
                </a:solidFill>
                <a:latin typeface="TTE1F17478t00"/>
                <a:ea typeface="+mn-ea"/>
                <a:cs typeface="DejaVu Sans" charset="0"/>
              </a:rPr>
              <a:t>1</a:t>
            </a:r>
            <a:r>
              <a:rPr lang="de-DE" dirty="0">
                <a:solidFill>
                  <a:srgbClr val="000000"/>
                </a:solidFill>
                <a:latin typeface="TTE1F17478t00"/>
                <a:ea typeface="+mn-ea"/>
                <a:cs typeface="DejaVu Sans" charset="0"/>
              </a:rPr>
              <a:t>': Logic value 1 or high</a:t>
            </a: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 '</a:t>
            </a:r>
            <a:r>
              <a:rPr lang="de-DE" b="1" dirty="0">
                <a:solidFill>
                  <a:srgbClr val="000000"/>
                </a:solidFill>
                <a:latin typeface="TTE1F17478t00"/>
                <a:ea typeface="+mn-ea"/>
                <a:cs typeface="DejaVu Sans" charset="0"/>
              </a:rPr>
              <a:t>0</a:t>
            </a:r>
            <a:r>
              <a:rPr lang="de-DE" dirty="0">
                <a:solidFill>
                  <a:srgbClr val="000000"/>
                </a:solidFill>
                <a:latin typeface="TTE1F17478t00"/>
                <a:ea typeface="+mn-ea"/>
                <a:cs typeface="DejaVu Sans" charset="0"/>
              </a:rPr>
              <a:t>': Logic value 0 or low            </a:t>
            </a: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 '</a:t>
            </a:r>
            <a:r>
              <a:rPr lang="de-DE" b="1" dirty="0">
                <a:solidFill>
                  <a:srgbClr val="000000"/>
                </a:solidFill>
                <a:latin typeface="TTE1F17478t00"/>
                <a:ea typeface="+mn-ea"/>
                <a:cs typeface="DejaVu Sans" charset="0"/>
              </a:rPr>
              <a:t>X</a:t>
            </a:r>
            <a:r>
              <a:rPr lang="de-DE" dirty="0">
                <a:solidFill>
                  <a:srgbClr val="000000"/>
                </a:solidFill>
                <a:latin typeface="TTE1F17478t00"/>
                <a:ea typeface="+mn-ea"/>
                <a:cs typeface="DejaVu Sans" charset="0"/>
              </a:rPr>
              <a:t>': Unknown   </a:t>
            </a: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TTE1F17478t00"/>
              <a:ea typeface="+mn-ea"/>
              <a:cs typeface="DejaVu Sans" charset="0"/>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                         </a:t>
            </a:r>
          </a:p>
          <a:p>
            <a:pPr marL="1219200" lvl="1" indent="-233363" eaLnBrk="1" hangingPunct="1">
              <a:spcAft>
                <a:spcPts val="725"/>
              </a:spcAft>
              <a:buClr>
                <a:srgbClr val="A8AFAF"/>
              </a:buClr>
              <a:buSzPct val="1000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 '</a:t>
            </a:r>
            <a:r>
              <a:rPr lang="de-DE" b="1" dirty="0">
                <a:solidFill>
                  <a:srgbClr val="000000"/>
                </a:solidFill>
                <a:latin typeface="TTE1F17478t00"/>
                <a:ea typeface="+mn-ea"/>
                <a:cs typeface="DejaVu Sans" charset="0"/>
              </a:rPr>
              <a:t>Z</a:t>
            </a:r>
            <a:r>
              <a:rPr lang="de-DE" dirty="0">
                <a:solidFill>
                  <a:srgbClr val="000000"/>
                </a:solidFill>
                <a:latin typeface="TTE1F17478t00"/>
                <a:ea typeface="+mn-ea"/>
                <a:cs typeface="DejaVu Sans" charset="0"/>
              </a:rPr>
              <a:t>': (not 'z') Tri-state (high impedance)</a:t>
            </a:r>
          </a:p>
          <a:p>
            <a:pPr marL="1271587" lvl="1" eaLnBrk="1" hangingPunct="1">
              <a:spcAft>
                <a:spcPts val="725"/>
              </a:spcAft>
              <a:buClr>
                <a:srgbClr val="A8AFAF"/>
              </a:buClr>
              <a:buSzPct val="100000"/>
              <a:buFontTx/>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a:t>
            </a:r>
            <a:r>
              <a:rPr lang="de-DE" b="1" dirty="0">
                <a:solidFill>
                  <a:srgbClr val="000000"/>
                </a:solidFill>
                <a:latin typeface="TTE1F17478t00"/>
                <a:ea typeface="+mn-ea"/>
                <a:cs typeface="DejaVu Sans" charset="0"/>
              </a:rPr>
              <a:t>-</a:t>
            </a:r>
            <a:r>
              <a:rPr lang="de-DE" dirty="0">
                <a:solidFill>
                  <a:srgbClr val="000000"/>
                </a:solidFill>
                <a:latin typeface="TTE1F17478t00"/>
                <a:ea typeface="+mn-ea"/>
                <a:cs typeface="DejaVu Sans" charset="0"/>
              </a:rPr>
              <a:t>' :Don't Care</a:t>
            </a:r>
          </a:p>
          <a:p>
            <a:pPr marL="1271587" lvl="1" eaLnBrk="1" hangingPunct="1">
              <a:spcAft>
                <a:spcPts val="725"/>
              </a:spcAft>
              <a:buClr>
                <a:srgbClr val="A8AFAF"/>
              </a:buClr>
              <a:buSzPct val="100000"/>
              <a:buFontTx/>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a:t>
            </a:r>
            <a:r>
              <a:rPr lang="de-DE" b="1" dirty="0">
                <a:solidFill>
                  <a:srgbClr val="000000"/>
                </a:solidFill>
                <a:latin typeface="TTE1F17478t00"/>
                <a:ea typeface="+mn-ea"/>
                <a:cs typeface="DejaVu Sans" charset="0"/>
              </a:rPr>
              <a:t>H</a:t>
            </a:r>
            <a:r>
              <a:rPr lang="de-DE" dirty="0">
                <a:solidFill>
                  <a:srgbClr val="000000"/>
                </a:solidFill>
                <a:latin typeface="TTE1F17478t00"/>
                <a:ea typeface="+mn-ea"/>
                <a:cs typeface="DejaVu Sans" charset="0"/>
              </a:rPr>
              <a:t>': Weak logic high</a:t>
            </a:r>
          </a:p>
          <a:p>
            <a:pPr marL="1271587" lvl="1" eaLnBrk="1" hangingPunct="1">
              <a:spcAft>
                <a:spcPts val="725"/>
              </a:spcAft>
              <a:buClr>
                <a:srgbClr val="A8AFAF"/>
              </a:buClr>
              <a:buSzPct val="100000"/>
              <a:buFontTx/>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a:t>
            </a:r>
            <a:r>
              <a:rPr lang="de-DE" b="1" dirty="0">
                <a:solidFill>
                  <a:srgbClr val="000000"/>
                </a:solidFill>
                <a:latin typeface="TTE1F17478t00"/>
                <a:ea typeface="+mn-ea"/>
                <a:cs typeface="DejaVu Sans" charset="0"/>
              </a:rPr>
              <a:t>L</a:t>
            </a:r>
            <a:r>
              <a:rPr lang="de-DE" dirty="0">
                <a:solidFill>
                  <a:srgbClr val="000000"/>
                </a:solidFill>
                <a:latin typeface="TTE1F17478t00"/>
                <a:ea typeface="+mn-ea"/>
                <a:cs typeface="DejaVu Sans" charset="0"/>
              </a:rPr>
              <a:t>': Weak logic low</a:t>
            </a:r>
          </a:p>
          <a:p>
            <a:pPr marL="1271587" lvl="1" eaLnBrk="1" hangingPunct="1">
              <a:spcAft>
                <a:spcPts val="725"/>
              </a:spcAft>
              <a:buClr>
                <a:srgbClr val="A8AFAF"/>
              </a:buClr>
              <a:buSzPct val="100000"/>
              <a:buFontTx/>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a:t>
            </a:r>
            <a:r>
              <a:rPr lang="de-DE" b="1" dirty="0">
                <a:solidFill>
                  <a:srgbClr val="000000"/>
                </a:solidFill>
                <a:latin typeface="TTE1F17478t00"/>
                <a:ea typeface="+mn-ea"/>
                <a:cs typeface="DejaVu Sans" charset="0"/>
              </a:rPr>
              <a:t>W</a:t>
            </a:r>
            <a:r>
              <a:rPr lang="de-DE" dirty="0">
                <a:solidFill>
                  <a:srgbClr val="000000"/>
                </a:solidFill>
                <a:latin typeface="TTE1F17478t00"/>
                <a:ea typeface="+mn-ea"/>
                <a:cs typeface="DejaVu Sans" charset="0"/>
              </a:rPr>
              <a:t>': Weak unknown</a:t>
            </a:r>
          </a:p>
          <a:p>
            <a:pPr marL="1271587" lvl="1" eaLnBrk="1" hangingPunct="1">
              <a:spcAft>
                <a:spcPts val="725"/>
              </a:spcAft>
              <a:buClr>
                <a:srgbClr val="A8AFAF"/>
              </a:buClr>
              <a:buSzPct val="100000"/>
              <a:buFontTx/>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TTE1F17478t00"/>
              <a:ea typeface="+mn-ea"/>
              <a:cs typeface="DejaVu Sans" charset="0"/>
            </a:endParaRPr>
          </a:p>
          <a:p>
            <a:pPr marL="1271587" lvl="1" eaLnBrk="1" hangingPunct="1">
              <a:spcAft>
                <a:spcPts val="725"/>
              </a:spcAft>
              <a:buClr>
                <a:srgbClr val="A8AFAF"/>
              </a:buClr>
              <a:buSzPct val="100000"/>
              <a:buFontTx/>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TTE1F17478t00"/>
              <a:ea typeface="+mn-ea"/>
              <a:cs typeface="DejaVu Sans" charset="0"/>
            </a:endParaRPr>
          </a:p>
          <a:p>
            <a:pPr marL="1271587" lvl="1" eaLnBrk="1" hangingPunct="1">
              <a:spcAft>
                <a:spcPts val="725"/>
              </a:spcAft>
              <a:buClr>
                <a:srgbClr val="A8AFAF"/>
              </a:buClr>
              <a:buSzPct val="100000"/>
              <a:buFontTx/>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TTE1F17478t00"/>
              <a:ea typeface="+mn-ea"/>
              <a:cs typeface="DejaVu Sans" charset="0"/>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266700" lvl="1" indent="-266700" eaLnBrk="1">
              <a:spcAft>
                <a:spcPts val="725"/>
              </a:spcAft>
              <a:buClr>
                <a:srgbClr val="00B050"/>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b="1" dirty="0">
              <a:solidFill>
                <a:srgbClr val="000000"/>
              </a:solidFill>
              <a:latin typeface="Frutiger LT Com 55 Roman" pitchFamily="1" charset="0"/>
              <a:ea typeface="+mn-ea"/>
              <a:cs typeface="DejaVu Sans" charset="0"/>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dirty="0">
              <a:solidFill>
                <a:srgbClr val="000000"/>
              </a:solidFill>
              <a:latin typeface="Frutiger LT Com 55 Roman" pitchFamily="1" charset="0"/>
              <a:ea typeface="+mn-ea"/>
              <a:cs typeface="DejaVu Sans" charset="0"/>
            </a:endParaRPr>
          </a:p>
        </p:txBody>
      </p:sp>
      <p:sp>
        <p:nvSpPr>
          <p:cNvPr id="26627" name="AutoShape 2">
            <a:extLst>
              <a:ext uri="{FF2B5EF4-FFF2-40B4-BE49-F238E27FC236}">
                <a16:creationId xmlns:a16="http://schemas.microsoft.com/office/drawing/2014/main" id="{E725CB4D-DEB4-004B-BEBD-2F2A4D404F3B}"/>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Package STD_LOGIC_1164</a:t>
            </a:r>
          </a:p>
        </p:txBody>
      </p:sp>
      <p:sp>
        <p:nvSpPr>
          <p:cNvPr id="26628" name="Text Box 3">
            <a:extLst>
              <a:ext uri="{FF2B5EF4-FFF2-40B4-BE49-F238E27FC236}">
                <a16:creationId xmlns:a16="http://schemas.microsoft.com/office/drawing/2014/main" id="{DE2E3D19-8D7A-424F-B001-E9658B495D11}"/>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fld id="{026B00DB-2757-CA46-B771-AEA99635A520}" type="slidenum">
              <a:rPr lang="de-DE" altLang="en-US" sz="1200">
                <a:solidFill>
                  <a:srgbClr val="B2B2B2"/>
                </a:solidFill>
              </a:rPr>
              <a:pPr algn="ctr" eaLnBrk="1">
                <a:lnSpc>
                  <a:spcPct val="100000"/>
                </a:lnSpc>
                <a:spcAft>
                  <a:spcPct val="0"/>
                </a:spcAft>
              </a:pPr>
              <a:t>23</a:t>
            </a:fld>
            <a:endParaRPr lang="de-DE" altLang="en-US" sz="1200">
              <a:solidFill>
                <a:srgbClr val="B2B2B2"/>
              </a:solidFill>
            </a:endParaRPr>
          </a:p>
        </p:txBody>
      </p:sp>
      <p:grpSp>
        <p:nvGrpSpPr>
          <p:cNvPr id="26629" name="Group 4">
            <a:extLst>
              <a:ext uri="{FF2B5EF4-FFF2-40B4-BE49-F238E27FC236}">
                <a16:creationId xmlns:a16="http://schemas.microsoft.com/office/drawing/2014/main" id="{EA1A3F22-A7FE-D747-B171-034ABCDCE171}"/>
              </a:ext>
            </a:extLst>
          </p:cNvPr>
          <p:cNvGrpSpPr>
            <a:grpSpLocks/>
          </p:cNvGrpSpPr>
          <p:nvPr/>
        </p:nvGrpSpPr>
        <p:grpSpPr bwMode="auto">
          <a:xfrm>
            <a:off x="5791200" y="1600200"/>
            <a:ext cx="3303588" cy="2208213"/>
            <a:chOff x="5791200" y="1828800"/>
            <a:chExt cx="3303455" cy="2207658"/>
          </a:xfrm>
        </p:grpSpPr>
        <p:sp>
          <p:nvSpPr>
            <p:cNvPr id="26632" name="Rectangle 5">
              <a:extLst>
                <a:ext uri="{FF2B5EF4-FFF2-40B4-BE49-F238E27FC236}">
                  <a16:creationId xmlns:a16="http://schemas.microsoft.com/office/drawing/2014/main" id="{3E77297E-0CEE-4044-B48B-FF3D332A176B}"/>
                </a:ext>
              </a:extLst>
            </p:cNvPr>
            <p:cNvSpPr>
              <a:spLocks noChangeArrowheads="1"/>
            </p:cNvSpPr>
            <p:nvPr/>
          </p:nvSpPr>
          <p:spPr bwMode="auto">
            <a:xfrm>
              <a:off x="7150900" y="1828800"/>
              <a:ext cx="583098"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solidFill>
                    <a:srgbClr val="0000FF"/>
                  </a:solidFill>
                  <a:latin typeface="TTE1F17478t00" charset="0"/>
                </a:rPr>
                <a:t>Signal</a:t>
              </a:r>
              <a:endParaRPr lang="en-GB" altLang="en-US" sz="1600">
                <a:solidFill>
                  <a:srgbClr val="FF0000"/>
                </a:solidFill>
              </a:endParaRPr>
            </a:p>
          </p:txBody>
        </p:sp>
        <p:cxnSp>
          <p:nvCxnSpPr>
            <p:cNvPr id="26633" name="Straight Arrow Connector 6">
              <a:extLst>
                <a:ext uri="{FF2B5EF4-FFF2-40B4-BE49-F238E27FC236}">
                  <a16:creationId xmlns:a16="http://schemas.microsoft.com/office/drawing/2014/main" id="{465468D3-BAB2-5C48-A813-E8CC13814648}"/>
                </a:ext>
              </a:extLst>
            </p:cNvPr>
            <p:cNvCxnSpPr>
              <a:cxnSpLocks noChangeShapeType="1"/>
            </p:cNvCxnSpPr>
            <p:nvPr/>
          </p:nvCxnSpPr>
          <p:spPr bwMode="auto">
            <a:xfrm>
              <a:off x="7858071" y="2098877"/>
              <a:ext cx="600283" cy="405427"/>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34" name="Straight Arrow Connector 7">
              <a:extLst>
                <a:ext uri="{FF2B5EF4-FFF2-40B4-BE49-F238E27FC236}">
                  <a16:creationId xmlns:a16="http://schemas.microsoft.com/office/drawing/2014/main" id="{43A2FBE1-B682-B04B-80B9-3A2079274E78}"/>
                </a:ext>
              </a:extLst>
            </p:cNvPr>
            <p:cNvCxnSpPr>
              <a:cxnSpLocks noChangeShapeType="1"/>
            </p:cNvCxnSpPr>
            <p:nvPr/>
          </p:nvCxnSpPr>
          <p:spPr bwMode="auto">
            <a:xfrm>
              <a:off x="7709607" y="2131458"/>
              <a:ext cx="215193" cy="554983"/>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35" name="Straight Arrow Connector 8">
              <a:extLst>
                <a:ext uri="{FF2B5EF4-FFF2-40B4-BE49-F238E27FC236}">
                  <a16:creationId xmlns:a16="http://schemas.microsoft.com/office/drawing/2014/main" id="{1408B9E6-3E8B-7B4D-80FD-D3879D611919}"/>
                </a:ext>
              </a:extLst>
            </p:cNvPr>
            <p:cNvCxnSpPr>
              <a:cxnSpLocks noChangeShapeType="1"/>
            </p:cNvCxnSpPr>
            <p:nvPr/>
          </p:nvCxnSpPr>
          <p:spPr bwMode="auto">
            <a:xfrm flipH="1">
              <a:off x="6570861" y="2121655"/>
              <a:ext cx="625786" cy="382649"/>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636" name="Rectangle 9">
              <a:extLst>
                <a:ext uri="{FF2B5EF4-FFF2-40B4-BE49-F238E27FC236}">
                  <a16:creationId xmlns:a16="http://schemas.microsoft.com/office/drawing/2014/main" id="{BA7F6115-BE19-E847-886B-1DCFD28FA4CB}"/>
                </a:ext>
              </a:extLst>
            </p:cNvPr>
            <p:cNvSpPr>
              <a:spLocks noChangeArrowheads="1"/>
            </p:cNvSpPr>
            <p:nvPr/>
          </p:nvSpPr>
          <p:spPr bwMode="auto">
            <a:xfrm>
              <a:off x="5881233" y="2418163"/>
              <a:ext cx="541049"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latin typeface="TTE1F17478t00" charset="0"/>
                </a:rPr>
                <a:t>Name</a:t>
              </a:r>
              <a:endParaRPr lang="en-GB" altLang="en-US" sz="1600" b="1">
                <a:latin typeface="TTE1F17478t00" charset="0"/>
              </a:endParaRPr>
            </a:p>
          </p:txBody>
        </p:sp>
        <p:sp>
          <p:nvSpPr>
            <p:cNvPr id="26637" name="Rectangle 10">
              <a:extLst>
                <a:ext uri="{FF2B5EF4-FFF2-40B4-BE49-F238E27FC236}">
                  <a16:creationId xmlns:a16="http://schemas.microsoft.com/office/drawing/2014/main" id="{1BF6FA7B-B8DF-7741-8701-17DBDA3A9FEA}"/>
                </a:ext>
              </a:extLst>
            </p:cNvPr>
            <p:cNvSpPr>
              <a:spLocks noChangeArrowheads="1"/>
            </p:cNvSpPr>
            <p:nvPr/>
          </p:nvSpPr>
          <p:spPr bwMode="auto">
            <a:xfrm>
              <a:off x="7700526" y="2640952"/>
              <a:ext cx="8098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latin typeface="TTE1F17478t00" charset="0"/>
                </a:rPr>
                <a:t>Range</a:t>
              </a:r>
              <a:endParaRPr lang="en-GB" altLang="en-US" sz="1600" b="1">
                <a:latin typeface="TTE1F17478t00" charset="0"/>
              </a:endParaRPr>
            </a:p>
          </p:txBody>
        </p:sp>
        <p:sp>
          <p:nvSpPr>
            <p:cNvPr id="26638" name="Rectangle 11">
              <a:extLst>
                <a:ext uri="{FF2B5EF4-FFF2-40B4-BE49-F238E27FC236}">
                  <a16:creationId xmlns:a16="http://schemas.microsoft.com/office/drawing/2014/main" id="{7F1C1B49-774C-714C-A381-DE6FD0F670E9}"/>
                </a:ext>
              </a:extLst>
            </p:cNvPr>
            <p:cNvSpPr>
              <a:spLocks noChangeArrowheads="1"/>
            </p:cNvSpPr>
            <p:nvPr/>
          </p:nvSpPr>
          <p:spPr bwMode="auto">
            <a:xfrm>
              <a:off x="8374714" y="2460904"/>
              <a:ext cx="7199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latin typeface="TTE1F17478t00" charset="0"/>
                </a:rPr>
                <a:t>Value</a:t>
              </a:r>
              <a:endParaRPr lang="en-GB" altLang="en-US" sz="1600" b="1">
                <a:latin typeface="TTE1F17478t00" charset="0"/>
              </a:endParaRPr>
            </a:p>
          </p:txBody>
        </p:sp>
        <p:cxnSp>
          <p:nvCxnSpPr>
            <p:cNvPr id="26639" name="Straight Arrow Connector 12">
              <a:extLst>
                <a:ext uri="{FF2B5EF4-FFF2-40B4-BE49-F238E27FC236}">
                  <a16:creationId xmlns:a16="http://schemas.microsoft.com/office/drawing/2014/main" id="{F4DFCBC9-28DE-4E4D-BAE3-CF831E4663EA}"/>
                </a:ext>
              </a:extLst>
            </p:cNvPr>
            <p:cNvCxnSpPr>
              <a:cxnSpLocks noChangeShapeType="1"/>
            </p:cNvCxnSpPr>
            <p:nvPr/>
          </p:nvCxnSpPr>
          <p:spPr bwMode="auto">
            <a:xfrm flipH="1">
              <a:off x="7858071" y="2998797"/>
              <a:ext cx="219129" cy="430979"/>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40" name="Straight Arrow Connector 13">
              <a:extLst>
                <a:ext uri="{FF2B5EF4-FFF2-40B4-BE49-F238E27FC236}">
                  <a16:creationId xmlns:a16="http://schemas.microsoft.com/office/drawing/2014/main" id="{0F3E2968-A6CA-0A41-8471-96F7351D7C8A}"/>
                </a:ext>
              </a:extLst>
            </p:cNvPr>
            <p:cNvCxnSpPr>
              <a:cxnSpLocks noChangeShapeType="1"/>
            </p:cNvCxnSpPr>
            <p:nvPr/>
          </p:nvCxnSpPr>
          <p:spPr bwMode="auto">
            <a:xfrm>
              <a:off x="8212661" y="2961504"/>
              <a:ext cx="365263" cy="427676"/>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641" name="Rectangle 14">
              <a:extLst>
                <a:ext uri="{FF2B5EF4-FFF2-40B4-BE49-F238E27FC236}">
                  <a16:creationId xmlns:a16="http://schemas.microsoft.com/office/drawing/2014/main" id="{11910F33-5EB7-5A48-B49C-019640EB5619}"/>
                </a:ext>
              </a:extLst>
            </p:cNvPr>
            <p:cNvSpPr>
              <a:spLocks noChangeArrowheads="1"/>
            </p:cNvSpPr>
            <p:nvPr/>
          </p:nvSpPr>
          <p:spPr bwMode="auto">
            <a:xfrm>
              <a:off x="7696728" y="3352800"/>
              <a:ext cx="532872"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scalar</a:t>
              </a:r>
              <a:endParaRPr lang="en-GB" altLang="en-US" sz="1600">
                <a:latin typeface="TTE1F17478t00" charset="0"/>
              </a:endParaRPr>
            </a:p>
          </p:txBody>
        </p:sp>
        <p:sp>
          <p:nvSpPr>
            <p:cNvPr id="26642" name="Rectangle 15">
              <a:extLst>
                <a:ext uri="{FF2B5EF4-FFF2-40B4-BE49-F238E27FC236}">
                  <a16:creationId xmlns:a16="http://schemas.microsoft.com/office/drawing/2014/main" id="{007E074C-A74A-2643-B058-BE5C9E977FE4}"/>
                </a:ext>
              </a:extLst>
            </p:cNvPr>
            <p:cNvSpPr>
              <a:spLocks noChangeArrowheads="1"/>
            </p:cNvSpPr>
            <p:nvPr/>
          </p:nvSpPr>
          <p:spPr bwMode="auto">
            <a:xfrm>
              <a:off x="8320355" y="3346116"/>
              <a:ext cx="542216"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vector</a:t>
              </a:r>
              <a:endParaRPr lang="en-GB" altLang="en-US" sz="1600">
                <a:latin typeface="TTE1F17478t00" charset="0"/>
              </a:endParaRPr>
            </a:p>
          </p:txBody>
        </p:sp>
        <p:cxnSp>
          <p:nvCxnSpPr>
            <p:cNvPr id="26643" name="Straight Arrow Connector 16">
              <a:extLst>
                <a:ext uri="{FF2B5EF4-FFF2-40B4-BE49-F238E27FC236}">
                  <a16:creationId xmlns:a16="http://schemas.microsoft.com/office/drawing/2014/main" id="{CF7F1476-378E-F349-B059-AD8AA48B815F}"/>
                </a:ext>
              </a:extLst>
            </p:cNvPr>
            <p:cNvCxnSpPr>
              <a:cxnSpLocks noChangeShapeType="1"/>
            </p:cNvCxnSpPr>
            <p:nvPr/>
          </p:nvCxnSpPr>
          <p:spPr bwMode="auto">
            <a:xfrm flipH="1">
              <a:off x="6955836" y="2153283"/>
              <a:ext cx="453382" cy="845514"/>
            </a:xfrm>
            <a:prstGeom prst="straightConnector1">
              <a:avLst/>
            </a:prstGeom>
            <a:noFill/>
            <a:ln w="28575" algn="ctr">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644" name="Rectangle 17">
              <a:extLst>
                <a:ext uri="{FF2B5EF4-FFF2-40B4-BE49-F238E27FC236}">
                  <a16:creationId xmlns:a16="http://schemas.microsoft.com/office/drawing/2014/main" id="{A595AA6E-532B-A64B-A81A-B66AB2568E0B}"/>
                </a:ext>
              </a:extLst>
            </p:cNvPr>
            <p:cNvSpPr>
              <a:spLocks noChangeArrowheads="1"/>
            </p:cNvSpPr>
            <p:nvPr/>
          </p:nvSpPr>
          <p:spPr bwMode="auto">
            <a:xfrm>
              <a:off x="6618244" y="2895600"/>
              <a:ext cx="6471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solidFill>
                    <a:srgbClr val="FF0000"/>
                  </a:solidFill>
                  <a:latin typeface="TTE1F17478t00" charset="0"/>
                </a:rPr>
                <a:t>Type</a:t>
              </a:r>
              <a:endParaRPr lang="en-GB" altLang="en-US" sz="1600" b="1">
                <a:solidFill>
                  <a:srgbClr val="FF0000"/>
                </a:solidFill>
                <a:latin typeface="TTE1F17478t00" charset="0"/>
              </a:endParaRPr>
            </a:p>
          </p:txBody>
        </p:sp>
        <p:cxnSp>
          <p:nvCxnSpPr>
            <p:cNvPr id="26645" name="Straight Arrow Connector 18">
              <a:extLst>
                <a:ext uri="{FF2B5EF4-FFF2-40B4-BE49-F238E27FC236}">
                  <a16:creationId xmlns:a16="http://schemas.microsoft.com/office/drawing/2014/main" id="{3BB25790-33EB-0749-A2FE-D3F8421D7808}"/>
                </a:ext>
              </a:extLst>
            </p:cNvPr>
            <p:cNvCxnSpPr>
              <a:cxnSpLocks noChangeShapeType="1"/>
            </p:cNvCxnSpPr>
            <p:nvPr/>
          </p:nvCxnSpPr>
          <p:spPr bwMode="auto">
            <a:xfrm flipH="1">
              <a:off x="6372644" y="3129692"/>
              <a:ext cx="307879" cy="300084"/>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46" name="Straight Arrow Connector 19">
              <a:extLst>
                <a:ext uri="{FF2B5EF4-FFF2-40B4-BE49-F238E27FC236}">
                  <a16:creationId xmlns:a16="http://schemas.microsoft.com/office/drawing/2014/main" id="{A4AD0BAE-70DE-7242-842A-938C4BBCF8DF}"/>
                </a:ext>
              </a:extLst>
            </p:cNvPr>
            <p:cNvCxnSpPr>
              <a:cxnSpLocks noChangeShapeType="1"/>
            </p:cNvCxnSpPr>
            <p:nvPr/>
          </p:nvCxnSpPr>
          <p:spPr bwMode="auto">
            <a:xfrm flipH="1">
              <a:off x="6835993" y="3230969"/>
              <a:ext cx="22007" cy="568752"/>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647" name="Rectangle 20">
              <a:extLst>
                <a:ext uri="{FF2B5EF4-FFF2-40B4-BE49-F238E27FC236}">
                  <a16:creationId xmlns:a16="http://schemas.microsoft.com/office/drawing/2014/main" id="{D542E601-9DFB-C049-9F09-1DFBB363C9C9}"/>
                </a:ext>
              </a:extLst>
            </p:cNvPr>
            <p:cNvSpPr>
              <a:spLocks noChangeArrowheads="1"/>
            </p:cNvSpPr>
            <p:nvPr/>
          </p:nvSpPr>
          <p:spPr bwMode="auto">
            <a:xfrm>
              <a:off x="5791200" y="3426858"/>
              <a:ext cx="690561"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std-logic</a:t>
              </a:r>
              <a:endParaRPr lang="en-GB" altLang="en-US" sz="1600">
                <a:latin typeface="TTE1F17478t00" charset="0"/>
              </a:endParaRPr>
            </a:p>
          </p:txBody>
        </p:sp>
        <p:cxnSp>
          <p:nvCxnSpPr>
            <p:cNvPr id="26648" name="Straight Arrow Connector 21">
              <a:extLst>
                <a:ext uri="{FF2B5EF4-FFF2-40B4-BE49-F238E27FC236}">
                  <a16:creationId xmlns:a16="http://schemas.microsoft.com/office/drawing/2014/main" id="{76F50529-72D1-C347-8F93-A788958C8D69}"/>
                </a:ext>
              </a:extLst>
            </p:cNvPr>
            <p:cNvCxnSpPr>
              <a:cxnSpLocks noChangeShapeType="1"/>
            </p:cNvCxnSpPr>
            <p:nvPr/>
          </p:nvCxnSpPr>
          <p:spPr bwMode="auto">
            <a:xfrm>
              <a:off x="7099500" y="3187754"/>
              <a:ext cx="261988" cy="242022"/>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49" name="Straight Connector 22">
              <a:extLst>
                <a:ext uri="{FF2B5EF4-FFF2-40B4-BE49-F238E27FC236}">
                  <a16:creationId xmlns:a16="http://schemas.microsoft.com/office/drawing/2014/main" id="{6923D6DF-4C7E-7544-846C-A08A69130BA1}"/>
                </a:ext>
              </a:extLst>
            </p:cNvPr>
            <p:cNvCxnSpPr>
              <a:cxnSpLocks noChangeShapeType="1"/>
            </p:cNvCxnSpPr>
            <p:nvPr/>
          </p:nvCxnSpPr>
          <p:spPr bwMode="auto">
            <a:xfrm flipV="1">
              <a:off x="6911316" y="3387171"/>
              <a:ext cx="251484" cy="115887"/>
            </a:xfrm>
            <a:prstGeom prst="line">
              <a:avLst/>
            </a:prstGeom>
            <a:noFill/>
            <a:ln w="9525" algn="ctr">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650" name="Rectangle 23">
              <a:extLst>
                <a:ext uri="{FF2B5EF4-FFF2-40B4-BE49-F238E27FC236}">
                  <a16:creationId xmlns:a16="http://schemas.microsoft.com/office/drawing/2014/main" id="{50882341-2C35-7848-B668-9D672B8B8543}"/>
                </a:ext>
              </a:extLst>
            </p:cNvPr>
            <p:cNvSpPr>
              <a:spLocks noChangeArrowheads="1"/>
            </p:cNvSpPr>
            <p:nvPr/>
          </p:nvSpPr>
          <p:spPr bwMode="auto">
            <a:xfrm>
              <a:off x="6992719" y="3448032"/>
              <a:ext cx="591276"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integer</a:t>
              </a:r>
              <a:endParaRPr lang="en-GB" altLang="en-US" sz="1600">
                <a:latin typeface="TTE1F17478t00" charset="0"/>
              </a:endParaRPr>
            </a:p>
          </p:txBody>
        </p:sp>
        <p:sp>
          <p:nvSpPr>
            <p:cNvPr id="26651" name="Rectangle 24">
              <a:extLst>
                <a:ext uri="{FF2B5EF4-FFF2-40B4-BE49-F238E27FC236}">
                  <a16:creationId xmlns:a16="http://schemas.microsoft.com/office/drawing/2014/main" id="{D3652A65-DCA6-8A4D-AF97-4D3425E880B0}"/>
                </a:ext>
              </a:extLst>
            </p:cNvPr>
            <p:cNvSpPr>
              <a:spLocks noChangeArrowheads="1"/>
            </p:cNvSpPr>
            <p:nvPr/>
          </p:nvSpPr>
          <p:spPr bwMode="auto">
            <a:xfrm>
              <a:off x="6629400" y="3789763"/>
              <a:ext cx="292251"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bit</a:t>
              </a:r>
              <a:endParaRPr lang="en-GB" altLang="en-US" sz="1600">
                <a:latin typeface="TTE1F17478t00" charset="0"/>
              </a:endParaRPr>
            </a:p>
          </p:txBody>
        </p:sp>
      </p:grpSp>
      <p:pic>
        <p:nvPicPr>
          <p:cNvPr id="26630" name="Picture 1">
            <a:extLst>
              <a:ext uri="{FF2B5EF4-FFF2-40B4-BE49-F238E27FC236}">
                <a16:creationId xmlns:a16="http://schemas.microsoft.com/office/drawing/2014/main" id="{D864C2EA-3076-D54C-834B-7130DF3ACE6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46413" y="3249613"/>
            <a:ext cx="2519362" cy="105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1" name="Picture 2">
            <a:extLst>
              <a:ext uri="{FF2B5EF4-FFF2-40B4-BE49-F238E27FC236}">
                <a16:creationId xmlns:a16="http://schemas.microsoft.com/office/drawing/2014/main" id="{210ECB1D-B471-5E4D-BB5E-0A369649BC5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435600" y="4078288"/>
            <a:ext cx="14001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advTm="4676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AutoShape 1">
            <a:extLst>
              <a:ext uri="{FF2B5EF4-FFF2-40B4-BE49-F238E27FC236}">
                <a16:creationId xmlns:a16="http://schemas.microsoft.com/office/drawing/2014/main" id="{455F5C96-D6EA-9640-8550-80538BCE78D5}"/>
              </a:ext>
            </a:extLst>
          </p:cNvPr>
          <p:cNvSpPr>
            <a:spLocks noChangeArrowheads="1"/>
          </p:cNvSpPr>
          <p:nvPr/>
        </p:nvSpPr>
        <p:spPr bwMode="auto">
          <a:xfrm>
            <a:off x="460375" y="1908175"/>
            <a:ext cx="8223250" cy="3959225"/>
          </a:xfrm>
          <a:custGeom>
            <a:avLst/>
            <a:gdLst>
              <a:gd name="G0" fmla="*/ 22842 1 2"/>
              <a:gd name="G1" fmla="*/ 10998 1 2"/>
              <a:gd name="G2" fmla="+- 10998 0 0"/>
              <a:gd name="G3" fmla="+- 22842 0 0"/>
            </a:gdLst>
            <a:ahLst/>
            <a:cxnLst>
              <a:cxn ang="0">
                <a:pos x="r" y="vc"/>
              </a:cxn>
              <a:cxn ang="5400000">
                <a:pos x="hc" y="b"/>
              </a:cxn>
              <a:cxn ang="10800000">
                <a:pos x="l" y="vc"/>
              </a:cxn>
              <a:cxn ang="16200000">
                <a:pos x="hc" y="t"/>
              </a:cxn>
            </a:cxnLst>
            <a:rect l="0" t="0" r="0" b="0"/>
            <a:pathLst>
              <a:path>
                <a:moveTo>
                  <a:pt x="0" y="0"/>
                </a:moveTo>
                <a:lnTo>
                  <a:pt x="22842" y="0"/>
                </a:lnTo>
                <a:lnTo>
                  <a:pt x="22842" y="10998"/>
                </a:lnTo>
                <a:lnTo>
                  <a:pt x="0" y="10998"/>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Type STD_ULOGIC</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Same 9 value system as STD_LOGIC</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STD_LOGIC is called resolved type as it supports signals</a:t>
            </a:r>
          </a:p>
          <a:p>
            <a:pPr marL="985837" lvl="1" indent="0" eaLnBrk="1" hangingPunct="1">
              <a:spcAft>
                <a:spcPts val="725"/>
              </a:spcAft>
              <a:buClr>
                <a:srgbClr val="A8AFAF"/>
              </a:buClr>
              <a:buSzPct val="1000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with multiple drives</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STD_ULOGIC is called unresolved type and does not support</a:t>
            </a:r>
          </a:p>
          <a:p>
            <a:pPr marL="985837" lvl="1" indent="0" eaLnBrk="1" hangingPunct="1">
              <a:spcAft>
                <a:spcPts val="725"/>
              </a:spcAft>
              <a:buClr>
                <a:srgbClr val="A8AFAF"/>
              </a:buClr>
              <a:buSzPct val="1000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multiple signal drives</a:t>
            </a:r>
            <a:endParaRPr lang="de-DE" dirty="0">
              <a:solidFill>
                <a:srgbClr val="000000"/>
              </a:solidFill>
              <a:latin typeface="Frutiger LT Com 55 Roman" pitchFamily="1" charset="0"/>
              <a:ea typeface="+mn-ea"/>
              <a:cs typeface="DejaVu Sans" charset="0"/>
            </a:endParaRP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266700" lvl="1" indent="-266700" eaLnBrk="1">
              <a:spcAft>
                <a:spcPts val="725"/>
              </a:spcAft>
              <a:buClr>
                <a:srgbClr val="00B050"/>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b="1" dirty="0">
              <a:solidFill>
                <a:srgbClr val="000000"/>
              </a:solidFill>
              <a:latin typeface="Frutiger LT Com 55 Roman" pitchFamily="1" charset="0"/>
              <a:ea typeface="+mn-ea"/>
              <a:cs typeface="DejaVu Sans" charset="0"/>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dirty="0">
              <a:solidFill>
                <a:srgbClr val="000000"/>
              </a:solidFill>
              <a:latin typeface="Frutiger LT Com 55 Roman" pitchFamily="1" charset="0"/>
              <a:ea typeface="+mn-ea"/>
              <a:cs typeface="DejaVu Sans" charset="0"/>
            </a:endParaRPr>
          </a:p>
        </p:txBody>
      </p:sp>
      <p:sp>
        <p:nvSpPr>
          <p:cNvPr id="27651" name="AutoShape 2">
            <a:extLst>
              <a:ext uri="{FF2B5EF4-FFF2-40B4-BE49-F238E27FC236}">
                <a16:creationId xmlns:a16="http://schemas.microsoft.com/office/drawing/2014/main" id="{440401BB-C87C-DC48-B20B-02E953A8444B}"/>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Package STD_LOGIC_1164</a:t>
            </a:r>
          </a:p>
        </p:txBody>
      </p:sp>
      <p:sp>
        <p:nvSpPr>
          <p:cNvPr id="27652" name="Text Box 3">
            <a:extLst>
              <a:ext uri="{FF2B5EF4-FFF2-40B4-BE49-F238E27FC236}">
                <a16:creationId xmlns:a16="http://schemas.microsoft.com/office/drawing/2014/main" id="{785F9C59-CB1F-C140-9A5C-A8438D24A818}"/>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fld id="{9A0D3702-1E7A-0449-991C-1923E9753ACE}" type="slidenum">
              <a:rPr lang="de-DE" altLang="en-US" sz="1200">
                <a:solidFill>
                  <a:srgbClr val="B2B2B2"/>
                </a:solidFill>
              </a:rPr>
              <a:pPr algn="ctr" eaLnBrk="1">
                <a:lnSpc>
                  <a:spcPct val="100000"/>
                </a:lnSpc>
                <a:spcAft>
                  <a:spcPct val="0"/>
                </a:spcAft>
              </a:pPr>
              <a:t>24</a:t>
            </a:fld>
            <a:endParaRPr lang="de-DE" altLang="en-US" sz="1200">
              <a:solidFill>
                <a:srgbClr val="B2B2B2"/>
              </a:solidFill>
            </a:endParaRPr>
          </a:p>
        </p:txBody>
      </p:sp>
    </p:spTree>
  </p:cSld>
  <p:clrMapOvr>
    <a:masterClrMapping/>
  </p:clrMapOvr>
  <p:transition spd="med" advTm="24544"/>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a:extLst>
              <a:ext uri="{FF2B5EF4-FFF2-40B4-BE49-F238E27FC236}">
                <a16:creationId xmlns:a16="http://schemas.microsoft.com/office/drawing/2014/main" id="{6CCFA8E5-AE79-3244-AC63-13D48AACD74B}"/>
              </a:ext>
            </a:extLst>
          </p:cNvPr>
          <p:cNvSpPr>
            <a:spLocks noGrp="1"/>
          </p:cNvSpPr>
          <p:nvPr>
            <p:ph type="sldNum" sz="quarter" idx="10"/>
          </p:nvPr>
        </p:nvSpPr>
        <p:spPr>
          <a:xfrm>
            <a:off x="3505200" y="6323013"/>
            <a:ext cx="2133600" cy="365125"/>
          </a:xfrm>
          <a:noFill/>
          <a:extLst>
            <a:ext uri="{91240B29-F687-4F45-9708-019B960494DF}">
              <a14:hiddenLine xmlns:a14="http://schemas.microsoft.com/office/drawing/2010/main" w="9525">
                <a:solidFill>
                  <a:srgbClr val="3465AF"/>
                </a:solidFill>
                <a:round/>
                <a:headEnd/>
                <a:tailEnd/>
              </a14:hiddenLine>
            </a:ext>
          </a:extLst>
        </p:spPr>
        <p:txBody>
          <a:bodyP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nSpc>
                <a:spcPct val="100000"/>
              </a:lnSpc>
              <a:spcAft>
                <a:spcPct val="0"/>
              </a:spcAft>
            </a:pPr>
            <a:fld id="{693A7E18-39E0-024F-81BD-E221986CEAC2}" type="slidenum">
              <a:rPr lang="de-DE" altLang="en-US">
                <a:solidFill>
                  <a:srgbClr val="B2B2B2"/>
                </a:solidFill>
              </a:rPr>
              <a:pPr>
                <a:lnSpc>
                  <a:spcPct val="100000"/>
                </a:lnSpc>
                <a:spcAft>
                  <a:spcPct val="0"/>
                </a:spcAft>
              </a:pPr>
              <a:t>25</a:t>
            </a:fld>
            <a:endParaRPr lang="de-DE" altLang="en-US">
              <a:solidFill>
                <a:srgbClr val="B2B2B2"/>
              </a:solidFill>
            </a:endParaRPr>
          </a:p>
        </p:txBody>
      </p:sp>
      <p:sp>
        <p:nvSpPr>
          <p:cNvPr id="28675" name="AutoShape 2">
            <a:extLst>
              <a:ext uri="{FF2B5EF4-FFF2-40B4-BE49-F238E27FC236}">
                <a16:creationId xmlns:a16="http://schemas.microsoft.com/office/drawing/2014/main" id="{B0556C78-B5AD-DF41-A2EC-F024A37FA55F}"/>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Signal Assignment</a:t>
            </a:r>
          </a:p>
        </p:txBody>
      </p:sp>
      <p:sp>
        <p:nvSpPr>
          <p:cNvPr id="28676" name="Content Placeholder 2">
            <a:extLst>
              <a:ext uri="{FF2B5EF4-FFF2-40B4-BE49-F238E27FC236}">
                <a16:creationId xmlns:a16="http://schemas.microsoft.com/office/drawing/2014/main" id="{BE8E57F2-87B4-F748-90CA-3C0B72555A55}"/>
              </a:ext>
            </a:extLst>
          </p:cNvPr>
          <p:cNvSpPr txBox="1">
            <a:spLocks/>
          </p:cNvSpPr>
          <p:nvPr/>
        </p:nvSpPr>
        <p:spPr bwMode="auto">
          <a:xfrm>
            <a:off x="460375" y="1905000"/>
            <a:ext cx="79248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marL="268288" indent="-268288">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lvl="1">
              <a:spcAft>
                <a:spcPct val="40000"/>
              </a:spcAft>
              <a:buClr>
                <a:srgbClr val="00B050"/>
              </a:buClr>
              <a:buSzTx/>
              <a:buFont typeface="Wingdings" pitchFamily="2" charset="2"/>
              <a:buChar char="n"/>
            </a:pPr>
            <a:r>
              <a:rPr lang="en-US" altLang="en-US">
                <a:latin typeface="TTE1F17478t00" charset="0"/>
              </a:rPr>
              <a:t>Signal assignment by  </a:t>
            </a:r>
            <a:r>
              <a:rPr lang="en-US" altLang="en-US" b="1">
                <a:latin typeface="TTE1F17478t00" charset="0"/>
              </a:rPr>
              <a:t>&lt;=</a:t>
            </a:r>
          </a:p>
          <a:p>
            <a:pPr lvl="1">
              <a:spcAft>
                <a:spcPct val="40000"/>
              </a:spcAft>
              <a:buClr>
                <a:srgbClr val="00B050"/>
              </a:buClr>
              <a:buSzTx/>
              <a:buFont typeface="Wingdings" pitchFamily="2" charset="2"/>
              <a:buChar char="n"/>
            </a:pPr>
            <a:r>
              <a:rPr lang="en-US" altLang="en-US">
                <a:latin typeface="TTE1F17478t00" charset="0"/>
              </a:rPr>
              <a:t>Example</a:t>
            </a:r>
          </a:p>
          <a:p>
            <a:pPr lvl="1">
              <a:spcAft>
                <a:spcPct val="40000"/>
              </a:spcAft>
              <a:buClr>
                <a:srgbClr val="00B050"/>
              </a:buClr>
              <a:buSzTx/>
              <a:buFont typeface="Wingdings" pitchFamily="2" charset="2"/>
              <a:buChar char="n"/>
            </a:pPr>
            <a:endParaRPr lang="en-US" altLang="en-US" b="1">
              <a:latin typeface="TTE1F17478t00" charset="0"/>
            </a:endParaRPr>
          </a:p>
          <a:p>
            <a:pPr lvl="1">
              <a:spcAft>
                <a:spcPct val="40000"/>
              </a:spcAft>
              <a:buClr>
                <a:srgbClr val="00B050"/>
              </a:buClr>
              <a:buSzTx/>
              <a:buFont typeface="Wingdings" pitchFamily="2" charset="2"/>
              <a:buChar char="n"/>
            </a:pPr>
            <a:endParaRPr lang="en-US" altLang="en-US" b="1">
              <a:latin typeface="TTE1F17478t00" charset="0"/>
            </a:endParaRPr>
          </a:p>
          <a:p>
            <a:pPr lvl="1">
              <a:spcAft>
                <a:spcPct val="40000"/>
              </a:spcAft>
              <a:buClr>
                <a:srgbClr val="00B050"/>
              </a:buClr>
              <a:buSzTx/>
              <a:buFont typeface="Wingdings" pitchFamily="2" charset="2"/>
              <a:buChar char="n"/>
            </a:pPr>
            <a:endParaRPr lang="en-US" altLang="en-US" b="1">
              <a:latin typeface="TTE1F17478t00" charset="0"/>
            </a:endParaRPr>
          </a:p>
          <a:p>
            <a:pPr lvl="1">
              <a:spcAft>
                <a:spcPct val="40000"/>
              </a:spcAft>
              <a:buClr>
                <a:srgbClr val="00B050"/>
              </a:buClr>
              <a:buSzTx/>
              <a:buFont typeface="Wingdings" pitchFamily="2" charset="2"/>
              <a:buChar char="n"/>
            </a:pPr>
            <a:endParaRPr lang="en-US" altLang="en-US" b="1">
              <a:latin typeface="TTE1F17478t00" charset="0"/>
            </a:endParaRPr>
          </a:p>
          <a:p>
            <a:pPr lvl="1">
              <a:spcAft>
                <a:spcPct val="40000"/>
              </a:spcAft>
              <a:buClr>
                <a:srgbClr val="00B050"/>
              </a:buClr>
              <a:buSzTx/>
              <a:buFont typeface="Wingdings" pitchFamily="2" charset="2"/>
              <a:buChar char="n"/>
            </a:pPr>
            <a:endParaRPr lang="en-US" altLang="en-US" b="1">
              <a:latin typeface="TTE1F17478t00" charset="0"/>
            </a:endParaRPr>
          </a:p>
          <a:p>
            <a:pPr lvl="1">
              <a:spcAft>
                <a:spcPct val="40000"/>
              </a:spcAft>
              <a:buClr>
                <a:srgbClr val="00B050"/>
              </a:buClr>
              <a:buSzTx/>
              <a:buFont typeface="Wingdings" pitchFamily="2" charset="2"/>
              <a:buChar char="n"/>
            </a:pPr>
            <a:endParaRPr lang="en-US" altLang="en-US" b="1">
              <a:latin typeface="TTE1F17478t00" charset="0"/>
            </a:endParaRPr>
          </a:p>
          <a:p>
            <a:pPr lvl="1">
              <a:spcAft>
                <a:spcPct val="40000"/>
              </a:spcAft>
              <a:buClr>
                <a:srgbClr val="00B050"/>
              </a:buClr>
              <a:buSzTx/>
              <a:buFont typeface="Wingdings" pitchFamily="2" charset="2"/>
              <a:buChar char="n"/>
            </a:pPr>
            <a:r>
              <a:rPr lang="en-US" altLang="en-US">
                <a:latin typeface="TTE1F17478t00" charset="0"/>
              </a:rPr>
              <a:t>Use double-quotes (" ") to assign multi-bit values and single-quotes (' ') to assign single-bit values</a:t>
            </a:r>
            <a:endParaRPr lang="en-US" altLang="en-US"/>
          </a:p>
          <a:p>
            <a:pPr lvl="1">
              <a:spcAft>
                <a:spcPct val="40000"/>
              </a:spcAft>
              <a:buClr>
                <a:srgbClr val="00B050"/>
              </a:buClr>
              <a:buSzTx/>
              <a:buFont typeface="Wingdings" pitchFamily="2" charset="2"/>
              <a:buChar char="n"/>
            </a:pPr>
            <a:endParaRPr lang="en-US" altLang="en-US" b="1">
              <a:latin typeface="TTE1F17478t00" charset="0"/>
            </a:endParaRPr>
          </a:p>
          <a:p>
            <a:pPr lvl="1">
              <a:spcAft>
                <a:spcPct val="40000"/>
              </a:spcAft>
              <a:buClr>
                <a:srgbClr val="00B050"/>
              </a:buClr>
              <a:buSzTx/>
              <a:buFont typeface="Wingdings" pitchFamily="2" charset="2"/>
              <a:buChar char="n"/>
            </a:pPr>
            <a:endParaRPr lang="en-US" altLang="en-US" b="1">
              <a:latin typeface="TTE1F17478t00" charset="0"/>
            </a:endParaRPr>
          </a:p>
          <a:p>
            <a:pPr lvl="1">
              <a:spcAft>
                <a:spcPct val="40000"/>
              </a:spcAft>
              <a:buClr>
                <a:srgbClr val="00B050"/>
              </a:buClr>
              <a:buSzTx/>
              <a:buFont typeface="Wingdings" pitchFamily="2" charset="2"/>
              <a:buChar char="n"/>
            </a:pPr>
            <a:endParaRPr lang="en-US" altLang="en-US">
              <a:latin typeface="TTE1F17478t00" charset="0"/>
            </a:endParaRPr>
          </a:p>
          <a:p>
            <a:pPr lvl="1">
              <a:spcAft>
                <a:spcPct val="40000"/>
              </a:spcAft>
              <a:buClr>
                <a:srgbClr val="00B050"/>
              </a:buClr>
              <a:buSzTx/>
              <a:buFont typeface="Wingdings" pitchFamily="2" charset="2"/>
              <a:buChar char="n"/>
            </a:pPr>
            <a:endParaRPr lang="en-US" altLang="en-US">
              <a:latin typeface="TTE1F17478t00" charset="0"/>
            </a:endParaRPr>
          </a:p>
        </p:txBody>
      </p:sp>
      <p:sp>
        <p:nvSpPr>
          <p:cNvPr id="28677" name="AutoShape 3">
            <a:extLst>
              <a:ext uri="{FF2B5EF4-FFF2-40B4-BE49-F238E27FC236}">
                <a16:creationId xmlns:a16="http://schemas.microsoft.com/office/drawing/2014/main" id="{C788A602-613B-7749-86A1-CDCF07E81074}"/>
              </a:ext>
            </a:extLst>
          </p:cNvPr>
          <p:cNvSpPr>
            <a:spLocks noChangeArrowheads="1"/>
          </p:cNvSpPr>
          <p:nvPr/>
        </p:nvSpPr>
        <p:spPr bwMode="auto">
          <a:xfrm>
            <a:off x="762000" y="2632075"/>
            <a:ext cx="5029200" cy="644525"/>
          </a:xfrm>
          <a:custGeom>
            <a:avLst/>
            <a:gdLst>
              <a:gd name="T0" fmla="*/ 23264346 w 4721225"/>
              <a:gd name="T1" fmla="*/ 0 h 2009775"/>
              <a:gd name="T2" fmla="*/ 11632173 w 4721225"/>
              <a:gd name="T3" fmla="*/ 0 h 2009775"/>
              <a:gd name="T4" fmla="*/ 0 w 4721225"/>
              <a:gd name="T5" fmla="*/ 0 h 2009775"/>
              <a:gd name="T6" fmla="*/ 11632173 w 4721225"/>
              <a:gd name="T7" fmla="*/ 0 h 2009775"/>
              <a:gd name="T8" fmla="*/ 0 60000 65536"/>
              <a:gd name="T9" fmla="*/ 5898240 60000 65536"/>
              <a:gd name="T10" fmla="*/ 11796480 60000 65536"/>
              <a:gd name="T11" fmla="*/ 17694720 60000 65536"/>
              <a:gd name="T12" fmla="*/ 0 w 4721225"/>
              <a:gd name="T13" fmla="*/ 0 h 2009775"/>
              <a:gd name="T14" fmla="*/ 4721225 w 4721225"/>
              <a:gd name="T15" fmla="*/ 2009775 h 2009775"/>
            </a:gdLst>
            <a:ahLst/>
            <a:cxnLst>
              <a:cxn ang="T8">
                <a:pos x="T0" y="T1"/>
              </a:cxn>
              <a:cxn ang="T9">
                <a:pos x="T2" y="T3"/>
              </a:cxn>
              <a:cxn ang="T10">
                <a:pos x="T4" y="T5"/>
              </a:cxn>
              <a:cxn ang="T11">
                <a:pos x="T6" y="T7"/>
              </a:cxn>
            </a:cxnLst>
            <a:rect l="T12" t="T13" r="T14" b="T15"/>
            <a:pathLst>
              <a:path w="4721225" h="2009775">
                <a:moveTo>
                  <a:pt x="0" y="0"/>
                </a:moveTo>
                <a:lnTo>
                  <a:pt x="13115" y="0"/>
                </a:lnTo>
                <a:lnTo>
                  <a:pt x="13115" y="5584"/>
                </a:lnTo>
                <a:lnTo>
                  <a:pt x="0" y="5584"/>
                </a:lnTo>
                <a:lnTo>
                  <a:pt x="0" y="0"/>
                </a:lnTo>
                <a:close/>
              </a:path>
            </a:pathLst>
          </a:cu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en-GB" altLang="en-US">
                <a:solidFill>
                  <a:srgbClr val="0000FF"/>
                </a:solidFill>
                <a:latin typeface="TTE1F17478t00" charset="0"/>
              </a:rPr>
              <a:t>signal</a:t>
            </a:r>
            <a:r>
              <a:rPr lang="en-US" altLang="en-US" b="1">
                <a:solidFill>
                  <a:schemeClr val="tx1"/>
                </a:solidFill>
                <a:latin typeface="TTE1F17478t00" charset="0"/>
              </a:rPr>
              <a:t> </a:t>
            </a:r>
            <a:r>
              <a:rPr lang="en-US" altLang="en-US">
                <a:solidFill>
                  <a:schemeClr val="tx1"/>
                </a:solidFill>
                <a:latin typeface="TTE1F17478t00" charset="0"/>
              </a:rPr>
              <a:t>temp: </a:t>
            </a:r>
            <a:r>
              <a:rPr lang="en-GB" altLang="en-US">
                <a:solidFill>
                  <a:srgbClr val="FF00FF"/>
                </a:solidFill>
                <a:latin typeface="TTE1F17478t00" charset="0"/>
              </a:rPr>
              <a:t>std_logic_vector </a:t>
            </a:r>
            <a:r>
              <a:rPr lang="en-GB" altLang="en-US">
                <a:solidFill>
                  <a:schemeClr val="tx1"/>
                </a:solidFill>
                <a:latin typeface="TTE1F17478t00" charset="0"/>
              </a:rPr>
              <a:t>(5</a:t>
            </a:r>
            <a:r>
              <a:rPr lang="en-GB" altLang="en-US">
                <a:solidFill>
                  <a:srgbClr val="FF00FF"/>
                </a:solidFill>
                <a:latin typeface="TTE1F17478t00" charset="0"/>
              </a:rPr>
              <a:t> </a:t>
            </a:r>
            <a:r>
              <a:rPr lang="en-GB" altLang="en-US">
                <a:solidFill>
                  <a:srgbClr val="0000FF"/>
                </a:solidFill>
                <a:latin typeface="TTE1F17478t00" charset="0"/>
              </a:rPr>
              <a:t>downto</a:t>
            </a:r>
            <a:r>
              <a:rPr lang="en-GB" altLang="en-US">
                <a:solidFill>
                  <a:srgbClr val="FF00FF"/>
                </a:solidFill>
                <a:latin typeface="TTE1F17478t00" charset="0"/>
              </a:rPr>
              <a:t> </a:t>
            </a:r>
            <a:r>
              <a:rPr lang="en-GB" altLang="en-US">
                <a:solidFill>
                  <a:schemeClr val="tx1"/>
                </a:solidFill>
                <a:latin typeface="TTE1F17478t00" charset="0"/>
              </a:rPr>
              <a:t>0) </a:t>
            </a:r>
            <a:r>
              <a:rPr lang="en-US" altLang="en-US">
                <a:solidFill>
                  <a:schemeClr val="tx1"/>
                </a:solidFill>
                <a:latin typeface="TTE1F17478t00" charset="0"/>
              </a:rPr>
              <a:t>;</a:t>
            </a:r>
          </a:p>
          <a:p>
            <a:pPr eaLnBrk="1">
              <a:lnSpc>
                <a:spcPct val="100000"/>
              </a:lnSpc>
              <a:spcAft>
                <a:spcPct val="0"/>
              </a:spcAft>
            </a:pPr>
            <a:r>
              <a:rPr lang="en-GB" altLang="en-US">
                <a:solidFill>
                  <a:srgbClr val="0000FF"/>
                </a:solidFill>
                <a:latin typeface="TTE1F17478t00" charset="0"/>
              </a:rPr>
              <a:t>signal</a:t>
            </a:r>
            <a:r>
              <a:rPr lang="en-US" altLang="en-US" b="1">
                <a:solidFill>
                  <a:schemeClr val="tx1"/>
                </a:solidFill>
                <a:latin typeface="TTE1F17478t00" charset="0"/>
              </a:rPr>
              <a:t> </a:t>
            </a:r>
            <a:r>
              <a:rPr lang="en-US" altLang="en-US">
                <a:solidFill>
                  <a:schemeClr val="tx1"/>
                </a:solidFill>
                <a:latin typeface="TTE1F17478t00" charset="0"/>
              </a:rPr>
              <a:t>temp: </a:t>
            </a:r>
            <a:r>
              <a:rPr lang="en-GB" altLang="en-US">
                <a:solidFill>
                  <a:srgbClr val="FF00FF"/>
                </a:solidFill>
                <a:latin typeface="TTE1F17478t00" charset="0"/>
              </a:rPr>
              <a:t>std_logic_vector </a:t>
            </a:r>
            <a:r>
              <a:rPr lang="en-GB" altLang="en-US">
                <a:solidFill>
                  <a:schemeClr val="tx1"/>
                </a:solidFill>
                <a:latin typeface="TTE1F17478t00" charset="0"/>
              </a:rPr>
              <a:t>(0</a:t>
            </a:r>
            <a:r>
              <a:rPr lang="en-GB" altLang="en-US">
                <a:solidFill>
                  <a:srgbClr val="FF00FF"/>
                </a:solidFill>
                <a:latin typeface="TTE1F17478t00" charset="0"/>
              </a:rPr>
              <a:t> </a:t>
            </a:r>
            <a:r>
              <a:rPr lang="en-GB" altLang="en-US">
                <a:solidFill>
                  <a:srgbClr val="0000FF"/>
                </a:solidFill>
                <a:latin typeface="TTE1F17478t00" charset="0"/>
              </a:rPr>
              <a:t>to</a:t>
            </a:r>
            <a:r>
              <a:rPr lang="en-GB" altLang="en-US">
                <a:solidFill>
                  <a:srgbClr val="FF00FF"/>
                </a:solidFill>
                <a:latin typeface="TTE1F17478t00" charset="0"/>
              </a:rPr>
              <a:t> </a:t>
            </a:r>
            <a:r>
              <a:rPr lang="en-GB" altLang="en-US">
                <a:solidFill>
                  <a:schemeClr val="tx1"/>
                </a:solidFill>
                <a:latin typeface="TTE1F17478t00" charset="0"/>
              </a:rPr>
              <a:t>5) </a:t>
            </a:r>
            <a:r>
              <a:rPr lang="en-US" altLang="en-US">
                <a:solidFill>
                  <a:schemeClr val="tx1"/>
                </a:solidFill>
                <a:latin typeface="TTE1F17478t00" charset="0"/>
              </a:rPr>
              <a:t>;</a:t>
            </a:r>
            <a:endParaRPr lang="de-DE" altLang="en-US">
              <a:solidFill>
                <a:srgbClr val="0000FF"/>
              </a:solidFill>
              <a:latin typeface="TTE1F17478t00" charset="0"/>
            </a:endParaRPr>
          </a:p>
        </p:txBody>
      </p:sp>
      <p:sp>
        <p:nvSpPr>
          <p:cNvPr id="28678" name="Rectangle 4">
            <a:extLst>
              <a:ext uri="{FF2B5EF4-FFF2-40B4-BE49-F238E27FC236}">
                <a16:creationId xmlns:a16="http://schemas.microsoft.com/office/drawing/2014/main" id="{80607883-2F43-284D-8949-0EDF7F331FE9}"/>
              </a:ext>
            </a:extLst>
          </p:cNvPr>
          <p:cNvSpPr>
            <a:spLocks noChangeArrowheads="1"/>
          </p:cNvSpPr>
          <p:nvPr/>
        </p:nvSpPr>
        <p:spPr bwMode="auto">
          <a:xfrm>
            <a:off x="762000" y="3505200"/>
            <a:ext cx="4876800"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en-US" altLang="en-US" b="1"/>
              <a:t>Example:</a:t>
            </a:r>
          </a:p>
          <a:p>
            <a:pPr eaLnBrk="1">
              <a:lnSpc>
                <a:spcPct val="93000"/>
              </a:lnSpc>
              <a:buClr>
                <a:srgbClr val="000000"/>
              </a:buClr>
              <a:buSzPct val="100000"/>
              <a:buFont typeface="Times New Roman" panose="02020603050405020304" pitchFamily="18" charset="0"/>
              <a:buNone/>
            </a:pPr>
            <a:endParaRPr lang="en-US" altLang="en-US" b="1"/>
          </a:p>
          <a:p>
            <a:pPr eaLnBrk="1">
              <a:lnSpc>
                <a:spcPct val="93000"/>
              </a:lnSpc>
              <a:buClr>
                <a:srgbClr val="000000"/>
              </a:buClr>
              <a:buSzPct val="100000"/>
              <a:buFont typeface="Times New Roman" panose="02020603050405020304" pitchFamily="18" charset="0"/>
              <a:buNone/>
            </a:pPr>
            <a:r>
              <a:rPr lang="en-US" altLang="en-US"/>
              <a:t>temp &lt;= "101010" ;                      -- All bits</a:t>
            </a:r>
          </a:p>
          <a:p>
            <a:pPr eaLnBrk="1">
              <a:lnSpc>
                <a:spcPct val="93000"/>
              </a:lnSpc>
              <a:buClr>
                <a:srgbClr val="000000"/>
              </a:buClr>
              <a:buSzPct val="100000"/>
              <a:buFont typeface="Times New Roman" panose="02020603050405020304" pitchFamily="18" charset="0"/>
              <a:buNone/>
            </a:pPr>
            <a:r>
              <a:rPr lang="en-GB" altLang="en-US"/>
              <a:t>temp (5 </a:t>
            </a:r>
            <a:r>
              <a:rPr lang="en-GB" altLang="en-US">
                <a:solidFill>
                  <a:srgbClr val="0000FF"/>
                </a:solidFill>
                <a:latin typeface="TTE1F17478t00" charset="0"/>
              </a:rPr>
              <a:t>downto</a:t>
            </a:r>
            <a:r>
              <a:rPr lang="en-GB" altLang="en-US"/>
              <a:t> 2) &lt;= "1010";      -- Bit slicing</a:t>
            </a:r>
          </a:p>
          <a:p>
            <a:pPr eaLnBrk="1">
              <a:lnSpc>
                <a:spcPct val="93000"/>
              </a:lnSpc>
              <a:buClr>
                <a:srgbClr val="000000"/>
              </a:buClr>
              <a:buSzPct val="100000"/>
              <a:buFont typeface="Times New Roman" panose="02020603050405020304" pitchFamily="18" charset="0"/>
              <a:buNone/>
            </a:pPr>
            <a:r>
              <a:rPr lang="en-GB" altLang="en-US"/>
              <a:t>temp(5) &lt;= '1';                              -- Single bit</a:t>
            </a:r>
          </a:p>
        </p:txBody>
      </p:sp>
      <p:grpSp>
        <p:nvGrpSpPr>
          <p:cNvPr id="28679" name="Group 16">
            <a:extLst>
              <a:ext uri="{FF2B5EF4-FFF2-40B4-BE49-F238E27FC236}">
                <a16:creationId xmlns:a16="http://schemas.microsoft.com/office/drawing/2014/main" id="{EB24F320-59FD-AF4E-A797-D713217F60FE}"/>
              </a:ext>
            </a:extLst>
          </p:cNvPr>
          <p:cNvGrpSpPr>
            <a:grpSpLocks/>
          </p:cNvGrpSpPr>
          <p:nvPr/>
        </p:nvGrpSpPr>
        <p:grpSpPr bwMode="auto">
          <a:xfrm>
            <a:off x="5791200" y="1600200"/>
            <a:ext cx="3303588" cy="2208213"/>
            <a:chOff x="5791200" y="1828800"/>
            <a:chExt cx="3303455" cy="2207658"/>
          </a:xfrm>
        </p:grpSpPr>
        <p:sp>
          <p:nvSpPr>
            <p:cNvPr id="28681" name="Rectangle 17">
              <a:extLst>
                <a:ext uri="{FF2B5EF4-FFF2-40B4-BE49-F238E27FC236}">
                  <a16:creationId xmlns:a16="http://schemas.microsoft.com/office/drawing/2014/main" id="{C0D4F4B2-E563-7243-8B5B-AD97ECE0AD46}"/>
                </a:ext>
              </a:extLst>
            </p:cNvPr>
            <p:cNvSpPr>
              <a:spLocks noChangeArrowheads="1"/>
            </p:cNvSpPr>
            <p:nvPr/>
          </p:nvSpPr>
          <p:spPr bwMode="auto">
            <a:xfrm>
              <a:off x="7150900" y="1828800"/>
              <a:ext cx="583098"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solidFill>
                    <a:srgbClr val="0000FF"/>
                  </a:solidFill>
                  <a:latin typeface="TTE1F17478t00" charset="0"/>
                </a:rPr>
                <a:t>Signal</a:t>
              </a:r>
              <a:endParaRPr lang="en-GB" altLang="en-US" sz="1600">
                <a:solidFill>
                  <a:srgbClr val="FF0000"/>
                </a:solidFill>
              </a:endParaRPr>
            </a:p>
          </p:txBody>
        </p:sp>
        <p:cxnSp>
          <p:nvCxnSpPr>
            <p:cNvPr id="28682" name="Straight Arrow Connector 18">
              <a:extLst>
                <a:ext uri="{FF2B5EF4-FFF2-40B4-BE49-F238E27FC236}">
                  <a16:creationId xmlns:a16="http://schemas.microsoft.com/office/drawing/2014/main" id="{FB386D9A-F932-ED42-9683-C91D91D5F4A2}"/>
                </a:ext>
              </a:extLst>
            </p:cNvPr>
            <p:cNvCxnSpPr>
              <a:cxnSpLocks noChangeShapeType="1"/>
            </p:cNvCxnSpPr>
            <p:nvPr/>
          </p:nvCxnSpPr>
          <p:spPr bwMode="auto">
            <a:xfrm>
              <a:off x="7858071" y="2098877"/>
              <a:ext cx="600283" cy="405427"/>
            </a:xfrm>
            <a:prstGeom prst="straightConnector1">
              <a:avLst/>
            </a:prstGeom>
            <a:noFill/>
            <a:ln w="28575" algn="ctr">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83" name="Straight Arrow Connector 19">
              <a:extLst>
                <a:ext uri="{FF2B5EF4-FFF2-40B4-BE49-F238E27FC236}">
                  <a16:creationId xmlns:a16="http://schemas.microsoft.com/office/drawing/2014/main" id="{6D5587AC-E9BB-3A45-BFA1-09DA264B0A56}"/>
                </a:ext>
              </a:extLst>
            </p:cNvPr>
            <p:cNvCxnSpPr>
              <a:cxnSpLocks noChangeShapeType="1"/>
            </p:cNvCxnSpPr>
            <p:nvPr/>
          </p:nvCxnSpPr>
          <p:spPr bwMode="auto">
            <a:xfrm>
              <a:off x="7709607" y="2131458"/>
              <a:ext cx="215193" cy="554983"/>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84" name="Straight Arrow Connector 20">
              <a:extLst>
                <a:ext uri="{FF2B5EF4-FFF2-40B4-BE49-F238E27FC236}">
                  <a16:creationId xmlns:a16="http://schemas.microsoft.com/office/drawing/2014/main" id="{3DE49553-E870-194D-BC65-1CEF9E95FADB}"/>
                </a:ext>
              </a:extLst>
            </p:cNvPr>
            <p:cNvCxnSpPr>
              <a:cxnSpLocks noChangeShapeType="1"/>
            </p:cNvCxnSpPr>
            <p:nvPr/>
          </p:nvCxnSpPr>
          <p:spPr bwMode="auto">
            <a:xfrm flipH="1">
              <a:off x="6570861" y="2121655"/>
              <a:ext cx="625786" cy="382649"/>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85" name="Rectangle 21">
              <a:extLst>
                <a:ext uri="{FF2B5EF4-FFF2-40B4-BE49-F238E27FC236}">
                  <a16:creationId xmlns:a16="http://schemas.microsoft.com/office/drawing/2014/main" id="{ED3DBFEE-E7DA-8540-B659-A8DE4B5EC98B}"/>
                </a:ext>
              </a:extLst>
            </p:cNvPr>
            <p:cNvSpPr>
              <a:spLocks noChangeArrowheads="1"/>
            </p:cNvSpPr>
            <p:nvPr/>
          </p:nvSpPr>
          <p:spPr bwMode="auto">
            <a:xfrm>
              <a:off x="5881233" y="2418163"/>
              <a:ext cx="541049"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latin typeface="TTE1F17478t00" charset="0"/>
                </a:rPr>
                <a:t>Name</a:t>
              </a:r>
              <a:endParaRPr lang="en-GB" altLang="en-US" sz="1600" b="1">
                <a:latin typeface="TTE1F17478t00" charset="0"/>
              </a:endParaRPr>
            </a:p>
          </p:txBody>
        </p:sp>
        <p:sp>
          <p:nvSpPr>
            <p:cNvPr id="28686" name="Rectangle 22">
              <a:extLst>
                <a:ext uri="{FF2B5EF4-FFF2-40B4-BE49-F238E27FC236}">
                  <a16:creationId xmlns:a16="http://schemas.microsoft.com/office/drawing/2014/main" id="{09BD9979-E6DC-5D46-903F-E73AE61A05CF}"/>
                </a:ext>
              </a:extLst>
            </p:cNvPr>
            <p:cNvSpPr>
              <a:spLocks noChangeArrowheads="1"/>
            </p:cNvSpPr>
            <p:nvPr/>
          </p:nvSpPr>
          <p:spPr bwMode="auto">
            <a:xfrm>
              <a:off x="7700526" y="2640952"/>
              <a:ext cx="8098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latin typeface="TTE1F17478t00" charset="0"/>
                </a:rPr>
                <a:t>Range</a:t>
              </a:r>
              <a:endParaRPr lang="en-GB" altLang="en-US" sz="1600" b="1">
                <a:latin typeface="TTE1F17478t00" charset="0"/>
              </a:endParaRPr>
            </a:p>
          </p:txBody>
        </p:sp>
        <p:sp>
          <p:nvSpPr>
            <p:cNvPr id="28687" name="Rectangle 23">
              <a:extLst>
                <a:ext uri="{FF2B5EF4-FFF2-40B4-BE49-F238E27FC236}">
                  <a16:creationId xmlns:a16="http://schemas.microsoft.com/office/drawing/2014/main" id="{B4B8F52B-B87C-AE47-BF43-993E32E6E6B4}"/>
                </a:ext>
              </a:extLst>
            </p:cNvPr>
            <p:cNvSpPr>
              <a:spLocks noChangeArrowheads="1"/>
            </p:cNvSpPr>
            <p:nvPr/>
          </p:nvSpPr>
          <p:spPr bwMode="auto">
            <a:xfrm>
              <a:off x="8374714" y="2460904"/>
              <a:ext cx="7199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solidFill>
                    <a:srgbClr val="FF0000"/>
                  </a:solidFill>
                  <a:latin typeface="TTE1F17478t00" charset="0"/>
                </a:rPr>
                <a:t>Value</a:t>
              </a:r>
              <a:endParaRPr lang="en-GB" altLang="en-US" sz="1600" b="1">
                <a:solidFill>
                  <a:srgbClr val="FF0000"/>
                </a:solidFill>
                <a:latin typeface="TTE1F17478t00" charset="0"/>
              </a:endParaRPr>
            </a:p>
          </p:txBody>
        </p:sp>
        <p:cxnSp>
          <p:nvCxnSpPr>
            <p:cNvPr id="28688" name="Straight Arrow Connector 24">
              <a:extLst>
                <a:ext uri="{FF2B5EF4-FFF2-40B4-BE49-F238E27FC236}">
                  <a16:creationId xmlns:a16="http://schemas.microsoft.com/office/drawing/2014/main" id="{8E5D5399-8694-3C4A-9667-A1D15D559E4A}"/>
                </a:ext>
              </a:extLst>
            </p:cNvPr>
            <p:cNvCxnSpPr>
              <a:cxnSpLocks noChangeShapeType="1"/>
            </p:cNvCxnSpPr>
            <p:nvPr/>
          </p:nvCxnSpPr>
          <p:spPr bwMode="auto">
            <a:xfrm flipH="1">
              <a:off x="7858071" y="2998797"/>
              <a:ext cx="219129" cy="430979"/>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89" name="Straight Arrow Connector 25">
              <a:extLst>
                <a:ext uri="{FF2B5EF4-FFF2-40B4-BE49-F238E27FC236}">
                  <a16:creationId xmlns:a16="http://schemas.microsoft.com/office/drawing/2014/main" id="{16A59FE6-5D4E-6844-988F-CB11A31CC37D}"/>
                </a:ext>
              </a:extLst>
            </p:cNvPr>
            <p:cNvCxnSpPr>
              <a:cxnSpLocks noChangeShapeType="1"/>
            </p:cNvCxnSpPr>
            <p:nvPr/>
          </p:nvCxnSpPr>
          <p:spPr bwMode="auto">
            <a:xfrm>
              <a:off x="8212661" y="2961504"/>
              <a:ext cx="365263" cy="427676"/>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90" name="Rectangle 26">
              <a:extLst>
                <a:ext uri="{FF2B5EF4-FFF2-40B4-BE49-F238E27FC236}">
                  <a16:creationId xmlns:a16="http://schemas.microsoft.com/office/drawing/2014/main" id="{7D583E4A-CEF6-B94C-A003-187AA7F6D3FC}"/>
                </a:ext>
              </a:extLst>
            </p:cNvPr>
            <p:cNvSpPr>
              <a:spLocks noChangeArrowheads="1"/>
            </p:cNvSpPr>
            <p:nvPr/>
          </p:nvSpPr>
          <p:spPr bwMode="auto">
            <a:xfrm>
              <a:off x="7696728" y="3352800"/>
              <a:ext cx="532872"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scalar</a:t>
              </a:r>
              <a:endParaRPr lang="en-GB" altLang="en-US" sz="1600">
                <a:latin typeface="TTE1F17478t00" charset="0"/>
              </a:endParaRPr>
            </a:p>
          </p:txBody>
        </p:sp>
        <p:sp>
          <p:nvSpPr>
            <p:cNvPr id="28691" name="Rectangle 27">
              <a:extLst>
                <a:ext uri="{FF2B5EF4-FFF2-40B4-BE49-F238E27FC236}">
                  <a16:creationId xmlns:a16="http://schemas.microsoft.com/office/drawing/2014/main" id="{99471591-3908-2342-A69D-F98C944C4205}"/>
                </a:ext>
              </a:extLst>
            </p:cNvPr>
            <p:cNvSpPr>
              <a:spLocks noChangeArrowheads="1"/>
            </p:cNvSpPr>
            <p:nvPr/>
          </p:nvSpPr>
          <p:spPr bwMode="auto">
            <a:xfrm>
              <a:off x="8320355" y="3346116"/>
              <a:ext cx="542216"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vector</a:t>
              </a:r>
              <a:endParaRPr lang="en-GB" altLang="en-US" sz="1600">
                <a:latin typeface="TTE1F17478t00" charset="0"/>
              </a:endParaRPr>
            </a:p>
          </p:txBody>
        </p:sp>
        <p:cxnSp>
          <p:nvCxnSpPr>
            <p:cNvPr id="28692" name="Straight Arrow Connector 28">
              <a:extLst>
                <a:ext uri="{FF2B5EF4-FFF2-40B4-BE49-F238E27FC236}">
                  <a16:creationId xmlns:a16="http://schemas.microsoft.com/office/drawing/2014/main" id="{B824790B-3019-AD45-857B-9615D744FE0F}"/>
                </a:ext>
              </a:extLst>
            </p:cNvPr>
            <p:cNvCxnSpPr>
              <a:cxnSpLocks noChangeShapeType="1"/>
            </p:cNvCxnSpPr>
            <p:nvPr/>
          </p:nvCxnSpPr>
          <p:spPr bwMode="auto">
            <a:xfrm flipH="1">
              <a:off x="6955836" y="2153283"/>
              <a:ext cx="453382" cy="845514"/>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93" name="Rectangle 29">
              <a:extLst>
                <a:ext uri="{FF2B5EF4-FFF2-40B4-BE49-F238E27FC236}">
                  <a16:creationId xmlns:a16="http://schemas.microsoft.com/office/drawing/2014/main" id="{F14F5C2F-78A9-BC44-9434-18E8B4F230F4}"/>
                </a:ext>
              </a:extLst>
            </p:cNvPr>
            <p:cNvSpPr>
              <a:spLocks noChangeArrowheads="1"/>
            </p:cNvSpPr>
            <p:nvPr/>
          </p:nvSpPr>
          <p:spPr bwMode="auto">
            <a:xfrm>
              <a:off x="6618244" y="2895600"/>
              <a:ext cx="6471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latin typeface="TTE1F17478t00" charset="0"/>
                </a:rPr>
                <a:t>Type</a:t>
              </a:r>
              <a:endParaRPr lang="en-GB" altLang="en-US" sz="1600" b="1">
                <a:latin typeface="TTE1F17478t00" charset="0"/>
              </a:endParaRPr>
            </a:p>
          </p:txBody>
        </p:sp>
        <p:cxnSp>
          <p:nvCxnSpPr>
            <p:cNvPr id="28694" name="Straight Arrow Connector 30">
              <a:extLst>
                <a:ext uri="{FF2B5EF4-FFF2-40B4-BE49-F238E27FC236}">
                  <a16:creationId xmlns:a16="http://schemas.microsoft.com/office/drawing/2014/main" id="{395F42B0-D2A1-7041-BE0C-EF370809C3D4}"/>
                </a:ext>
              </a:extLst>
            </p:cNvPr>
            <p:cNvCxnSpPr>
              <a:cxnSpLocks noChangeShapeType="1"/>
            </p:cNvCxnSpPr>
            <p:nvPr/>
          </p:nvCxnSpPr>
          <p:spPr bwMode="auto">
            <a:xfrm flipH="1">
              <a:off x="6372644" y="3129692"/>
              <a:ext cx="307879" cy="300084"/>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95" name="Straight Arrow Connector 31">
              <a:extLst>
                <a:ext uri="{FF2B5EF4-FFF2-40B4-BE49-F238E27FC236}">
                  <a16:creationId xmlns:a16="http://schemas.microsoft.com/office/drawing/2014/main" id="{4EBB219A-8261-B640-A09F-872A7577E745}"/>
                </a:ext>
              </a:extLst>
            </p:cNvPr>
            <p:cNvCxnSpPr>
              <a:cxnSpLocks noChangeShapeType="1"/>
            </p:cNvCxnSpPr>
            <p:nvPr/>
          </p:nvCxnSpPr>
          <p:spPr bwMode="auto">
            <a:xfrm flipH="1">
              <a:off x="6835993" y="3230969"/>
              <a:ext cx="22007" cy="568752"/>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96" name="Rectangle 32">
              <a:extLst>
                <a:ext uri="{FF2B5EF4-FFF2-40B4-BE49-F238E27FC236}">
                  <a16:creationId xmlns:a16="http://schemas.microsoft.com/office/drawing/2014/main" id="{E59FF424-34CE-4C42-81CD-82E6B9D1BCD4}"/>
                </a:ext>
              </a:extLst>
            </p:cNvPr>
            <p:cNvSpPr>
              <a:spLocks noChangeArrowheads="1"/>
            </p:cNvSpPr>
            <p:nvPr/>
          </p:nvSpPr>
          <p:spPr bwMode="auto">
            <a:xfrm>
              <a:off x="5791200" y="3426858"/>
              <a:ext cx="690561"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std-logic</a:t>
              </a:r>
              <a:endParaRPr lang="en-GB" altLang="en-US" sz="1600">
                <a:latin typeface="TTE1F17478t00" charset="0"/>
              </a:endParaRPr>
            </a:p>
          </p:txBody>
        </p:sp>
        <p:cxnSp>
          <p:nvCxnSpPr>
            <p:cNvPr id="28697" name="Straight Arrow Connector 33">
              <a:extLst>
                <a:ext uri="{FF2B5EF4-FFF2-40B4-BE49-F238E27FC236}">
                  <a16:creationId xmlns:a16="http://schemas.microsoft.com/office/drawing/2014/main" id="{47886BB6-CAD3-4D4D-9DE7-DD70E11D692D}"/>
                </a:ext>
              </a:extLst>
            </p:cNvPr>
            <p:cNvCxnSpPr>
              <a:cxnSpLocks noChangeShapeType="1"/>
            </p:cNvCxnSpPr>
            <p:nvPr/>
          </p:nvCxnSpPr>
          <p:spPr bwMode="auto">
            <a:xfrm>
              <a:off x="7099500" y="3187754"/>
              <a:ext cx="261988" cy="242022"/>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98" name="Straight Connector 34">
              <a:extLst>
                <a:ext uri="{FF2B5EF4-FFF2-40B4-BE49-F238E27FC236}">
                  <a16:creationId xmlns:a16="http://schemas.microsoft.com/office/drawing/2014/main" id="{8F8F2D33-44A4-624A-BD8C-62131571E63A}"/>
                </a:ext>
              </a:extLst>
            </p:cNvPr>
            <p:cNvCxnSpPr>
              <a:cxnSpLocks noChangeShapeType="1"/>
            </p:cNvCxnSpPr>
            <p:nvPr/>
          </p:nvCxnSpPr>
          <p:spPr bwMode="auto">
            <a:xfrm flipV="1">
              <a:off x="6911316" y="3387171"/>
              <a:ext cx="251484" cy="115887"/>
            </a:xfrm>
            <a:prstGeom prst="line">
              <a:avLst/>
            </a:prstGeom>
            <a:noFill/>
            <a:ln w="9525" algn="ctr">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99" name="Rectangle 35">
              <a:extLst>
                <a:ext uri="{FF2B5EF4-FFF2-40B4-BE49-F238E27FC236}">
                  <a16:creationId xmlns:a16="http://schemas.microsoft.com/office/drawing/2014/main" id="{52DFA759-4DB8-FF40-9B09-DF6793B6443D}"/>
                </a:ext>
              </a:extLst>
            </p:cNvPr>
            <p:cNvSpPr>
              <a:spLocks noChangeArrowheads="1"/>
            </p:cNvSpPr>
            <p:nvPr/>
          </p:nvSpPr>
          <p:spPr bwMode="auto">
            <a:xfrm>
              <a:off x="6992719" y="3448032"/>
              <a:ext cx="591276"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integer</a:t>
              </a:r>
              <a:endParaRPr lang="en-GB" altLang="en-US" sz="1600">
                <a:latin typeface="TTE1F17478t00" charset="0"/>
              </a:endParaRPr>
            </a:p>
          </p:txBody>
        </p:sp>
        <p:sp>
          <p:nvSpPr>
            <p:cNvPr id="28700" name="Rectangle 36">
              <a:extLst>
                <a:ext uri="{FF2B5EF4-FFF2-40B4-BE49-F238E27FC236}">
                  <a16:creationId xmlns:a16="http://schemas.microsoft.com/office/drawing/2014/main" id="{DA1D05C5-ED0C-904D-8E24-937156CB78BC}"/>
                </a:ext>
              </a:extLst>
            </p:cNvPr>
            <p:cNvSpPr>
              <a:spLocks noChangeArrowheads="1"/>
            </p:cNvSpPr>
            <p:nvPr/>
          </p:nvSpPr>
          <p:spPr bwMode="auto">
            <a:xfrm>
              <a:off x="6629400" y="3789763"/>
              <a:ext cx="292251" cy="24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bit</a:t>
              </a:r>
              <a:endParaRPr lang="en-GB" altLang="en-US" sz="1600">
                <a:latin typeface="TTE1F17478t00" charset="0"/>
              </a:endParaRPr>
            </a:p>
          </p:txBody>
        </p:sp>
      </p:grpSp>
      <p:sp>
        <p:nvSpPr>
          <p:cNvPr id="38" name="Rectangle 37">
            <a:extLst>
              <a:ext uri="{FF2B5EF4-FFF2-40B4-BE49-F238E27FC236}">
                <a16:creationId xmlns:a16="http://schemas.microsoft.com/office/drawing/2014/main" id="{29D3FCF5-578C-0B45-9493-5BA2AEAA9E03}"/>
              </a:ext>
            </a:extLst>
          </p:cNvPr>
          <p:cNvSpPr/>
          <p:nvPr/>
        </p:nvSpPr>
        <p:spPr bwMode="auto">
          <a:xfrm>
            <a:off x="762000" y="3517900"/>
            <a:ext cx="4724400" cy="1358900"/>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lstStyle/>
          <a:p>
            <a:pPr eaLnBrk="1">
              <a:lnSpc>
                <a:spcPct val="93000"/>
              </a:lnSpc>
              <a:buClr>
                <a:srgbClr val="000000"/>
              </a:buClr>
              <a:buSzPct val="100000"/>
              <a:buFont typeface="Times New Roman" pitchFamily="16" charset="0"/>
              <a:buNone/>
              <a:defRPr/>
            </a:pPr>
            <a:endParaRPr lang="en-GB">
              <a:latin typeface="Arial" charset="0"/>
              <a:ea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advTm="70151"/>
    </mc:Choice>
    <mc:Fallback xmlns="">
      <p:transition spd="slow" advTm="70151"/>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a:extLst>
              <a:ext uri="{FF2B5EF4-FFF2-40B4-BE49-F238E27FC236}">
                <a16:creationId xmlns:a16="http://schemas.microsoft.com/office/drawing/2014/main" id="{78D4F9C3-E583-C24D-B655-11B365F74AA9}"/>
              </a:ext>
            </a:extLst>
          </p:cNvPr>
          <p:cNvSpPr>
            <a:spLocks noGrp="1"/>
          </p:cNvSpPr>
          <p:nvPr>
            <p:ph type="sldNum" sz="quarter" idx="10"/>
          </p:nvPr>
        </p:nvSpPr>
        <p:spPr>
          <a:xfrm>
            <a:off x="3505200" y="6323013"/>
            <a:ext cx="2133600" cy="365125"/>
          </a:xfrm>
          <a:noFill/>
          <a:extLst>
            <a:ext uri="{91240B29-F687-4F45-9708-019B960494DF}">
              <a14:hiddenLine xmlns:a14="http://schemas.microsoft.com/office/drawing/2010/main" w="9525">
                <a:solidFill>
                  <a:srgbClr val="3465AF"/>
                </a:solidFill>
                <a:round/>
                <a:headEnd/>
                <a:tailEnd/>
              </a14:hiddenLine>
            </a:ext>
          </a:extLst>
        </p:spPr>
        <p:txBody>
          <a:bodyP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nSpc>
                <a:spcPct val="100000"/>
              </a:lnSpc>
              <a:spcAft>
                <a:spcPct val="0"/>
              </a:spcAft>
            </a:pPr>
            <a:fld id="{2B6076A4-3B21-C544-9DFE-0FD232F09126}" type="slidenum">
              <a:rPr lang="de-DE" altLang="en-US">
                <a:solidFill>
                  <a:srgbClr val="B2B2B2"/>
                </a:solidFill>
              </a:rPr>
              <a:pPr>
                <a:lnSpc>
                  <a:spcPct val="100000"/>
                </a:lnSpc>
                <a:spcAft>
                  <a:spcPct val="0"/>
                </a:spcAft>
              </a:pPr>
              <a:t>26</a:t>
            </a:fld>
            <a:endParaRPr lang="de-DE" altLang="en-US">
              <a:solidFill>
                <a:srgbClr val="B2B2B2"/>
              </a:solidFill>
            </a:endParaRPr>
          </a:p>
        </p:txBody>
      </p:sp>
      <p:sp>
        <p:nvSpPr>
          <p:cNvPr id="29699" name="AutoShape 2">
            <a:extLst>
              <a:ext uri="{FF2B5EF4-FFF2-40B4-BE49-F238E27FC236}">
                <a16:creationId xmlns:a16="http://schemas.microsoft.com/office/drawing/2014/main" id="{92D4B278-11F8-DC45-A97C-821CA9A95B4A}"/>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Signal Assignment</a:t>
            </a:r>
          </a:p>
        </p:txBody>
      </p:sp>
      <p:sp>
        <p:nvSpPr>
          <p:cNvPr id="9220" name="Content Placeholder 2">
            <a:extLst>
              <a:ext uri="{FF2B5EF4-FFF2-40B4-BE49-F238E27FC236}">
                <a16:creationId xmlns:a16="http://schemas.microsoft.com/office/drawing/2014/main" id="{8AB5A32B-0FCB-8741-8700-0550836455BC}"/>
              </a:ext>
            </a:extLst>
          </p:cNvPr>
          <p:cNvSpPr txBox="1">
            <a:spLocks/>
          </p:cNvSpPr>
          <p:nvPr/>
        </p:nvSpPr>
        <p:spPr bwMode="auto">
          <a:xfrm>
            <a:off x="460374" y="1716314"/>
            <a:ext cx="8223250" cy="2882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9150" indent="-233363">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marL="268288" indent="-268288">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lvl="1">
              <a:spcAft>
                <a:spcPct val="40000"/>
              </a:spcAft>
              <a:buClr>
                <a:srgbClr val="00B050"/>
              </a:buClr>
              <a:buSzTx/>
              <a:buFont typeface="Wingdings" panose="05000000000000000000" pitchFamily="2" charset="2"/>
              <a:buChar char="n"/>
              <a:defRPr/>
            </a:pPr>
            <a:r>
              <a:rPr lang="en-US" altLang="en-US" dirty="0">
                <a:latin typeface="TTE1F17478t00" charset="0"/>
              </a:rPr>
              <a:t>Vector: &lt;# of bits&gt;   &lt;base&gt;  &lt;number&gt;</a:t>
            </a:r>
            <a:endParaRPr lang="en-US" altLang="en-US" sz="700" dirty="0">
              <a:latin typeface="TTE1F17478t00" charset="0"/>
            </a:endParaRPr>
          </a:p>
          <a:p>
            <a:pPr lvl="1">
              <a:spcAft>
                <a:spcPct val="40000"/>
              </a:spcAft>
              <a:buClr>
                <a:srgbClr val="00B050"/>
              </a:buClr>
              <a:buSzTx/>
              <a:buFont typeface="Wingdings" panose="05000000000000000000" pitchFamily="2" charset="2"/>
              <a:buChar char="n"/>
              <a:defRPr/>
            </a:pPr>
            <a:endParaRPr lang="en-US" altLang="en-US" sz="700" dirty="0">
              <a:latin typeface="TTE1F17478t00" charset="0"/>
            </a:endParaRPr>
          </a:p>
          <a:p>
            <a:pPr marL="0" lvl="1" indent="0">
              <a:spcAft>
                <a:spcPct val="40000"/>
              </a:spcAft>
              <a:buClr>
                <a:srgbClr val="00B050"/>
              </a:buClr>
              <a:buSzTx/>
              <a:defRPr/>
            </a:pPr>
            <a:r>
              <a:rPr lang="en-GB" altLang="en-US" dirty="0">
                <a:latin typeface="TTE1F17478t00" charset="0"/>
              </a:rPr>
              <a:t>                           4                b            0111</a:t>
            </a:r>
          </a:p>
          <a:p>
            <a:pPr marL="819150" lvl="1" indent="-233363" eaLnBrk="1" hangingPunct="1">
              <a:lnSpc>
                <a:spcPct val="100000"/>
              </a:lnSpc>
              <a:spcAft>
                <a:spcPts val="725"/>
              </a:spcAft>
              <a:buClr>
                <a:srgbClr val="A8AFAF"/>
              </a:buClr>
              <a:buFont typeface="Wingdings" panose="05000000000000000000" pitchFamily="2" charset="2"/>
              <a:buChar char=""/>
              <a:defRPr/>
            </a:pPr>
            <a:r>
              <a:rPr lang="en-US" altLang="en-US" dirty="0"/>
              <a:t>VHDL supports ‘</a:t>
            </a:r>
            <a:r>
              <a:rPr lang="en-US" altLang="en-US" b="1" dirty="0"/>
              <a:t>x</a:t>
            </a:r>
            <a:r>
              <a:rPr lang="en-US" altLang="en-US" dirty="0"/>
              <a:t>’ for </a:t>
            </a:r>
            <a:r>
              <a:rPr lang="en-US" altLang="en-US" b="1" dirty="0"/>
              <a:t>hexadecimal</a:t>
            </a:r>
            <a:r>
              <a:rPr lang="en-US" altLang="en-US" dirty="0"/>
              <a:t>, '</a:t>
            </a:r>
            <a:r>
              <a:rPr lang="en-US" altLang="en-US" b="1" dirty="0"/>
              <a:t>o</a:t>
            </a:r>
            <a:r>
              <a:rPr lang="en-US" altLang="en-US" dirty="0"/>
              <a:t>' for </a:t>
            </a:r>
            <a:r>
              <a:rPr lang="en-US" altLang="en-US" b="1" dirty="0"/>
              <a:t>octal</a:t>
            </a:r>
            <a:r>
              <a:rPr lang="en-US" altLang="en-US" dirty="0"/>
              <a:t> and '</a:t>
            </a:r>
            <a:r>
              <a:rPr lang="en-US" altLang="en-US" b="1" dirty="0"/>
              <a:t>b</a:t>
            </a:r>
            <a:r>
              <a:rPr lang="en-US" altLang="en-US" dirty="0"/>
              <a:t>' for </a:t>
            </a:r>
            <a:r>
              <a:rPr lang="en-US" altLang="en-US" b="1" dirty="0"/>
              <a:t>binary</a:t>
            </a:r>
          </a:p>
          <a:p>
            <a:pPr eaLnBrk="1" hangingPunct="1">
              <a:lnSpc>
                <a:spcPct val="100000"/>
              </a:lnSpc>
              <a:spcAft>
                <a:spcPts val="725"/>
              </a:spcAft>
              <a:buClr>
                <a:srgbClr val="A8AFAF"/>
              </a:buClr>
              <a:buFont typeface="Wingdings" panose="05000000000000000000" pitchFamily="2" charset="2"/>
              <a:buChar char=""/>
              <a:defRPr/>
            </a:pPr>
            <a:r>
              <a:rPr lang="en-GB" altLang="en-US" dirty="0">
                <a:latin typeface="TTE1F17478t00" charset="0"/>
              </a:rPr>
              <a:t>Signed (s) /Unsigned (u)</a:t>
            </a:r>
          </a:p>
          <a:p>
            <a:r>
              <a:rPr lang="en-GB" altLang="en-US" dirty="0">
                <a:latin typeface="TTE1F17478t00" charset="0"/>
              </a:rPr>
              <a:t>Can contain meta-values (‘U’ - </a:t>
            </a:r>
            <a:r>
              <a:rPr lang="en-GB" dirty="0"/>
              <a:t>uninitialized. This signal hasn't been set yet. ‘X’ - unknown. Impossible to determine this value/result. ‘Z’ - High Impedance.)</a:t>
            </a:r>
            <a:endParaRPr lang="en-GB" altLang="en-US" dirty="0">
              <a:latin typeface="TTE1F17478t00" charset="0"/>
            </a:endParaRPr>
          </a:p>
          <a:p>
            <a:pPr eaLnBrk="1" hangingPunct="1">
              <a:lnSpc>
                <a:spcPct val="100000"/>
              </a:lnSpc>
              <a:spcAft>
                <a:spcPts val="725"/>
              </a:spcAft>
              <a:buClr>
                <a:srgbClr val="A8AFAF"/>
              </a:buClr>
              <a:buFont typeface="Wingdings" panose="05000000000000000000" pitchFamily="2" charset="2"/>
              <a:buChar char=""/>
              <a:defRPr/>
            </a:pPr>
            <a:r>
              <a:rPr lang="en-GB" altLang="en-US" dirty="0">
                <a:latin typeface="TTE1F17478t00" charset="0"/>
              </a:rPr>
              <a:t>Case insensitive</a:t>
            </a:r>
            <a:endParaRPr lang="en-US" altLang="en-US" dirty="0">
              <a:latin typeface="TTE1F17478t00" charset="0"/>
            </a:endParaRPr>
          </a:p>
          <a:p>
            <a:pPr lvl="1" eaLnBrk="1">
              <a:lnSpc>
                <a:spcPct val="93000"/>
              </a:lnSpc>
              <a:spcAft>
                <a:spcPct val="40000"/>
              </a:spcAft>
              <a:buClr>
                <a:srgbClr val="00B050"/>
              </a:buClr>
              <a:buSzTx/>
              <a:buFont typeface="Wingdings" panose="05000000000000000000" pitchFamily="2" charset="2"/>
              <a:buChar char="n"/>
              <a:defRPr/>
            </a:pPr>
            <a:endParaRPr lang="en-US" altLang="en-US" dirty="0">
              <a:latin typeface="TTE1F17478t00" charset="0"/>
            </a:endParaRPr>
          </a:p>
          <a:p>
            <a:pPr eaLnBrk="1" hangingPunct="1">
              <a:lnSpc>
                <a:spcPct val="100000"/>
              </a:lnSpc>
              <a:spcAft>
                <a:spcPts val="725"/>
              </a:spcAft>
              <a:buClr>
                <a:srgbClr val="A8AFAF"/>
              </a:buClr>
              <a:buFont typeface="Wingdings" panose="05000000000000000000" pitchFamily="2" charset="2"/>
              <a:buChar char=""/>
              <a:defRPr/>
            </a:pPr>
            <a:endParaRPr lang="en-GB" altLang="en-US" dirty="0">
              <a:latin typeface="TTE1F17478t00" charset="0"/>
            </a:endParaRPr>
          </a:p>
        </p:txBody>
      </p:sp>
      <p:sp>
        <p:nvSpPr>
          <p:cNvPr id="29701" name="Rectangle 9">
            <a:extLst>
              <a:ext uri="{FF2B5EF4-FFF2-40B4-BE49-F238E27FC236}">
                <a16:creationId xmlns:a16="http://schemas.microsoft.com/office/drawing/2014/main" id="{DD49F89E-790F-4145-96BF-0EDAA5CE2D72}"/>
              </a:ext>
            </a:extLst>
          </p:cNvPr>
          <p:cNvSpPr>
            <a:spLocks noChangeArrowheads="1"/>
          </p:cNvSpPr>
          <p:nvPr/>
        </p:nvSpPr>
        <p:spPr bwMode="auto">
          <a:xfrm>
            <a:off x="1463040" y="4495800"/>
            <a:ext cx="5938838" cy="1380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DejaVu Sans" pitchFamily="34" charset="0"/>
                <a:cs typeface="DejaVu Sans" pitchFamily="34" charset="0"/>
              </a:defRPr>
            </a:lvl1pPr>
            <a:lvl2pPr>
              <a:defRPr>
                <a:solidFill>
                  <a:schemeClr val="tx1"/>
                </a:solidFill>
                <a:latin typeface="Arial" panose="020B0604020202020204" pitchFamily="34" charset="0"/>
                <a:ea typeface="DejaVu Sans" pitchFamily="34" charset="0"/>
                <a:cs typeface="DejaVu Sans" pitchFamily="34" charset="0"/>
              </a:defRPr>
            </a:lvl2pPr>
            <a:lvl3pPr>
              <a:defRPr>
                <a:solidFill>
                  <a:schemeClr val="tx1"/>
                </a:solidFill>
                <a:latin typeface="Arial" panose="020B0604020202020204" pitchFamily="34" charset="0"/>
                <a:ea typeface="DejaVu Sans" pitchFamily="34" charset="0"/>
                <a:cs typeface="DejaVu Sans" pitchFamily="34" charset="0"/>
              </a:defRPr>
            </a:lvl3pPr>
            <a:lvl4pPr>
              <a:defRPr>
                <a:solidFill>
                  <a:schemeClr val="tx1"/>
                </a:solidFill>
                <a:latin typeface="Arial" panose="020B0604020202020204" pitchFamily="34" charset="0"/>
                <a:ea typeface="DejaVu Sans" pitchFamily="34" charset="0"/>
                <a:cs typeface="DejaVu Sans" pitchFamily="34" charset="0"/>
              </a:defRPr>
            </a:lvl4pPr>
            <a:lvl5pPr>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defRPr>
                <a:solidFill>
                  <a:schemeClr val="tx1"/>
                </a:solidFill>
                <a:latin typeface="Arial" panose="020B0604020202020204" pitchFamily="34" charset="0"/>
                <a:ea typeface="DejaVu Sans" pitchFamily="34" charset="0"/>
                <a:cs typeface="DejaVu Sans" pitchFamily="34" charset="0"/>
              </a:defRPr>
            </a:lvl9pPr>
          </a:lstStyle>
          <a:p>
            <a:pPr marL="0" lvl="1" indent="0" eaLnBrk="1">
              <a:lnSpc>
                <a:spcPct val="93000"/>
              </a:lnSpc>
              <a:buClr>
                <a:srgbClr val="000000"/>
              </a:buClr>
              <a:buSzPct val="100000"/>
            </a:pPr>
            <a:r>
              <a:rPr lang="en-US" altLang="en-US" b="1" dirty="0">
                <a:latin typeface="TTE1F17478t00" charset="0"/>
              </a:rPr>
              <a:t>Example:</a:t>
            </a:r>
          </a:p>
          <a:p>
            <a:pPr eaLnBrk="1">
              <a:lnSpc>
                <a:spcPct val="93000"/>
              </a:lnSpc>
              <a:buClr>
                <a:srgbClr val="000000"/>
              </a:buClr>
              <a:buSzPct val="100000"/>
              <a:buFont typeface="Times New Roman" panose="02020603050405020304" pitchFamily="18" charset="0"/>
              <a:buNone/>
            </a:pPr>
            <a:r>
              <a:rPr lang="en-US" altLang="en-US" dirty="0"/>
              <a:t>temp &lt;= 6x"0f";             </a:t>
            </a:r>
          </a:p>
          <a:p>
            <a:pPr eaLnBrk="1">
              <a:lnSpc>
                <a:spcPct val="93000"/>
              </a:lnSpc>
              <a:buClr>
                <a:srgbClr val="000000"/>
              </a:buClr>
              <a:buSzPct val="100000"/>
              <a:buFont typeface="Times New Roman" panose="02020603050405020304" pitchFamily="18" charset="0"/>
              <a:buNone/>
            </a:pPr>
            <a:r>
              <a:rPr lang="en-US" altLang="en-US" dirty="0"/>
              <a:t>temp &lt;= 6Ux"f";            </a:t>
            </a:r>
          </a:p>
          <a:p>
            <a:pPr eaLnBrk="1">
              <a:lnSpc>
                <a:spcPct val="93000"/>
              </a:lnSpc>
              <a:buClr>
                <a:srgbClr val="000000"/>
              </a:buClr>
              <a:buSzPct val="100000"/>
              <a:buFont typeface="Times New Roman" panose="02020603050405020304" pitchFamily="18" charset="0"/>
              <a:buNone/>
            </a:pPr>
            <a:r>
              <a:rPr lang="en-US" altLang="en-US" dirty="0"/>
              <a:t>temp &lt;= 6sb"11";          </a:t>
            </a:r>
          </a:p>
          <a:p>
            <a:pPr eaLnBrk="1">
              <a:lnSpc>
                <a:spcPct val="93000"/>
              </a:lnSpc>
              <a:buClr>
                <a:srgbClr val="000000"/>
              </a:buClr>
              <a:buSzPct val="100000"/>
              <a:buFont typeface="Times New Roman" panose="02020603050405020304" pitchFamily="18" charset="0"/>
              <a:buNone/>
            </a:pPr>
            <a:r>
              <a:rPr lang="en-US" altLang="en-US" dirty="0"/>
              <a:t>temp &lt;= 6uO"7";           </a:t>
            </a:r>
          </a:p>
        </p:txBody>
      </p:sp>
      <p:cxnSp>
        <p:nvCxnSpPr>
          <p:cNvPr id="29702" name="Straight Arrow Connector 5">
            <a:extLst>
              <a:ext uri="{FF2B5EF4-FFF2-40B4-BE49-F238E27FC236}">
                <a16:creationId xmlns:a16="http://schemas.microsoft.com/office/drawing/2014/main" id="{8BC9E356-D656-4D4F-A8B2-9E0DAC8FCA8E}"/>
              </a:ext>
            </a:extLst>
          </p:cNvPr>
          <p:cNvCxnSpPr>
            <a:cxnSpLocks noChangeShapeType="1"/>
          </p:cNvCxnSpPr>
          <p:nvPr/>
        </p:nvCxnSpPr>
        <p:spPr bwMode="auto">
          <a:xfrm>
            <a:off x="2020752" y="2040958"/>
            <a:ext cx="0" cy="245042"/>
          </a:xfrm>
          <a:prstGeom prst="straightConnector1">
            <a:avLst/>
          </a:prstGeom>
          <a:noFill/>
          <a:ln w="34925" algn="ctr">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03" name="Straight Arrow Connector 7">
            <a:extLst>
              <a:ext uri="{FF2B5EF4-FFF2-40B4-BE49-F238E27FC236}">
                <a16:creationId xmlns:a16="http://schemas.microsoft.com/office/drawing/2014/main" id="{E6F6B911-74E6-E040-9746-3384781C4342}"/>
              </a:ext>
            </a:extLst>
          </p:cNvPr>
          <p:cNvCxnSpPr>
            <a:cxnSpLocks noChangeShapeType="1"/>
          </p:cNvCxnSpPr>
          <p:nvPr/>
        </p:nvCxnSpPr>
        <p:spPr bwMode="auto">
          <a:xfrm>
            <a:off x="3016114" y="2040958"/>
            <a:ext cx="0" cy="245042"/>
          </a:xfrm>
          <a:prstGeom prst="straightConnector1">
            <a:avLst/>
          </a:prstGeom>
          <a:noFill/>
          <a:ln w="34925" algn="ctr">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04" name="Straight Arrow Connector 8">
            <a:extLst>
              <a:ext uri="{FF2B5EF4-FFF2-40B4-BE49-F238E27FC236}">
                <a16:creationId xmlns:a16="http://schemas.microsoft.com/office/drawing/2014/main" id="{5DD70891-4DCF-6244-A790-7BDFA1EBC151}"/>
              </a:ext>
            </a:extLst>
          </p:cNvPr>
          <p:cNvCxnSpPr>
            <a:cxnSpLocks noChangeShapeType="1"/>
          </p:cNvCxnSpPr>
          <p:nvPr/>
        </p:nvCxnSpPr>
        <p:spPr bwMode="auto">
          <a:xfrm>
            <a:off x="3886200" y="2040958"/>
            <a:ext cx="0" cy="245042"/>
          </a:xfrm>
          <a:prstGeom prst="straightConnector1">
            <a:avLst/>
          </a:prstGeom>
          <a:noFill/>
          <a:ln w="34925" algn="ctr">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9">
            <a:extLst>
              <a:ext uri="{FF2B5EF4-FFF2-40B4-BE49-F238E27FC236}">
                <a16:creationId xmlns:a16="http://schemas.microsoft.com/office/drawing/2014/main" id="{A4E603F3-7B5E-6E48-9037-E5B20AFD9C9C}"/>
              </a:ext>
            </a:extLst>
          </p:cNvPr>
          <p:cNvSpPr/>
          <p:nvPr/>
        </p:nvSpPr>
        <p:spPr bwMode="auto">
          <a:xfrm>
            <a:off x="1447800" y="4495800"/>
            <a:ext cx="5943600" cy="1380506"/>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lstStyle/>
          <a:p>
            <a:pPr eaLnBrk="1">
              <a:lnSpc>
                <a:spcPct val="93000"/>
              </a:lnSpc>
              <a:buClr>
                <a:srgbClr val="000000"/>
              </a:buClr>
              <a:buSzPct val="100000"/>
              <a:buFont typeface="Times New Roman" pitchFamily="16" charset="0"/>
              <a:buNone/>
              <a:defRPr/>
            </a:pPr>
            <a:endParaRPr lang="en-GB">
              <a:latin typeface="Arial" charset="0"/>
              <a:ea typeface="+mn-ea"/>
            </a:endParaRPr>
          </a:p>
        </p:txBody>
      </p:sp>
      <p:sp>
        <p:nvSpPr>
          <p:cNvPr id="3" name="TextBox 2">
            <a:extLst>
              <a:ext uri="{FF2B5EF4-FFF2-40B4-BE49-F238E27FC236}">
                <a16:creationId xmlns:a16="http://schemas.microsoft.com/office/drawing/2014/main" id="{5D859343-6B0B-4C4C-A77A-7005E7D711F7}"/>
              </a:ext>
            </a:extLst>
          </p:cNvPr>
          <p:cNvSpPr txBox="1">
            <a:spLocks noChangeArrowheads="1"/>
          </p:cNvSpPr>
          <p:nvPr/>
        </p:nvSpPr>
        <p:spPr bwMode="auto">
          <a:xfrm>
            <a:off x="3589337" y="4668219"/>
            <a:ext cx="3741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dirty="0"/>
              <a:t>-- specify width 6 means "001111"</a:t>
            </a:r>
            <a:endParaRPr lang="en-GB" altLang="en-US" dirty="0"/>
          </a:p>
        </p:txBody>
      </p:sp>
      <p:sp>
        <p:nvSpPr>
          <p:cNvPr id="4" name="Rectangle 3">
            <a:extLst>
              <a:ext uri="{FF2B5EF4-FFF2-40B4-BE49-F238E27FC236}">
                <a16:creationId xmlns:a16="http://schemas.microsoft.com/office/drawing/2014/main" id="{CFA2D77B-6926-BA42-A938-EF919885B5E4}"/>
              </a:ext>
            </a:extLst>
          </p:cNvPr>
          <p:cNvSpPr>
            <a:spLocks noChangeArrowheads="1"/>
          </p:cNvSpPr>
          <p:nvPr/>
        </p:nvSpPr>
        <p:spPr bwMode="auto">
          <a:xfrm>
            <a:off x="3589337" y="4946031"/>
            <a:ext cx="30019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en-US"/>
              <a:t>-- "001111" (zero extension)</a:t>
            </a:r>
            <a:endParaRPr lang="en-GB" altLang="en-US"/>
          </a:p>
        </p:txBody>
      </p:sp>
      <p:sp>
        <p:nvSpPr>
          <p:cNvPr id="5" name="Rectangle 4">
            <a:extLst>
              <a:ext uri="{FF2B5EF4-FFF2-40B4-BE49-F238E27FC236}">
                <a16:creationId xmlns:a16="http://schemas.microsoft.com/office/drawing/2014/main" id="{3500E702-70F6-CD4B-8CCA-927AD7AA2148}"/>
              </a:ext>
            </a:extLst>
          </p:cNvPr>
          <p:cNvSpPr>
            <a:spLocks noChangeArrowheads="1"/>
          </p:cNvSpPr>
          <p:nvPr/>
        </p:nvSpPr>
        <p:spPr bwMode="auto">
          <a:xfrm>
            <a:off x="3589337" y="5222256"/>
            <a:ext cx="28781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en-US"/>
              <a:t>-- "111111" (binary format) </a:t>
            </a:r>
            <a:endParaRPr lang="en-GB" altLang="en-US"/>
          </a:p>
        </p:txBody>
      </p:sp>
      <p:sp>
        <p:nvSpPr>
          <p:cNvPr id="7" name="Rectangle 6">
            <a:extLst>
              <a:ext uri="{FF2B5EF4-FFF2-40B4-BE49-F238E27FC236}">
                <a16:creationId xmlns:a16="http://schemas.microsoft.com/office/drawing/2014/main" id="{7D450311-100D-8340-A49B-0EFB9F96E890}"/>
              </a:ext>
            </a:extLst>
          </p:cNvPr>
          <p:cNvSpPr>
            <a:spLocks noChangeArrowheads="1"/>
          </p:cNvSpPr>
          <p:nvPr/>
        </p:nvSpPr>
        <p:spPr bwMode="auto">
          <a:xfrm>
            <a:off x="3589337" y="5527056"/>
            <a:ext cx="272415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en-US" altLang="en-US"/>
              <a:t>-- "000111" (octal format)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99838"/>
    </mc:Choice>
    <mc:Fallback xmlns="">
      <p:transition spd="slow" advTm="199838"/>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AutoShape 2">
            <a:extLst>
              <a:ext uri="{FF2B5EF4-FFF2-40B4-BE49-F238E27FC236}">
                <a16:creationId xmlns:a16="http://schemas.microsoft.com/office/drawing/2014/main" id="{BAB29508-DD86-6F4F-9B0E-60304C1C3630}"/>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dirty="0" err="1">
                <a:latin typeface="Frutiger LT Com 45 Light" charset="0"/>
              </a:rPr>
              <a:t>Practical</a:t>
            </a:r>
            <a:r>
              <a:rPr lang="de-DE" altLang="en-US" sz="3200" b="1" dirty="0">
                <a:latin typeface="Frutiger LT Com 45 Light" charset="0"/>
              </a:rPr>
              <a:t> 3 - </a:t>
            </a:r>
            <a:r>
              <a:rPr lang="de-DE" altLang="en-US" sz="3200" b="1" dirty="0" err="1">
                <a:latin typeface="Frutiger LT Com 45 Light" charset="0"/>
              </a:rPr>
              <a:t>Exercise</a:t>
            </a:r>
            <a:r>
              <a:rPr lang="de-DE" altLang="en-US" sz="3200" b="1" dirty="0">
                <a:latin typeface="Frutiger LT Com 45 Light" charset="0"/>
              </a:rPr>
              <a:t> 1</a:t>
            </a:r>
          </a:p>
        </p:txBody>
      </p:sp>
      <p:sp>
        <p:nvSpPr>
          <p:cNvPr id="30723" name="Content Placeholder 2">
            <a:extLst>
              <a:ext uri="{FF2B5EF4-FFF2-40B4-BE49-F238E27FC236}">
                <a16:creationId xmlns:a16="http://schemas.microsoft.com/office/drawing/2014/main" id="{17F202E7-3048-2942-9B39-244AA26EEA6B}"/>
              </a:ext>
            </a:extLst>
          </p:cNvPr>
          <p:cNvSpPr txBox="1">
            <a:spLocks/>
          </p:cNvSpPr>
          <p:nvPr/>
        </p:nvSpPr>
        <p:spPr bwMode="auto">
          <a:xfrm>
            <a:off x="460375" y="1905000"/>
            <a:ext cx="79248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marL="268288" indent="-268288">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lvl="1">
              <a:spcAft>
                <a:spcPct val="40000"/>
              </a:spcAft>
              <a:buClr>
                <a:srgbClr val="00B050"/>
              </a:buClr>
              <a:buSzTx/>
              <a:buFont typeface="Wingdings" pitchFamily="2" charset="2"/>
              <a:buChar char="n"/>
            </a:pPr>
            <a:r>
              <a:rPr lang="en-GB" altLang="en-US"/>
              <a:t>Simple code to connect the SW switches to the LEDR lights</a:t>
            </a:r>
            <a:endParaRPr lang="en-GB" altLang="en-US">
              <a:latin typeface="TTE1F17478t00" charset="0"/>
            </a:endParaRPr>
          </a:p>
        </p:txBody>
      </p:sp>
      <p:sp>
        <p:nvSpPr>
          <p:cNvPr id="30724" name="Rectangle 7">
            <a:extLst>
              <a:ext uri="{FF2B5EF4-FFF2-40B4-BE49-F238E27FC236}">
                <a16:creationId xmlns:a16="http://schemas.microsoft.com/office/drawing/2014/main" id="{45F94483-5D75-0B4D-B804-352BAD91581D}"/>
              </a:ext>
            </a:extLst>
          </p:cNvPr>
          <p:cNvSpPr>
            <a:spLocks noChangeArrowheads="1"/>
          </p:cNvSpPr>
          <p:nvPr/>
        </p:nvSpPr>
        <p:spPr bwMode="auto">
          <a:xfrm>
            <a:off x="2286000" y="2828925"/>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a:t>LEDR(17) </a:t>
            </a:r>
            <a:r>
              <a:rPr lang="en-US" altLang="en-US" i="1"/>
              <a:t>&lt;</a:t>
            </a:r>
            <a:r>
              <a:rPr lang="en-US" altLang="en-US"/>
              <a:t>= SW(17);</a:t>
            </a:r>
            <a:endParaRPr lang="en-GB" altLang="en-US"/>
          </a:p>
          <a:p>
            <a:r>
              <a:rPr lang="en-US" altLang="en-US"/>
              <a:t>LEDR(16) </a:t>
            </a:r>
            <a:r>
              <a:rPr lang="en-US" altLang="en-US" i="1"/>
              <a:t>&lt;</a:t>
            </a:r>
            <a:r>
              <a:rPr lang="en-US" altLang="en-US"/>
              <a:t>= SW(16);</a:t>
            </a:r>
            <a:endParaRPr lang="en-GB" altLang="en-US"/>
          </a:p>
          <a:p>
            <a:r>
              <a:rPr lang="en-US" altLang="en-US" i="1"/>
              <a:t>. . .</a:t>
            </a:r>
            <a:endParaRPr lang="en-GB" altLang="en-US"/>
          </a:p>
          <a:p>
            <a:r>
              <a:rPr lang="en-US" altLang="en-US"/>
              <a:t>LEDR(0) </a:t>
            </a:r>
            <a:r>
              <a:rPr lang="en-US" altLang="en-US" i="1"/>
              <a:t>&lt;</a:t>
            </a:r>
            <a:r>
              <a:rPr lang="en-US" altLang="en-US"/>
              <a:t>= SW(0);</a:t>
            </a:r>
            <a:endParaRPr lang="en-GB" altLang="en-US"/>
          </a:p>
        </p:txBody>
      </p:sp>
      <p:sp>
        <p:nvSpPr>
          <p:cNvPr id="30725" name="Slide Number Placeholder 3">
            <a:extLst>
              <a:ext uri="{FF2B5EF4-FFF2-40B4-BE49-F238E27FC236}">
                <a16:creationId xmlns:a16="http://schemas.microsoft.com/office/drawing/2014/main" id="{3ECC039E-A4FA-E04C-9028-298B0BF96B1C}"/>
              </a:ext>
            </a:extLst>
          </p:cNvPr>
          <p:cNvSpPr>
            <a:spLocks noGrp="1"/>
          </p:cNvSpPr>
          <p:nvPr>
            <p:ph type="sldNum" sz="quarter" idx="10"/>
          </p:nvPr>
        </p:nvSpPr>
        <p:spPr>
          <a:xfrm>
            <a:off x="3505200" y="6323013"/>
            <a:ext cx="2133600" cy="365125"/>
          </a:xfrm>
          <a:noFill/>
          <a:extLst>
            <a:ext uri="{91240B29-F687-4F45-9708-019B960494DF}">
              <a14:hiddenLine xmlns:a14="http://schemas.microsoft.com/office/drawing/2010/main" w="9525">
                <a:solidFill>
                  <a:srgbClr val="3465AF"/>
                </a:solidFill>
                <a:round/>
                <a:headEnd/>
                <a:tailEnd/>
              </a14:hiddenLine>
            </a:ext>
          </a:extLst>
        </p:spPr>
        <p:txBody>
          <a:bodyP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nSpc>
                <a:spcPct val="100000"/>
              </a:lnSpc>
              <a:spcAft>
                <a:spcPct val="0"/>
              </a:spcAft>
            </a:pPr>
            <a:r>
              <a:rPr lang="de-DE" altLang="en-US">
                <a:solidFill>
                  <a:srgbClr val="B2B2B2"/>
                </a:solidFill>
              </a:rPr>
              <a:t>27</a:t>
            </a:r>
          </a:p>
        </p:txBody>
      </p:sp>
    </p:spTree>
  </p:cSld>
  <p:clrMapOvr>
    <a:masterClrMapping/>
  </p:clrMapOvr>
  <mc:AlternateContent xmlns:mc="http://schemas.openxmlformats.org/markup-compatibility/2006" xmlns:p14="http://schemas.microsoft.com/office/powerpoint/2010/main">
    <mc:Choice Requires="p14">
      <p:transition spd="slow" p14:dur="2000" advTm="10974"/>
    </mc:Choice>
    <mc:Fallback xmlns="">
      <p:transition spd="slow" advTm="10974"/>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AF692-278A-6648-90A5-B22E55DCDAF5}"/>
              </a:ext>
            </a:extLst>
          </p:cNvPr>
          <p:cNvSpPr>
            <a:spLocks noGrp="1"/>
          </p:cNvSpPr>
          <p:nvPr>
            <p:ph type="title"/>
          </p:nvPr>
        </p:nvSpPr>
        <p:spPr/>
        <p:txBody>
          <a:bodyPr/>
          <a:lstStyle/>
          <a:p>
            <a:pPr eaLnBrk="1">
              <a:lnSpc>
                <a:spcPct val="100000"/>
              </a:lnSpc>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b="1" kern="1200" dirty="0">
                <a:latin typeface="Frutiger LT Com 45 Light" charset="0"/>
              </a:rPr>
              <a:t>Summary</a:t>
            </a:r>
            <a:endParaRPr lang="en-GB" b="1" kern="1200" dirty="0">
              <a:latin typeface="Frutiger LT Com 45 Light" charset="0"/>
            </a:endParaRPr>
          </a:p>
        </p:txBody>
      </p:sp>
      <p:sp>
        <p:nvSpPr>
          <p:cNvPr id="31747" name="Content Placeholder 2">
            <a:extLst>
              <a:ext uri="{FF2B5EF4-FFF2-40B4-BE49-F238E27FC236}">
                <a16:creationId xmlns:a16="http://schemas.microsoft.com/office/drawing/2014/main" id="{15DE63F0-34C1-6E47-AFE3-80D48B8DF289}"/>
              </a:ext>
            </a:extLst>
          </p:cNvPr>
          <p:cNvSpPr>
            <a:spLocks noGrp="1"/>
          </p:cNvSpPr>
          <p:nvPr>
            <p:ph idx="1"/>
          </p:nvPr>
        </p:nvSpPr>
        <p:spPr/>
        <p:txBody>
          <a:bodyPr/>
          <a:lstStyle/>
          <a:p>
            <a:pPr marL="0" lvl="1" indent="0">
              <a:buClr>
                <a:srgbClr val="00B050"/>
              </a:buClr>
            </a:pPr>
            <a:r>
              <a:rPr lang="en-US" altLang="en-US" sz="2000"/>
              <a:t> </a:t>
            </a:r>
            <a:endParaRPr lang="en-US" altLang="en-US" sz="2000" b="1"/>
          </a:p>
          <a:p>
            <a:pPr marL="0" lvl="1" indent="0">
              <a:lnSpc>
                <a:spcPct val="100000"/>
              </a:lnSpc>
              <a:spcAft>
                <a:spcPct val="40000"/>
              </a:spcAft>
              <a:buClr>
                <a:srgbClr val="00B050"/>
              </a:buClr>
              <a:buSzTx/>
              <a:buFont typeface="Wingdings" pitchFamily="2" charset="2"/>
              <a:buChar char="n"/>
            </a:pPr>
            <a:r>
              <a:rPr lang="en-US" altLang="en-US" sz="2000"/>
              <a:t> Basics of VHDL language</a:t>
            </a:r>
          </a:p>
          <a:p>
            <a:pPr marL="0" lvl="1" indent="0">
              <a:lnSpc>
                <a:spcPct val="100000"/>
              </a:lnSpc>
              <a:spcAft>
                <a:spcPct val="40000"/>
              </a:spcAft>
              <a:buClr>
                <a:srgbClr val="00B050"/>
              </a:buClr>
              <a:buSzTx/>
              <a:buFont typeface="Wingdings" pitchFamily="2" charset="2"/>
              <a:buChar char="n"/>
            </a:pPr>
            <a:r>
              <a:rPr lang="en-US" altLang="en-US" sz="2000"/>
              <a:t> Design units in VHDL language: Entity, Architecture, Library </a:t>
            </a:r>
          </a:p>
          <a:p>
            <a:pPr marL="0" lvl="1" indent="0">
              <a:lnSpc>
                <a:spcPct val="100000"/>
              </a:lnSpc>
              <a:spcAft>
                <a:spcPct val="40000"/>
              </a:spcAft>
              <a:buClr>
                <a:srgbClr val="00B050"/>
              </a:buClr>
              <a:buSzTx/>
              <a:buFont typeface="Wingdings" pitchFamily="2" charset="2"/>
              <a:buChar char="n"/>
            </a:pPr>
            <a:r>
              <a:rPr lang="en-US" altLang="en-US" sz="2000"/>
              <a:t> Concept of objects in VHDL: Signal, Constant, Variable </a:t>
            </a:r>
          </a:p>
          <a:p>
            <a:pPr marL="0" lvl="1" indent="0">
              <a:buClr>
                <a:srgbClr val="00B050"/>
              </a:buClr>
            </a:pPr>
            <a:endParaRPr lang="en-US" altLang="en-US"/>
          </a:p>
        </p:txBody>
      </p:sp>
      <p:sp>
        <p:nvSpPr>
          <p:cNvPr id="31748" name="Slide Number Placeholder 3">
            <a:extLst>
              <a:ext uri="{FF2B5EF4-FFF2-40B4-BE49-F238E27FC236}">
                <a16:creationId xmlns:a16="http://schemas.microsoft.com/office/drawing/2014/main" id="{54963190-AEA8-3C45-8F6C-79CB060B3BF6}"/>
              </a:ext>
            </a:extLst>
          </p:cNvPr>
          <p:cNvSpPr>
            <a:spLocks noGrp="1"/>
          </p:cNvSpPr>
          <p:nvPr>
            <p:ph type="sldNum" sz="quarter" idx="10"/>
          </p:nvPr>
        </p:nvSpPr>
        <p:spPr>
          <a:xfrm>
            <a:off x="3505200" y="6323013"/>
            <a:ext cx="2133600" cy="365125"/>
          </a:xfrm>
          <a:noFill/>
          <a:extLst>
            <a:ext uri="{91240B29-F687-4F45-9708-019B960494DF}">
              <a14:hiddenLine xmlns:a14="http://schemas.microsoft.com/office/drawing/2010/main" w="9525">
                <a:solidFill>
                  <a:srgbClr val="3465AF"/>
                </a:solidFill>
                <a:round/>
                <a:headEnd/>
                <a:tailEnd/>
              </a14:hiddenLine>
            </a:ext>
          </a:extLst>
        </p:spPr>
        <p:txBody>
          <a:bodyP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nSpc>
                <a:spcPct val="100000"/>
              </a:lnSpc>
              <a:spcAft>
                <a:spcPct val="0"/>
              </a:spcAft>
            </a:pPr>
            <a:r>
              <a:rPr lang="de-DE" altLang="en-US">
                <a:solidFill>
                  <a:srgbClr val="B2B2B2"/>
                </a:solidFill>
              </a:rPr>
              <a:t>28</a:t>
            </a:r>
          </a:p>
        </p:txBody>
      </p:sp>
    </p:spTree>
  </p:cSld>
  <p:clrMapOvr>
    <a:masterClrMapping/>
  </p:clrMapOvr>
  <mc:AlternateContent xmlns:mc="http://schemas.openxmlformats.org/markup-compatibility/2006" xmlns:p14="http://schemas.microsoft.com/office/powerpoint/2010/main">
    <mc:Choice Requires="p14">
      <p:transition spd="slow" p14:dur="2000" advTm="31624"/>
    </mc:Choice>
    <mc:Fallback xmlns="">
      <p:transition spd="slow" advTm="31624"/>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3">
            <a:extLst>
              <a:ext uri="{FF2B5EF4-FFF2-40B4-BE49-F238E27FC236}">
                <a16:creationId xmlns:a16="http://schemas.microsoft.com/office/drawing/2014/main" id="{0C1F7CF0-5197-7449-8F35-66E1B2EF6337}"/>
              </a:ext>
            </a:extLst>
          </p:cNvPr>
          <p:cNvSpPr>
            <a:spLocks noChangeArrowheads="1"/>
          </p:cNvSpPr>
          <p:nvPr/>
        </p:nvSpPr>
        <p:spPr bwMode="auto">
          <a:xfrm>
            <a:off x="2133600" y="1633538"/>
            <a:ext cx="5410200" cy="2252662"/>
          </a:xfrm>
          <a:prstGeom prst="rect">
            <a:avLst/>
          </a:prstGeom>
          <a:solidFill>
            <a:srgbClr val="D4E0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32771" name="Rectangle 7">
            <a:extLst>
              <a:ext uri="{FF2B5EF4-FFF2-40B4-BE49-F238E27FC236}">
                <a16:creationId xmlns:a16="http://schemas.microsoft.com/office/drawing/2014/main" id="{E9B4BA3D-D511-E740-A31D-5E01ADCDD0BE}"/>
              </a:ext>
            </a:extLst>
          </p:cNvPr>
          <p:cNvSpPr>
            <a:spLocks noChangeArrowheads="1"/>
          </p:cNvSpPr>
          <p:nvPr/>
        </p:nvSpPr>
        <p:spPr bwMode="auto">
          <a:xfrm>
            <a:off x="2133600" y="2133600"/>
            <a:ext cx="5410200" cy="1371600"/>
          </a:xfrm>
          <a:prstGeom prst="rect">
            <a:avLst/>
          </a:prstGeom>
          <a:solidFill>
            <a:srgbClr val="FFFF00"/>
          </a:solidFill>
          <a:ln>
            <a:noFill/>
          </a:ln>
          <a:extLst>
            <a:ext uri="{91240B29-F687-4F45-9708-019B960494DF}">
              <a14:hiddenLine xmlns:a14="http://schemas.microsoft.com/office/drawing/2010/main" w="19050" algn="ctr">
                <a:solidFill>
                  <a:srgbClr val="000000"/>
                </a:solidFill>
                <a:round/>
                <a:headEnd/>
                <a:tailEnd/>
              </a14:hiddenLine>
            </a:ext>
          </a:extLst>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19457" name="AutoShape 1">
            <a:extLst>
              <a:ext uri="{FF2B5EF4-FFF2-40B4-BE49-F238E27FC236}">
                <a16:creationId xmlns:a16="http://schemas.microsoft.com/office/drawing/2014/main" id="{349DEFB3-379A-9F43-9899-B463C90C2A4E}"/>
              </a:ext>
            </a:extLst>
          </p:cNvPr>
          <p:cNvSpPr>
            <a:spLocks noChangeArrowheads="1"/>
          </p:cNvSpPr>
          <p:nvPr/>
        </p:nvSpPr>
        <p:spPr bwMode="auto">
          <a:xfrm>
            <a:off x="460375" y="3965575"/>
            <a:ext cx="8223250" cy="2130425"/>
          </a:xfrm>
          <a:custGeom>
            <a:avLst/>
            <a:gdLst>
              <a:gd name="G0" fmla="*/ 22842 1 2"/>
              <a:gd name="G1" fmla="*/ 10998 1 2"/>
              <a:gd name="G2" fmla="+- 10998 0 0"/>
              <a:gd name="G3" fmla="+- 22842 0 0"/>
            </a:gdLst>
            <a:ahLst/>
            <a:cxnLst>
              <a:cxn ang="0">
                <a:pos x="r" y="vc"/>
              </a:cxn>
              <a:cxn ang="5400000">
                <a:pos x="hc" y="b"/>
              </a:cxn>
              <a:cxn ang="10800000">
                <a:pos x="l" y="vc"/>
              </a:cxn>
              <a:cxn ang="16200000">
                <a:pos x="hc" y="t"/>
              </a:cxn>
            </a:cxnLst>
            <a:rect l="0" t="0" r="0" b="0"/>
            <a:pathLst>
              <a:path>
                <a:moveTo>
                  <a:pt x="0" y="0"/>
                </a:moveTo>
                <a:lnTo>
                  <a:pt x="22842" y="0"/>
                </a:lnTo>
                <a:lnTo>
                  <a:pt x="22842" y="10998"/>
                </a:lnTo>
                <a:lnTo>
                  <a:pt x="0" y="10998"/>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mn-lt"/>
                <a:ea typeface="+mn-ea"/>
                <a:cs typeface="+mn-cs"/>
              </a:rPr>
              <a:t>Structure: </a:t>
            </a:r>
            <a:r>
              <a:rPr lang="de-DE" b="1" dirty="0">
                <a:solidFill>
                  <a:srgbClr val="000000"/>
                </a:solidFill>
                <a:latin typeface="TTE1F17478t00"/>
                <a:ea typeface="+mn-ea"/>
                <a:cs typeface="DejaVu Sans" charset="0"/>
              </a:rPr>
              <a:t>&lt;class&gt; object_name: &lt;mode&gt; &lt;type&gt;;</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 &lt;class&gt;: what can be done to an object</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mn-lt"/>
                <a:ea typeface="+mn-ea"/>
                <a:cs typeface="+mn-cs"/>
              </a:rPr>
              <a:t>Objec_name: identifier</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&lt;</a:t>
            </a:r>
            <a:r>
              <a:rPr lang="de-DE" dirty="0">
                <a:latin typeface="+mn-lt"/>
                <a:ea typeface="+mn-ea"/>
                <a:cs typeface="+mn-cs"/>
              </a:rPr>
              <a:t>mode&gt;: directional</a:t>
            </a: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   - </a:t>
            </a:r>
            <a:r>
              <a:rPr lang="de-DE" b="1" dirty="0">
                <a:solidFill>
                  <a:srgbClr val="000000"/>
                </a:solidFill>
                <a:latin typeface="TTE1F17478t00"/>
                <a:ea typeface="+mn-ea"/>
                <a:cs typeface="DejaVu Sans" charset="0"/>
              </a:rPr>
              <a:t>in </a:t>
            </a:r>
            <a:r>
              <a:rPr lang="de-DE" dirty="0">
                <a:solidFill>
                  <a:srgbClr val="000000"/>
                </a:solidFill>
                <a:latin typeface="TTE1F17478t00"/>
                <a:ea typeface="+mn-ea"/>
                <a:cs typeface="DejaVu Sans" charset="0"/>
              </a:rPr>
              <a:t> </a:t>
            </a:r>
            <a:r>
              <a:rPr lang="de-DE" b="1" dirty="0">
                <a:solidFill>
                  <a:srgbClr val="000000"/>
                </a:solidFill>
                <a:latin typeface="TTE1F17478t00"/>
                <a:ea typeface="+mn-ea"/>
                <a:cs typeface="DejaVu Sans" charset="0"/>
              </a:rPr>
              <a:t> </a:t>
            </a:r>
            <a:r>
              <a:rPr lang="de-DE" dirty="0">
                <a:solidFill>
                  <a:srgbClr val="000000"/>
                </a:solidFill>
                <a:latin typeface="TTE1F17478t00"/>
                <a:ea typeface="+mn-ea"/>
                <a:cs typeface="DejaVu Sans" charset="0"/>
              </a:rPr>
              <a:t>-</a:t>
            </a:r>
            <a:r>
              <a:rPr lang="de-DE" b="1" dirty="0">
                <a:solidFill>
                  <a:srgbClr val="000000"/>
                </a:solidFill>
                <a:latin typeface="TTE1F17478t00"/>
                <a:ea typeface="+mn-ea"/>
                <a:cs typeface="DejaVu Sans" charset="0"/>
              </a:rPr>
              <a:t> out</a:t>
            </a:r>
            <a:r>
              <a:rPr lang="de-DE" dirty="0">
                <a:solidFill>
                  <a:srgbClr val="000000"/>
                </a:solidFill>
                <a:latin typeface="TTE1F17478t00"/>
                <a:ea typeface="+mn-ea"/>
                <a:cs typeface="DejaVu Sans" charset="0"/>
              </a:rPr>
              <a:t>  - </a:t>
            </a:r>
            <a:r>
              <a:rPr lang="de-DE" b="1" dirty="0">
                <a:solidFill>
                  <a:srgbClr val="000000"/>
                </a:solidFill>
                <a:latin typeface="TTE1F17478t00"/>
                <a:ea typeface="+mn-ea"/>
                <a:cs typeface="DejaVu Sans" charset="0"/>
              </a:rPr>
              <a:t>inout</a:t>
            </a:r>
            <a:r>
              <a:rPr lang="de-DE" dirty="0">
                <a:solidFill>
                  <a:srgbClr val="000000"/>
                </a:solidFill>
                <a:latin typeface="TTE1F17478t00"/>
                <a:ea typeface="+mn-ea"/>
                <a:cs typeface="DejaVu Sans" charset="0"/>
              </a:rPr>
              <a:t> (bidirectional) </a:t>
            </a:r>
            <a:r>
              <a:rPr lang="de-DE" b="1" dirty="0">
                <a:solidFill>
                  <a:srgbClr val="000000"/>
                </a:solidFill>
                <a:latin typeface="TTE1F17478t00"/>
                <a:ea typeface="+mn-ea"/>
                <a:cs typeface="DejaVu Sans" charset="0"/>
              </a:rPr>
              <a:t> </a:t>
            </a:r>
            <a:r>
              <a:rPr lang="de-DE" dirty="0">
                <a:solidFill>
                  <a:srgbClr val="000000"/>
                </a:solidFill>
                <a:latin typeface="TTE1F17478t00"/>
                <a:ea typeface="+mn-ea"/>
                <a:cs typeface="DejaVu Sans" charset="0"/>
              </a:rPr>
              <a:t>-</a:t>
            </a:r>
            <a:r>
              <a:rPr lang="de-DE" b="1" dirty="0">
                <a:solidFill>
                  <a:srgbClr val="000000"/>
                </a:solidFill>
                <a:latin typeface="TTE1F17478t00"/>
                <a:ea typeface="+mn-ea"/>
                <a:cs typeface="DejaVu Sans" charset="0"/>
              </a:rPr>
              <a:t> buffer </a:t>
            </a:r>
            <a:r>
              <a:rPr lang="de-DE" dirty="0">
                <a:solidFill>
                  <a:srgbClr val="000000"/>
                </a:solidFill>
                <a:latin typeface="TTE1F17478t00"/>
                <a:ea typeface="+mn-ea"/>
                <a:cs typeface="DejaVu Sans" charset="0"/>
              </a:rPr>
              <a:t>(output with internal feedback)</a:t>
            </a:r>
          </a:p>
          <a:p>
            <a:pPr marL="1219200" lvl="1" indent="-233363" eaLnBrk="1" hangingPunct="1">
              <a:spcAft>
                <a:spcPts val="725"/>
              </a:spcAft>
              <a:buClr>
                <a:srgbClr val="A8AFAF"/>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solidFill>
                  <a:srgbClr val="000000"/>
                </a:solidFill>
                <a:latin typeface="TTE1F17478t00"/>
                <a:ea typeface="+mn-ea"/>
                <a:cs typeface="DejaVu Sans" charset="0"/>
              </a:rPr>
              <a:t>&lt;type&gt;: What can be contained in the object</a:t>
            </a:r>
          </a:p>
        </p:txBody>
      </p:sp>
      <p:sp>
        <p:nvSpPr>
          <p:cNvPr id="32773" name="AutoShape 2">
            <a:extLst>
              <a:ext uri="{FF2B5EF4-FFF2-40B4-BE49-F238E27FC236}">
                <a16:creationId xmlns:a16="http://schemas.microsoft.com/office/drawing/2014/main" id="{D3171C4B-626E-DA4D-87BA-9078F1A86174}"/>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dirty="0">
                <a:latin typeface="Frutiger LT Com 45 Light" charset="0"/>
              </a:rPr>
              <a:t>Entity - Port </a:t>
            </a:r>
            <a:r>
              <a:rPr lang="de-DE" altLang="en-US" sz="3200" b="1" dirty="0" err="1">
                <a:latin typeface="Frutiger LT Com 45 Light" charset="0"/>
              </a:rPr>
              <a:t>Declarations</a:t>
            </a:r>
            <a:endParaRPr lang="de-DE" altLang="en-US" sz="3200" b="1" dirty="0">
              <a:latin typeface="Frutiger LT Com 45 Light" charset="0"/>
            </a:endParaRPr>
          </a:p>
        </p:txBody>
      </p:sp>
      <p:sp>
        <p:nvSpPr>
          <p:cNvPr id="32774" name="AutoShape 3">
            <a:extLst>
              <a:ext uri="{FF2B5EF4-FFF2-40B4-BE49-F238E27FC236}">
                <a16:creationId xmlns:a16="http://schemas.microsoft.com/office/drawing/2014/main" id="{71B56FC4-EFAB-0B40-B61F-436FA4CEE392}"/>
              </a:ext>
            </a:extLst>
          </p:cNvPr>
          <p:cNvSpPr>
            <a:spLocks noChangeArrowheads="1"/>
          </p:cNvSpPr>
          <p:nvPr/>
        </p:nvSpPr>
        <p:spPr bwMode="auto">
          <a:xfrm>
            <a:off x="2133600" y="1600200"/>
            <a:ext cx="5410200" cy="2214563"/>
          </a:xfrm>
          <a:custGeom>
            <a:avLst/>
            <a:gdLst>
              <a:gd name="T0" fmla="*/ 2387 w 7961313"/>
              <a:gd name="T1" fmla="*/ 7998 h 2833688"/>
              <a:gd name="T2" fmla="*/ 1193 w 7961313"/>
              <a:gd name="T3" fmla="*/ 15995 h 2833688"/>
              <a:gd name="T4" fmla="*/ 0 w 7961313"/>
              <a:gd name="T5" fmla="*/ 7998 h 2833688"/>
              <a:gd name="T6" fmla="*/ 1193 w 7961313"/>
              <a:gd name="T7" fmla="*/ 0 h 2833688"/>
              <a:gd name="T8" fmla="*/ 0 60000 65536"/>
              <a:gd name="T9" fmla="*/ 5898240 60000 65536"/>
              <a:gd name="T10" fmla="*/ 11796480 60000 65536"/>
              <a:gd name="T11" fmla="*/ 17694720 60000 65536"/>
              <a:gd name="T12" fmla="*/ 0 w 7961313"/>
              <a:gd name="T13" fmla="*/ 0 h 2833688"/>
              <a:gd name="T14" fmla="*/ 7961313 w 7961313"/>
              <a:gd name="T15" fmla="*/ 2833688 h 2833688"/>
            </a:gdLst>
            <a:ahLst/>
            <a:cxnLst>
              <a:cxn ang="T8">
                <a:pos x="T0" y="T1"/>
              </a:cxn>
              <a:cxn ang="T9">
                <a:pos x="T2" y="T3"/>
              </a:cxn>
              <a:cxn ang="T10">
                <a:pos x="T4" y="T5"/>
              </a:cxn>
              <a:cxn ang="T11">
                <a:pos x="T6" y="T7"/>
              </a:cxn>
            </a:cxnLst>
            <a:rect l="T12" t="T13" r="T14" b="T15"/>
            <a:pathLst>
              <a:path w="7961313" h="2833688">
                <a:moveTo>
                  <a:pt x="0" y="0"/>
                </a:moveTo>
                <a:lnTo>
                  <a:pt x="22115" y="0"/>
                </a:lnTo>
                <a:lnTo>
                  <a:pt x="22115" y="7872"/>
                </a:lnTo>
                <a:lnTo>
                  <a:pt x="0" y="7872"/>
                </a:lnTo>
                <a:lnTo>
                  <a:pt x="0" y="0"/>
                </a:lnTo>
                <a:close/>
              </a:path>
            </a:pathLst>
          </a:custGeom>
          <a:noFill/>
          <a:ln w="9525">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a:solidFill>
                  <a:srgbClr val="0000FF"/>
                </a:solidFill>
                <a:latin typeface="TTE1F17478t00" charset="0"/>
              </a:rPr>
              <a:t>entity</a:t>
            </a:r>
            <a:r>
              <a:rPr lang="de-DE" altLang="en-US" sz="1600">
                <a:solidFill>
                  <a:srgbClr val="3333CC"/>
                </a:solidFill>
                <a:latin typeface="TTE1F17478t00" charset="0"/>
              </a:rPr>
              <a:t> </a:t>
            </a:r>
            <a:r>
              <a:rPr lang="de-DE" altLang="en-US" sz="1600">
                <a:latin typeface="TTE1F17478t00" charset="0"/>
              </a:rPr>
              <a:t>&lt;entity_name&gt; </a:t>
            </a:r>
            <a:r>
              <a:rPr lang="de-DE" altLang="en-US">
                <a:solidFill>
                  <a:srgbClr val="0000FF"/>
                </a:solidFill>
                <a:latin typeface="TTE1F17478t00" charset="0"/>
              </a:rPr>
              <a:t>is</a:t>
            </a:r>
            <a:r>
              <a:rPr lang="de-DE" altLang="en-US" sz="1600">
                <a:solidFill>
                  <a:srgbClr val="0000FF"/>
                </a:solidFill>
                <a:latin typeface="TTE1F17478t00" charset="0"/>
              </a:rPr>
              <a:t> </a:t>
            </a:r>
          </a:p>
          <a:p>
            <a:pPr eaLnBrk="1">
              <a:lnSpc>
                <a:spcPct val="100000"/>
              </a:lnSpc>
              <a:spcAft>
                <a:spcPct val="0"/>
              </a:spcAft>
            </a:pPr>
            <a:r>
              <a:rPr lang="de-DE" altLang="en-US" sz="1600">
                <a:solidFill>
                  <a:srgbClr val="0000FF"/>
                </a:solidFill>
                <a:latin typeface="TTE1F17478t00" charset="0"/>
              </a:rPr>
              <a:t>       </a:t>
            </a:r>
            <a:r>
              <a:rPr lang="de-DE" altLang="en-US" sz="1600">
                <a:latin typeface="TTE1F17478t00" charset="0"/>
              </a:rPr>
              <a:t>Generic declarations</a:t>
            </a:r>
          </a:p>
          <a:p>
            <a:pPr eaLnBrk="1">
              <a:lnSpc>
                <a:spcPct val="100000"/>
              </a:lnSpc>
              <a:spcAft>
                <a:spcPct val="0"/>
              </a:spcAft>
            </a:pPr>
            <a:r>
              <a:rPr lang="de-DE" altLang="en-US" sz="1600">
                <a:latin typeface="TTE1F17478t00" charset="0"/>
              </a:rPr>
              <a:t>       </a:t>
            </a:r>
            <a:r>
              <a:rPr lang="de-DE" altLang="en-US">
                <a:solidFill>
                  <a:srgbClr val="0000FF"/>
                </a:solidFill>
                <a:latin typeface="TTE1F17478t00" charset="0"/>
              </a:rPr>
              <a:t>port</a:t>
            </a:r>
            <a:r>
              <a:rPr lang="de-DE" altLang="en-US" sz="1600">
                <a:solidFill>
                  <a:srgbClr val="0070C0"/>
                </a:solidFill>
                <a:latin typeface="TTE1F17478t00" charset="0"/>
              </a:rPr>
              <a:t> </a:t>
            </a:r>
            <a:r>
              <a:rPr lang="de-DE" altLang="en-US" sz="1600">
                <a:latin typeface="TTE1F17478t00" charset="0"/>
              </a:rPr>
              <a:t>(</a:t>
            </a:r>
          </a:p>
          <a:p>
            <a:pPr eaLnBrk="1">
              <a:lnSpc>
                <a:spcPct val="100000"/>
              </a:lnSpc>
              <a:spcAft>
                <a:spcPct val="0"/>
              </a:spcAft>
            </a:pPr>
            <a:r>
              <a:rPr lang="de-DE" altLang="en-US" sz="1600">
                <a:latin typeface="TTE1F17478t00" charset="0"/>
              </a:rPr>
              <a:t>              SIGNAL clk, clr : </a:t>
            </a:r>
            <a:r>
              <a:rPr lang="de-DE" altLang="en-US">
                <a:solidFill>
                  <a:srgbClr val="0000FF"/>
                </a:solidFill>
                <a:latin typeface="TTE1F17478t00" charset="0"/>
              </a:rPr>
              <a:t>in</a:t>
            </a:r>
            <a:r>
              <a:rPr lang="de-DE" altLang="en-US" sz="1600">
                <a:latin typeface="TTE1F17478t00" charset="0"/>
              </a:rPr>
              <a:t> BIT;  </a:t>
            </a:r>
          </a:p>
          <a:p>
            <a:pPr eaLnBrk="1">
              <a:lnSpc>
                <a:spcPct val="100000"/>
              </a:lnSpc>
              <a:spcAft>
                <a:spcPct val="0"/>
              </a:spcAft>
            </a:pPr>
            <a:r>
              <a:rPr lang="de-DE" altLang="en-US" sz="1600">
                <a:latin typeface="TTE1F17478t00" charset="0"/>
              </a:rPr>
              <a:t>               - - note: SIGNAL is assumed and is not required</a:t>
            </a:r>
          </a:p>
          <a:p>
            <a:pPr eaLnBrk="1">
              <a:lnSpc>
                <a:spcPct val="100000"/>
              </a:lnSpc>
              <a:spcAft>
                <a:spcPct val="0"/>
              </a:spcAft>
            </a:pPr>
            <a:r>
              <a:rPr lang="de-DE" altLang="en-US" sz="1600">
                <a:latin typeface="TTE1F17478t00" charset="0"/>
              </a:rPr>
              <a:t>              Q: </a:t>
            </a:r>
            <a:r>
              <a:rPr lang="de-DE" altLang="en-US">
                <a:solidFill>
                  <a:srgbClr val="0000FF"/>
                </a:solidFill>
                <a:latin typeface="TTE1F17478t00" charset="0"/>
              </a:rPr>
              <a:t>out</a:t>
            </a:r>
            <a:r>
              <a:rPr lang="de-DE" altLang="en-US" sz="1600">
                <a:solidFill>
                  <a:srgbClr val="3333CC"/>
                </a:solidFill>
                <a:latin typeface="TTE1F17478t00" charset="0"/>
              </a:rPr>
              <a:t> </a:t>
            </a:r>
            <a:r>
              <a:rPr lang="de-DE" altLang="en-US" sz="1600">
                <a:latin typeface="TTE1F17478t00" charset="0"/>
              </a:rPr>
              <a:t>BIT</a:t>
            </a:r>
          </a:p>
          <a:p>
            <a:pPr eaLnBrk="1">
              <a:lnSpc>
                <a:spcPct val="100000"/>
              </a:lnSpc>
              <a:spcAft>
                <a:spcPct val="0"/>
              </a:spcAft>
            </a:pPr>
            <a:r>
              <a:rPr lang="de-DE" altLang="en-US" sz="1600">
                <a:latin typeface="TTE1F17478t00" charset="0"/>
              </a:rPr>
              <a:t>              );</a:t>
            </a:r>
          </a:p>
          <a:p>
            <a:pPr eaLnBrk="1">
              <a:lnSpc>
                <a:spcPct val="100000"/>
              </a:lnSpc>
              <a:spcAft>
                <a:spcPct val="0"/>
              </a:spcAft>
            </a:pPr>
            <a:r>
              <a:rPr lang="de-DE" altLang="en-US">
                <a:solidFill>
                  <a:srgbClr val="0000FF"/>
                </a:solidFill>
                <a:latin typeface="TTE1F17478t00" charset="0"/>
              </a:rPr>
              <a:t>end entity </a:t>
            </a:r>
            <a:r>
              <a:rPr lang="de-DE" altLang="en-US" sz="1600">
                <a:latin typeface="TTE1F17478t00" charset="0"/>
              </a:rPr>
              <a:t>&lt;entity_name&gt;;</a:t>
            </a:r>
            <a:endParaRPr lang="de-DE" altLang="en-US">
              <a:solidFill>
                <a:srgbClr val="0000FF"/>
              </a:solidFill>
              <a:latin typeface="TTE1F17478t00" charset="0"/>
            </a:endParaRPr>
          </a:p>
        </p:txBody>
      </p:sp>
      <p:sp>
        <p:nvSpPr>
          <p:cNvPr id="32775" name="Text Box 4">
            <a:extLst>
              <a:ext uri="{FF2B5EF4-FFF2-40B4-BE49-F238E27FC236}">
                <a16:creationId xmlns:a16="http://schemas.microsoft.com/office/drawing/2014/main" id="{C70EAB5A-2EC8-B24C-8C78-D28BCD954AD4}"/>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fld id="{15C92F5C-7384-8A45-8BF3-D6CD4444C4EE}" type="slidenum">
              <a:rPr lang="de-DE" altLang="en-US" sz="1200">
                <a:solidFill>
                  <a:srgbClr val="B2B2B2"/>
                </a:solidFill>
              </a:rPr>
              <a:pPr algn="ctr" eaLnBrk="1">
                <a:lnSpc>
                  <a:spcPct val="100000"/>
                </a:lnSpc>
                <a:spcAft>
                  <a:spcPct val="0"/>
                </a:spcAft>
              </a:pPr>
              <a:t>29</a:t>
            </a:fld>
            <a:endParaRPr lang="de-DE" altLang="en-US" sz="1200">
              <a:solidFill>
                <a:srgbClr val="B2B2B2"/>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3">
            <a:extLst>
              <a:ext uri="{FF2B5EF4-FFF2-40B4-BE49-F238E27FC236}">
                <a16:creationId xmlns:a16="http://schemas.microsoft.com/office/drawing/2014/main" id="{31250FCD-92C0-A44C-889C-A7F7F6729EFE}"/>
              </a:ext>
            </a:extLst>
          </p:cNvPr>
          <p:cNvSpPr>
            <a:spLocks noChangeArrowheads="1"/>
          </p:cNvSpPr>
          <p:nvPr/>
        </p:nvSpPr>
        <p:spPr bwMode="auto">
          <a:xfrm>
            <a:off x="1828800" y="1765300"/>
            <a:ext cx="6248400" cy="3111500"/>
          </a:xfrm>
          <a:prstGeom prst="rect">
            <a:avLst/>
          </a:prstGeom>
          <a:solidFill>
            <a:srgbClr val="D4E0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33795" name="Rectangle 7">
            <a:extLst>
              <a:ext uri="{FF2B5EF4-FFF2-40B4-BE49-F238E27FC236}">
                <a16:creationId xmlns:a16="http://schemas.microsoft.com/office/drawing/2014/main" id="{71EAF4A4-BD6B-E546-B48B-A8658F700074}"/>
              </a:ext>
            </a:extLst>
          </p:cNvPr>
          <p:cNvSpPr>
            <a:spLocks noChangeArrowheads="1"/>
          </p:cNvSpPr>
          <p:nvPr/>
        </p:nvSpPr>
        <p:spPr bwMode="auto">
          <a:xfrm>
            <a:off x="1828800" y="2209800"/>
            <a:ext cx="6248400" cy="1905000"/>
          </a:xfrm>
          <a:prstGeom prst="rect">
            <a:avLst/>
          </a:prstGeom>
          <a:solidFill>
            <a:srgbClr val="FFFF00"/>
          </a:solidFill>
          <a:ln>
            <a:noFill/>
          </a:ln>
          <a:extLst>
            <a:ext uri="{91240B29-F687-4F45-9708-019B960494DF}">
              <a14:hiddenLine xmlns:a14="http://schemas.microsoft.com/office/drawing/2010/main" w="19050" algn="ctr">
                <a:solidFill>
                  <a:srgbClr val="000000"/>
                </a:solidFill>
                <a:round/>
                <a:headEnd/>
                <a:tailEnd/>
              </a14:hiddenLine>
            </a:ext>
          </a:extLst>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20481" name="AutoShape 1">
            <a:extLst>
              <a:ext uri="{FF2B5EF4-FFF2-40B4-BE49-F238E27FC236}">
                <a16:creationId xmlns:a16="http://schemas.microsoft.com/office/drawing/2014/main" id="{6720ACD2-1AC2-A740-8D0E-C74DB26ECE0D}"/>
              </a:ext>
            </a:extLst>
          </p:cNvPr>
          <p:cNvSpPr>
            <a:spLocks noChangeArrowheads="1"/>
          </p:cNvSpPr>
          <p:nvPr/>
        </p:nvSpPr>
        <p:spPr bwMode="auto">
          <a:xfrm>
            <a:off x="460375" y="5032375"/>
            <a:ext cx="8223250" cy="758825"/>
          </a:xfrm>
          <a:custGeom>
            <a:avLst/>
            <a:gdLst>
              <a:gd name="G0" fmla="*/ 22842 1 2"/>
              <a:gd name="G1" fmla="*/ 10998 1 2"/>
              <a:gd name="G2" fmla="+- 10998 0 0"/>
              <a:gd name="G3" fmla="+- 22842 0 0"/>
            </a:gdLst>
            <a:ahLst/>
            <a:cxnLst>
              <a:cxn ang="0">
                <a:pos x="r" y="vc"/>
              </a:cxn>
              <a:cxn ang="5400000">
                <a:pos x="hc" y="b"/>
              </a:cxn>
              <a:cxn ang="10800000">
                <a:pos x="l" y="vc"/>
              </a:cxn>
              <a:cxn ang="16200000">
                <a:pos x="hc" y="t"/>
              </a:cxn>
            </a:cxnLst>
            <a:rect l="0" t="0" r="0" b="0"/>
            <a:pathLst>
              <a:path>
                <a:moveTo>
                  <a:pt x="0" y="0"/>
                </a:moveTo>
                <a:lnTo>
                  <a:pt x="22842" y="0"/>
                </a:lnTo>
                <a:lnTo>
                  <a:pt x="22842" y="10998"/>
                </a:lnTo>
                <a:lnTo>
                  <a:pt x="0" y="10998"/>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mn-lt"/>
                <a:ea typeface="+mn-ea"/>
                <a:cs typeface="+mn-cs"/>
              </a:rPr>
              <a:t>Generic values can be overwritten during compilation  </a:t>
            </a:r>
          </a:p>
          <a:p>
            <a:pPr marL="266700" lvl="1" indent="-266700" eaLnBrk="1">
              <a:spcAft>
                <a:spcPts val="725"/>
              </a:spcAft>
              <a:buClr>
                <a:srgbClr val="00B050"/>
              </a:buClr>
              <a:buSzPct val="100000"/>
              <a:buFont typeface="Wingdings" pitchFamily="1" charset="2"/>
              <a:buChar cha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dirty="0">
                <a:latin typeface="+mn-lt"/>
                <a:ea typeface="+mn-ea"/>
                <a:cs typeface="+mn-cs"/>
              </a:rPr>
              <a:t>Generic must resolve to a constant during </a:t>
            </a:r>
            <a:r>
              <a:rPr lang="de-DE" dirty="0">
                <a:solidFill>
                  <a:srgbClr val="000000"/>
                </a:solidFill>
                <a:latin typeface="TTE1F17478t00"/>
                <a:ea typeface="+mn-ea"/>
                <a:cs typeface="DejaVu Sans" charset="0"/>
              </a:rPr>
              <a:t>compilation</a:t>
            </a: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dirty="0">
              <a:solidFill>
                <a:srgbClr val="000000"/>
              </a:solidFill>
              <a:latin typeface="Frutiger LT Com 55 Roman" pitchFamily="1" charset="0"/>
              <a:ea typeface="+mn-ea"/>
              <a:cs typeface="DejaVu Sans" charset="0"/>
            </a:endParaRPr>
          </a:p>
          <a:p>
            <a:pPr marL="1219200" lvl="1" indent="-233363" eaLnBrk="1" hangingPunct="1">
              <a:spcAft>
                <a:spcPts val="725"/>
              </a:spcAft>
              <a:buClr>
                <a:srgbClr val="A8AFAF"/>
              </a:buClr>
              <a:buSzPct val="100000"/>
              <a:buFont typeface="Wingdings" pitchFamily="1" charset="2"/>
              <a:buNone/>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endParaRPr lang="de-DE" sz="2000" dirty="0">
              <a:solidFill>
                <a:srgbClr val="000000"/>
              </a:solidFill>
              <a:latin typeface="Frutiger LT Com 55 Roman" pitchFamily="1" charset="0"/>
              <a:ea typeface="+mn-ea"/>
              <a:cs typeface="DejaVu Sans" charset="0"/>
            </a:endParaRPr>
          </a:p>
        </p:txBody>
      </p:sp>
      <p:sp>
        <p:nvSpPr>
          <p:cNvPr id="33797" name="AutoShape 2">
            <a:extLst>
              <a:ext uri="{FF2B5EF4-FFF2-40B4-BE49-F238E27FC236}">
                <a16:creationId xmlns:a16="http://schemas.microsoft.com/office/drawing/2014/main" id="{03F83036-173B-8D4E-8872-E6A1E45CE7B1}"/>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dirty="0">
                <a:latin typeface="Frutiger LT Com 45 Light" charset="0"/>
              </a:rPr>
              <a:t>Entity - </a:t>
            </a:r>
            <a:r>
              <a:rPr lang="de-DE" altLang="en-US" sz="3200" b="1" dirty="0" err="1">
                <a:latin typeface="Frutiger LT Com 45 Light" charset="0"/>
              </a:rPr>
              <a:t>Generic</a:t>
            </a:r>
            <a:r>
              <a:rPr lang="de-DE" altLang="en-US" sz="3200" b="1" dirty="0">
                <a:latin typeface="Frutiger LT Com 45 Light" charset="0"/>
              </a:rPr>
              <a:t> </a:t>
            </a:r>
            <a:r>
              <a:rPr lang="de-DE" altLang="en-US" sz="3200" b="1" dirty="0" err="1">
                <a:latin typeface="Frutiger LT Com 45 Light" charset="0"/>
              </a:rPr>
              <a:t>Declaration</a:t>
            </a:r>
            <a:endParaRPr lang="de-DE" altLang="en-US" sz="3200" b="1" dirty="0">
              <a:latin typeface="Frutiger LT Com 45 Light" charset="0"/>
            </a:endParaRPr>
          </a:p>
        </p:txBody>
      </p:sp>
      <p:sp>
        <p:nvSpPr>
          <p:cNvPr id="33798" name="Text Box 4">
            <a:extLst>
              <a:ext uri="{FF2B5EF4-FFF2-40B4-BE49-F238E27FC236}">
                <a16:creationId xmlns:a16="http://schemas.microsoft.com/office/drawing/2014/main" id="{C9A8EEF8-812C-9342-80F1-16AAC1A42E27}"/>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fld id="{55398D18-81E0-624F-BF12-BC134A98611D}" type="slidenum">
              <a:rPr lang="de-DE" altLang="en-US" sz="1200">
                <a:solidFill>
                  <a:srgbClr val="B2B2B2"/>
                </a:solidFill>
              </a:rPr>
              <a:pPr algn="ctr" eaLnBrk="1">
                <a:lnSpc>
                  <a:spcPct val="100000"/>
                </a:lnSpc>
                <a:spcAft>
                  <a:spcPct val="0"/>
                </a:spcAft>
              </a:pPr>
              <a:t>30</a:t>
            </a:fld>
            <a:endParaRPr lang="de-DE" altLang="en-US" sz="1200">
              <a:solidFill>
                <a:srgbClr val="B2B2B2"/>
              </a:solidFill>
            </a:endParaRPr>
          </a:p>
        </p:txBody>
      </p:sp>
      <p:sp>
        <p:nvSpPr>
          <p:cNvPr id="33799" name="Rectangle 1">
            <a:extLst>
              <a:ext uri="{FF2B5EF4-FFF2-40B4-BE49-F238E27FC236}">
                <a16:creationId xmlns:a16="http://schemas.microsoft.com/office/drawing/2014/main" id="{2EEE01E6-B0A7-A544-B748-6A11B26F713E}"/>
              </a:ext>
            </a:extLst>
          </p:cNvPr>
          <p:cNvSpPr>
            <a:spLocks noChangeArrowheads="1"/>
          </p:cNvSpPr>
          <p:nvPr/>
        </p:nvSpPr>
        <p:spPr bwMode="auto">
          <a:xfrm>
            <a:off x="1905000" y="1862138"/>
            <a:ext cx="6096000"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buClr>
                <a:srgbClr val="000000"/>
              </a:buClr>
              <a:buSzPct val="100000"/>
              <a:buFont typeface="Times New Roman" panose="02020603050405020304" pitchFamily="18" charset="0"/>
              <a:buNone/>
            </a:pPr>
            <a:r>
              <a:rPr lang="de-DE" altLang="en-US">
                <a:solidFill>
                  <a:srgbClr val="0000FF"/>
                </a:solidFill>
                <a:latin typeface="TTE1F17478t00" charset="0"/>
              </a:rPr>
              <a:t>entity</a:t>
            </a:r>
            <a:r>
              <a:rPr lang="de-DE" altLang="en-US">
                <a:solidFill>
                  <a:srgbClr val="3333CC"/>
                </a:solidFill>
                <a:latin typeface="TTE1F17478t00" charset="0"/>
              </a:rPr>
              <a:t> </a:t>
            </a:r>
            <a:r>
              <a:rPr lang="de-DE" altLang="en-US">
                <a:solidFill>
                  <a:srgbClr val="000000"/>
                </a:solidFill>
                <a:latin typeface="TTE1F17478t00" charset="0"/>
              </a:rPr>
              <a:t>&lt;entity_name</a:t>
            </a:r>
            <a:r>
              <a:rPr lang="de-DE" altLang="en-US">
                <a:solidFill>
                  <a:srgbClr val="3333CC"/>
                </a:solidFill>
                <a:latin typeface="TTE1F17478t00" charset="0"/>
              </a:rPr>
              <a:t>&gt; </a:t>
            </a:r>
            <a:r>
              <a:rPr lang="de-DE" altLang="en-US">
                <a:solidFill>
                  <a:srgbClr val="0000FF"/>
                </a:solidFill>
                <a:latin typeface="TTE1F17478t00" charset="0"/>
              </a:rPr>
              <a:t>is</a:t>
            </a:r>
          </a:p>
          <a:p>
            <a:pPr eaLnBrk="1">
              <a:buClr>
                <a:srgbClr val="000000"/>
              </a:buClr>
              <a:buSzPct val="100000"/>
              <a:buFont typeface="Times New Roman" panose="02020603050405020304" pitchFamily="18" charset="0"/>
              <a:buNone/>
            </a:pPr>
            <a:r>
              <a:rPr lang="de-DE" altLang="en-US">
                <a:solidFill>
                  <a:srgbClr val="3333CC"/>
                </a:solidFill>
                <a:latin typeface="TTE1F17478t00" charset="0"/>
              </a:rPr>
              <a:t>    </a:t>
            </a:r>
            <a:r>
              <a:rPr lang="de-DE" altLang="en-US">
                <a:solidFill>
                  <a:srgbClr val="0000FF"/>
                </a:solidFill>
                <a:latin typeface="TTE1F17478t00" charset="0"/>
              </a:rPr>
              <a:t>generic</a:t>
            </a:r>
            <a:r>
              <a:rPr lang="de-DE" altLang="en-US">
                <a:solidFill>
                  <a:srgbClr val="000000"/>
                </a:solidFill>
                <a:latin typeface="TTE1F17478t00" charset="0"/>
              </a:rPr>
              <a:t>( </a:t>
            </a:r>
          </a:p>
          <a:p>
            <a:pPr eaLnBrk="1">
              <a:buClr>
                <a:srgbClr val="000000"/>
              </a:buClr>
              <a:buSzPct val="100000"/>
              <a:buFont typeface="Times New Roman" panose="02020603050405020304" pitchFamily="18" charset="0"/>
              <a:buNone/>
            </a:pPr>
            <a:r>
              <a:rPr lang="de-DE" altLang="en-US">
                <a:solidFill>
                  <a:srgbClr val="000000"/>
                </a:solidFill>
                <a:latin typeface="TTE1F17478t00" charset="0"/>
              </a:rPr>
              <a:t>            constant tplh, tphl : time:=5 ns;</a:t>
            </a:r>
          </a:p>
          <a:p>
            <a:pPr eaLnBrk="1">
              <a:buClr>
                <a:srgbClr val="000000"/>
              </a:buClr>
              <a:buSzPct val="100000"/>
              <a:buFont typeface="Times New Roman" panose="02020603050405020304" pitchFamily="18" charset="0"/>
              <a:buNone/>
            </a:pPr>
            <a:r>
              <a:rPr lang="de-DE" altLang="en-US">
                <a:solidFill>
                  <a:srgbClr val="000000"/>
                </a:solidFill>
                <a:latin typeface="TTE1F17478t00" charset="0"/>
              </a:rPr>
              <a:t>             - - Note </a:t>
            </a:r>
            <a:r>
              <a:rPr lang="de-DE" altLang="en-US" b="1">
                <a:solidFill>
                  <a:srgbClr val="000000"/>
                </a:solidFill>
                <a:latin typeface="TTE1F17478t00" charset="0"/>
              </a:rPr>
              <a:t>constant</a:t>
            </a:r>
            <a:r>
              <a:rPr lang="de-DE" altLang="en-US">
                <a:solidFill>
                  <a:srgbClr val="000000"/>
                </a:solidFill>
                <a:latin typeface="TTE1F17478t00" charset="0"/>
              </a:rPr>
              <a:t> is assumed and is not required</a:t>
            </a:r>
          </a:p>
          <a:p>
            <a:pPr eaLnBrk="1">
              <a:buClr>
                <a:srgbClr val="000000"/>
              </a:buClr>
              <a:buSzPct val="100000"/>
              <a:buFont typeface="Times New Roman" panose="02020603050405020304" pitchFamily="18" charset="0"/>
              <a:buNone/>
            </a:pPr>
            <a:r>
              <a:rPr lang="de-DE" altLang="en-US">
                <a:solidFill>
                  <a:srgbClr val="000000"/>
                </a:solidFill>
                <a:latin typeface="TTE1F17478t00" charset="0"/>
              </a:rPr>
              <a:t>             tphz, tplz : TIME :=3ns;</a:t>
            </a:r>
          </a:p>
          <a:p>
            <a:pPr eaLnBrk="1">
              <a:buClr>
                <a:srgbClr val="000000"/>
              </a:buClr>
              <a:buSzPct val="100000"/>
              <a:buFont typeface="Times New Roman" panose="02020603050405020304" pitchFamily="18" charset="0"/>
              <a:buNone/>
            </a:pPr>
            <a:r>
              <a:rPr lang="de-DE" altLang="en-US">
                <a:solidFill>
                  <a:srgbClr val="000000"/>
                </a:solidFill>
                <a:latin typeface="TTE1F17478t00" charset="0"/>
              </a:rPr>
              <a:t>             default_value : INTEGER:=1;</a:t>
            </a:r>
          </a:p>
          <a:p>
            <a:pPr eaLnBrk="1">
              <a:buClr>
                <a:srgbClr val="000000"/>
              </a:buClr>
              <a:buSzPct val="100000"/>
              <a:buFont typeface="Times New Roman" panose="02020603050405020304" pitchFamily="18" charset="0"/>
              <a:buNone/>
            </a:pPr>
            <a:r>
              <a:rPr lang="de-DE" altLang="en-US">
                <a:solidFill>
                  <a:srgbClr val="000000"/>
                </a:solidFill>
                <a:latin typeface="TTE1F17478t00" charset="0"/>
              </a:rPr>
              <a:t>             cnt_dir : STRING:=“up“</a:t>
            </a:r>
          </a:p>
          <a:p>
            <a:pPr eaLnBrk="1">
              <a:buClr>
                <a:srgbClr val="000000"/>
              </a:buClr>
              <a:buSzPct val="100000"/>
              <a:buFont typeface="Times New Roman" panose="02020603050405020304" pitchFamily="18" charset="0"/>
              <a:buNone/>
            </a:pPr>
            <a:r>
              <a:rPr lang="de-DE" altLang="en-US">
                <a:solidFill>
                  <a:srgbClr val="000000"/>
                </a:solidFill>
                <a:latin typeface="TTE1F17478t00" charset="0"/>
              </a:rPr>
              <a:t>             );</a:t>
            </a:r>
          </a:p>
          <a:p>
            <a:pPr eaLnBrk="1">
              <a:buClr>
                <a:srgbClr val="000000"/>
              </a:buClr>
              <a:buSzPct val="100000"/>
              <a:buFont typeface="Times New Roman" panose="02020603050405020304" pitchFamily="18" charset="0"/>
              <a:buNone/>
            </a:pPr>
            <a:r>
              <a:rPr lang="de-DE" altLang="en-US">
                <a:solidFill>
                  <a:srgbClr val="000000"/>
                </a:solidFill>
                <a:latin typeface="TTE1F17478t00" charset="0"/>
              </a:rPr>
              <a:t>       Port declarations</a:t>
            </a:r>
          </a:p>
          <a:p>
            <a:pPr eaLnBrk="1">
              <a:buClr>
                <a:srgbClr val="000000"/>
              </a:buClr>
              <a:buSzPct val="100000"/>
              <a:buFont typeface="Times New Roman" panose="02020603050405020304" pitchFamily="18" charset="0"/>
              <a:buNone/>
            </a:pPr>
            <a:r>
              <a:rPr lang="de-DE" altLang="en-US">
                <a:solidFill>
                  <a:srgbClr val="0000FF"/>
                </a:solidFill>
                <a:latin typeface="TTE1F17478t00" charset="0"/>
              </a:rPr>
              <a:t>end entity </a:t>
            </a:r>
            <a:r>
              <a:rPr lang="de-DE" altLang="en-US">
                <a:solidFill>
                  <a:srgbClr val="000000"/>
                </a:solidFill>
                <a:latin typeface="TTE1F17478t00" charset="0"/>
              </a:rPr>
              <a:t>&lt;entity_name&gt;;</a:t>
            </a:r>
            <a:r>
              <a:rPr lang="de-DE" altLang="en-US" i="1">
                <a:solidFill>
                  <a:srgbClr val="0000FF"/>
                </a:solidFill>
                <a:latin typeface="TTE1F17478t00" charset="0"/>
              </a:rPr>
              <a:t> </a:t>
            </a:r>
            <a:endParaRPr lang="de-DE" altLang="en-US">
              <a:solidFill>
                <a:srgbClr val="0000FF"/>
              </a:solidFill>
              <a:latin typeface="TTE1F17478t00"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Group 23">
            <a:extLst>
              <a:ext uri="{FF2B5EF4-FFF2-40B4-BE49-F238E27FC236}">
                <a16:creationId xmlns:a16="http://schemas.microsoft.com/office/drawing/2014/main" id="{899D9B6F-84E2-3C4D-9939-89DF24E8EF5E}"/>
              </a:ext>
            </a:extLst>
          </p:cNvPr>
          <p:cNvGrpSpPr>
            <a:grpSpLocks/>
          </p:cNvGrpSpPr>
          <p:nvPr/>
        </p:nvGrpSpPr>
        <p:grpSpPr bwMode="auto">
          <a:xfrm>
            <a:off x="228600" y="2133600"/>
            <a:ext cx="4867275" cy="1906588"/>
            <a:chOff x="228600" y="2133600"/>
            <a:chExt cx="4867440" cy="1906924"/>
          </a:xfrm>
        </p:grpSpPr>
        <p:sp>
          <p:nvSpPr>
            <p:cNvPr id="34819" name="Rectangle 1">
              <a:extLst>
                <a:ext uri="{FF2B5EF4-FFF2-40B4-BE49-F238E27FC236}">
                  <a16:creationId xmlns:a16="http://schemas.microsoft.com/office/drawing/2014/main" id="{ADB0B96B-8717-A242-92A8-AF9A20E5F21E}"/>
                </a:ext>
              </a:extLst>
            </p:cNvPr>
            <p:cNvSpPr>
              <a:spLocks noChangeArrowheads="1"/>
            </p:cNvSpPr>
            <p:nvPr/>
          </p:nvSpPr>
          <p:spPr bwMode="auto">
            <a:xfrm>
              <a:off x="2615283" y="2133600"/>
              <a:ext cx="691861" cy="292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solidFill>
                    <a:srgbClr val="0000FF"/>
                  </a:solidFill>
                  <a:latin typeface="TTE1F17478t00" charset="0"/>
                </a:rPr>
                <a:t>Signal</a:t>
              </a:r>
              <a:endParaRPr lang="en-GB" altLang="en-US" sz="1600">
                <a:solidFill>
                  <a:srgbClr val="FF0000"/>
                </a:solidFill>
              </a:endParaRPr>
            </a:p>
          </p:txBody>
        </p:sp>
        <p:cxnSp>
          <p:nvCxnSpPr>
            <p:cNvPr id="34820" name="Straight Arrow Connector 2">
              <a:extLst>
                <a:ext uri="{FF2B5EF4-FFF2-40B4-BE49-F238E27FC236}">
                  <a16:creationId xmlns:a16="http://schemas.microsoft.com/office/drawing/2014/main" id="{073E66DF-6380-DC43-BA46-C42A4EFDDB3F}"/>
                </a:ext>
              </a:extLst>
            </p:cNvPr>
            <p:cNvCxnSpPr>
              <a:cxnSpLocks noChangeShapeType="1"/>
            </p:cNvCxnSpPr>
            <p:nvPr/>
          </p:nvCxnSpPr>
          <p:spPr bwMode="auto">
            <a:xfrm>
              <a:off x="3345934" y="2359932"/>
              <a:ext cx="1127653" cy="493331"/>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21" name="Straight Arrow Connector 3">
              <a:extLst>
                <a:ext uri="{FF2B5EF4-FFF2-40B4-BE49-F238E27FC236}">
                  <a16:creationId xmlns:a16="http://schemas.microsoft.com/office/drawing/2014/main" id="{06F062F1-F8B5-984D-AD18-77ADBD591CD1}"/>
                </a:ext>
              </a:extLst>
            </p:cNvPr>
            <p:cNvCxnSpPr>
              <a:cxnSpLocks noChangeShapeType="1"/>
            </p:cNvCxnSpPr>
            <p:nvPr/>
          </p:nvCxnSpPr>
          <p:spPr bwMode="auto">
            <a:xfrm>
              <a:off x="3220715" y="2446675"/>
              <a:ext cx="255332" cy="658505"/>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22" name="Straight Arrow Connector 4">
              <a:extLst>
                <a:ext uri="{FF2B5EF4-FFF2-40B4-BE49-F238E27FC236}">
                  <a16:creationId xmlns:a16="http://schemas.microsoft.com/office/drawing/2014/main" id="{F99BB88D-F7E6-4E4C-BB2F-D83EEC3285EC}"/>
                </a:ext>
              </a:extLst>
            </p:cNvPr>
            <p:cNvCxnSpPr>
              <a:cxnSpLocks noChangeShapeType="1"/>
            </p:cNvCxnSpPr>
            <p:nvPr/>
          </p:nvCxnSpPr>
          <p:spPr bwMode="auto">
            <a:xfrm flipH="1">
              <a:off x="2563474" y="2446533"/>
              <a:ext cx="265671" cy="668089"/>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23" name="Straight Arrow Connector 5">
              <a:extLst>
                <a:ext uri="{FF2B5EF4-FFF2-40B4-BE49-F238E27FC236}">
                  <a16:creationId xmlns:a16="http://schemas.microsoft.com/office/drawing/2014/main" id="{F2108C68-0A6F-274B-8E72-4B1C182CA5F7}"/>
                </a:ext>
              </a:extLst>
            </p:cNvPr>
            <p:cNvCxnSpPr>
              <a:cxnSpLocks noChangeShapeType="1"/>
            </p:cNvCxnSpPr>
            <p:nvPr/>
          </p:nvCxnSpPr>
          <p:spPr bwMode="auto">
            <a:xfrm flipH="1">
              <a:off x="1345358" y="2359932"/>
              <a:ext cx="1219893" cy="613499"/>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824" name="Rectangle 6">
              <a:extLst>
                <a:ext uri="{FF2B5EF4-FFF2-40B4-BE49-F238E27FC236}">
                  <a16:creationId xmlns:a16="http://schemas.microsoft.com/office/drawing/2014/main" id="{14330FDF-D52A-7546-B226-1735CF8295BF}"/>
                </a:ext>
              </a:extLst>
            </p:cNvPr>
            <p:cNvSpPr>
              <a:spLocks noChangeArrowheads="1"/>
            </p:cNvSpPr>
            <p:nvPr/>
          </p:nvSpPr>
          <p:spPr bwMode="auto">
            <a:xfrm>
              <a:off x="2279197" y="3086367"/>
              <a:ext cx="641968" cy="292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latin typeface="TTE1F17478t00" charset="0"/>
                </a:rPr>
                <a:t>Name</a:t>
              </a:r>
              <a:endParaRPr lang="en-GB" altLang="en-US" sz="1600" b="1">
                <a:latin typeface="TTE1F17478t00" charset="0"/>
              </a:endParaRPr>
            </a:p>
          </p:txBody>
        </p:sp>
        <p:sp>
          <p:nvSpPr>
            <p:cNvPr id="34825" name="Rectangle 7">
              <a:extLst>
                <a:ext uri="{FF2B5EF4-FFF2-40B4-BE49-F238E27FC236}">
                  <a16:creationId xmlns:a16="http://schemas.microsoft.com/office/drawing/2014/main" id="{EC3A5542-154D-AD44-9A43-6CAD125B6D5F}"/>
                </a:ext>
              </a:extLst>
            </p:cNvPr>
            <p:cNvSpPr>
              <a:spLocks noChangeArrowheads="1"/>
            </p:cNvSpPr>
            <p:nvPr/>
          </p:nvSpPr>
          <p:spPr bwMode="auto">
            <a:xfrm>
              <a:off x="3267429" y="3097244"/>
              <a:ext cx="700177" cy="292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latin typeface="TTE1F17478t00" charset="0"/>
                </a:rPr>
                <a:t>Range</a:t>
              </a:r>
              <a:endParaRPr lang="en-GB" altLang="en-US" sz="1600" b="1">
                <a:latin typeface="TTE1F17478t00" charset="0"/>
              </a:endParaRPr>
            </a:p>
          </p:txBody>
        </p:sp>
        <p:sp>
          <p:nvSpPr>
            <p:cNvPr id="34826" name="Rectangle 8">
              <a:extLst>
                <a:ext uri="{FF2B5EF4-FFF2-40B4-BE49-F238E27FC236}">
                  <a16:creationId xmlns:a16="http://schemas.microsoft.com/office/drawing/2014/main" id="{F834A900-A866-F14E-83C8-350AE1F7C235}"/>
                </a:ext>
              </a:extLst>
            </p:cNvPr>
            <p:cNvSpPr>
              <a:spLocks noChangeArrowheads="1"/>
            </p:cNvSpPr>
            <p:nvPr/>
          </p:nvSpPr>
          <p:spPr bwMode="auto">
            <a:xfrm>
              <a:off x="4473586" y="2826139"/>
              <a:ext cx="622454" cy="292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latin typeface="TTE1F17478t00" charset="0"/>
                </a:rPr>
                <a:t>Value</a:t>
              </a:r>
              <a:endParaRPr lang="en-GB" altLang="en-US" sz="1600" b="1">
                <a:latin typeface="TTE1F17478t00" charset="0"/>
              </a:endParaRPr>
            </a:p>
          </p:txBody>
        </p:sp>
        <p:sp>
          <p:nvSpPr>
            <p:cNvPr id="34827" name="Rectangle 9">
              <a:extLst>
                <a:ext uri="{FF2B5EF4-FFF2-40B4-BE49-F238E27FC236}">
                  <a16:creationId xmlns:a16="http://schemas.microsoft.com/office/drawing/2014/main" id="{B7053657-B2EA-3B46-809F-C6CC647F425C}"/>
                </a:ext>
              </a:extLst>
            </p:cNvPr>
            <p:cNvSpPr>
              <a:spLocks noChangeArrowheads="1"/>
            </p:cNvSpPr>
            <p:nvPr/>
          </p:nvSpPr>
          <p:spPr bwMode="auto">
            <a:xfrm>
              <a:off x="868124" y="2973949"/>
              <a:ext cx="559476" cy="292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b="1">
                  <a:latin typeface="TTE1F17478t00" charset="0"/>
                </a:rPr>
                <a:t>Type</a:t>
              </a:r>
              <a:endParaRPr lang="en-GB" altLang="en-US" sz="1600" b="1">
                <a:latin typeface="TTE1F17478t00" charset="0"/>
              </a:endParaRPr>
            </a:p>
          </p:txBody>
        </p:sp>
        <p:cxnSp>
          <p:nvCxnSpPr>
            <p:cNvPr id="34828" name="Straight Arrow Connector 10">
              <a:extLst>
                <a:ext uri="{FF2B5EF4-FFF2-40B4-BE49-F238E27FC236}">
                  <a16:creationId xmlns:a16="http://schemas.microsoft.com/office/drawing/2014/main" id="{B7A8D952-CBDD-7C40-B663-7446681CB59D}"/>
                </a:ext>
              </a:extLst>
            </p:cNvPr>
            <p:cNvCxnSpPr>
              <a:cxnSpLocks noChangeShapeType="1"/>
            </p:cNvCxnSpPr>
            <p:nvPr/>
          </p:nvCxnSpPr>
          <p:spPr bwMode="auto">
            <a:xfrm flipH="1">
              <a:off x="725992" y="3251706"/>
              <a:ext cx="216027" cy="355117"/>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29" name="Straight Arrow Connector 11">
              <a:extLst>
                <a:ext uri="{FF2B5EF4-FFF2-40B4-BE49-F238E27FC236}">
                  <a16:creationId xmlns:a16="http://schemas.microsoft.com/office/drawing/2014/main" id="{8D439F47-BA01-8B41-AE57-F33DD0B692A6}"/>
                </a:ext>
              </a:extLst>
            </p:cNvPr>
            <p:cNvCxnSpPr>
              <a:cxnSpLocks noChangeShapeType="1"/>
            </p:cNvCxnSpPr>
            <p:nvPr/>
          </p:nvCxnSpPr>
          <p:spPr bwMode="auto">
            <a:xfrm>
              <a:off x="1106774" y="3263910"/>
              <a:ext cx="125602" cy="369129"/>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830" name="Rectangle 12">
              <a:extLst>
                <a:ext uri="{FF2B5EF4-FFF2-40B4-BE49-F238E27FC236}">
                  <a16:creationId xmlns:a16="http://schemas.microsoft.com/office/drawing/2014/main" id="{A0B74FA7-6D73-AA4E-BC90-AB42AAE2C506}"/>
                </a:ext>
              </a:extLst>
            </p:cNvPr>
            <p:cNvSpPr>
              <a:spLocks noChangeArrowheads="1"/>
            </p:cNvSpPr>
            <p:nvPr/>
          </p:nvSpPr>
          <p:spPr bwMode="auto">
            <a:xfrm>
              <a:off x="228600" y="3584491"/>
              <a:ext cx="819368" cy="292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std-logic</a:t>
              </a:r>
              <a:endParaRPr lang="en-GB" altLang="en-US" sz="1600">
                <a:latin typeface="TTE1F17478t00" charset="0"/>
              </a:endParaRPr>
            </a:p>
          </p:txBody>
        </p:sp>
        <p:sp>
          <p:nvSpPr>
            <p:cNvPr id="34831" name="Rectangle 13">
              <a:extLst>
                <a:ext uri="{FF2B5EF4-FFF2-40B4-BE49-F238E27FC236}">
                  <a16:creationId xmlns:a16="http://schemas.microsoft.com/office/drawing/2014/main" id="{9F13D6A9-7626-E546-86EF-8846CA3879EB}"/>
                </a:ext>
              </a:extLst>
            </p:cNvPr>
            <p:cNvSpPr>
              <a:spLocks noChangeArrowheads="1"/>
            </p:cNvSpPr>
            <p:nvPr/>
          </p:nvSpPr>
          <p:spPr bwMode="auto">
            <a:xfrm>
              <a:off x="1101037" y="3606822"/>
              <a:ext cx="346763" cy="292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bit</a:t>
              </a:r>
              <a:endParaRPr lang="en-GB" altLang="en-US" sz="1600">
                <a:latin typeface="TTE1F17478t00" charset="0"/>
              </a:endParaRPr>
            </a:p>
          </p:txBody>
        </p:sp>
        <p:cxnSp>
          <p:nvCxnSpPr>
            <p:cNvPr id="34832" name="Straight Arrow Connector 14">
              <a:extLst>
                <a:ext uri="{FF2B5EF4-FFF2-40B4-BE49-F238E27FC236}">
                  <a16:creationId xmlns:a16="http://schemas.microsoft.com/office/drawing/2014/main" id="{A8ED8BF7-383B-9A4B-BA51-74013C1D3A64}"/>
                </a:ext>
              </a:extLst>
            </p:cNvPr>
            <p:cNvCxnSpPr>
              <a:cxnSpLocks noChangeShapeType="1"/>
            </p:cNvCxnSpPr>
            <p:nvPr/>
          </p:nvCxnSpPr>
          <p:spPr bwMode="auto">
            <a:xfrm>
              <a:off x="1263314" y="3241674"/>
              <a:ext cx="413086" cy="111126"/>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33" name="Straight Connector 15">
              <a:extLst>
                <a:ext uri="{FF2B5EF4-FFF2-40B4-BE49-F238E27FC236}">
                  <a16:creationId xmlns:a16="http://schemas.microsoft.com/office/drawing/2014/main" id="{0518385A-30AB-3D45-A574-CE5D21836155}"/>
                </a:ext>
              </a:extLst>
            </p:cNvPr>
            <p:cNvCxnSpPr>
              <a:cxnSpLocks noChangeShapeType="1"/>
            </p:cNvCxnSpPr>
            <p:nvPr/>
          </p:nvCxnSpPr>
          <p:spPr bwMode="auto">
            <a:xfrm flipV="1">
              <a:off x="1308576" y="3379663"/>
              <a:ext cx="139224" cy="201737"/>
            </a:xfrm>
            <a:prstGeom prst="line">
              <a:avLst/>
            </a:prstGeom>
            <a:noFill/>
            <a:ln w="9525" algn="ctr">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834" name="Rectangle 16">
              <a:extLst>
                <a:ext uri="{FF2B5EF4-FFF2-40B4-BE49-F238E27FC236}">
                  <a16:creationId xmlns:a16="http://schemas.microsoft.com/office/drawing/2014/main" id="{C1253281-1DA3-E14E-BDE1-67528EABD63C}"/>
                </a:ext>
              </a:extLst>
            </p:cNvPr>
            <p:cNvSpPr>
              <a:spLocks noChangeArrowheads="1"/>
            </p:cNvSpPr>
            <p:nvPr/>
          </p:nvSpPr>
          <p:spPr bwMode="auto">
            <a:xfrm>
              <a:off x="1536899" y="3364889"/>
              <a:ext cx="701564" cy="292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integer</a:t>
              </a:r>
              <a:endParaRPr lang="en-GB" altLang="en-US" sz="1600">
                <a:latin typeface="TTE1F17478t00" charset="0"/>
              </a:endParaRPr>
            </a:p>
          </p:txBody>
        </p:sp>
        <p:cxnSp>
          <p:nvCxnSpPr>
            <p:cNvPr id="34835" name="Straight Arrow Connector 17">
              <a:extLst>
                <a:ext uri="{FF2B5EF4-FFF2-40B4-BE49-F238E27FC236}">
                  <a16:creationId xmlns:a16="http://schemas.microsoft.com/office/drawing/2014/main" id="{B7795E06-E6CE-E34A-97FA-E559C6C01C43}"/>
                </a:ext>
              </a:extLst>
            </p:cNvPr>
            <p:cNvCxnSpPr>
              <a:cxnSpLocks noChangeShapeType="1"/>
            </p:cNvCxnSpPr>
            <p:nvPr/>
          </p:nvCxnSpPr>
          <p:spPr bwMode="auto">
            <a:xfrm flipH="1">
              <a:off x="3195054" y="3352800"/>
              <a:ext cx="276926" cy="449054"/>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36" name="Straight Arrow Connector 18">
              <a:extLst>
                <a:ext uri="{FF2B5EF4-FFF2-40B4-BE49-F238E27FC236}">
                  <a16:creationId xmlns:a16="http://schemas.microsoft.com/office/drawing/2014/main" id="{BAC40917-9F19-F749-819C-429F03191A52}"/>
                </a:ext>
              </a:extLst>
            </p:cNvPr>
            <p:cNvCxnSpPr>
              <a:cxnSpLocks noChangeShapeType="1"/>
            </p:cNvCxnSpPr>
            <p:nvPr/>
          </p:nvCxnSpPr>
          <p:spPr bwMode="auto">
            <a:xfrm>
              <a:off x="3743889" y="3426493"/>
              <a:ext cx="294711" cy="383507"/>
            </a:xfrm>
            <a:prstGeom prst="straightConnector1">
              <a:avLst/>
            </a:prstGeom>
            <a:noFill/>
            <a:ln w="349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837" name="Rectangle 19">
              <a:extLst>
                <a:ext uri="{FF2B5EF4-FFF2-40B4-BE49-F238E27FC236}">
                  <a16:creationId xmlns:a16="http://schemas.microsoft.com/office/drawing/2014/main" id="{3A5977E7-4E1F-E94D-A078-633E003BFA88}"/>
                </a:ext>
              </a:extLst>
            </p:cNvPr>
            <p:cNvSpPr>
              <a:spLocks noChangeArrowheads="1"/>
            </p:cNvSpPr>
            <p:nvPr/>
          </p:nvSpPr>
          <p:spPr bwMode="auto">
            <a:xfrm>
              <a:off x="2825478" y="3747813"/>
              <a:ext cx="632266" cy="292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scalar</a:t>
              </a:r>
              <a:endParaRPr lang="en-GB" altLang="en-US" sz="1600">
                <a:latin typeface="TTE1F17478t00" charset="0"/>
              </a:endParaRPr>
            </a:p>
          </p:txBody>
        </p:sp>
        <p:sp>
          <p:nvSpPr>
            <p:cNvPr id="34838" name="Rectangle 20">
              <a:extLst>
                <a:ext uri="{FF2B5EF4-FFF2-40B4-BE49-F238E27FC236}">
                  <a16:creationId xmlns:a16="http://schemas.microsoft.com/office/drawing/2014/main" id="{7042C259-355B-E044-A712-E721EE03CE07}"/>
                </a:ext>
              </a:extLst>
            </p:cNvPr>
            <p:cNvSpPr>
              <a:spLocks noChangeArrowheads="1"/>
            </p:cNvSpPr>
            <p:nvPr/>
          </p:nvSpPr>
          <p:spPr bwMode="auto">
            <a:xfrm>
              <a:off x="3735244" y="3720689"/>
              <a:ext cx="643353" cy="292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ltLang="en-US" sz="1600">
                  <a:latin typeface="TTE1F17478t00" charset="0"/>
                </a:rPr>
                <a:t>vector</a:t>
              </a:r>
              <a:endParaRPr lang="en-GB" altLang="en-US" sz="1600">
                <a:latin typeface="TTE1F17478t00" charset="0"/>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AutoShape 1">
            <a:extLst>
              <a:ext uri="{FF2B5EF4-FFF2-40B4-BE49-F238E27FC236}">
                <a16:creationId xmlns:a16="http://schemas.microsoft.com/office/drawing/2014/main" id="{5DB51612-871D-2E43-A2A8-21D93FED9E0A}"/>
              </a:ext>
            </a:extLst>
          </p:cNvPr>
          <p:cNvSpPr>
            <a:spLocks noChangeArrowheads="1"/>
          </p:cNvSpPr>
          <p:nvPr/>
        </p:nvSpPr>
        <p:spPr bwMode="auto">
          <a:xfrm>
            <a:off x="460375" y="1908175"/>
            <a:ext cx="8455025" cy="3959225"/>
          </a:xfrm>
          <a:custGeom>
            <a:avLst/>
            <a:gdLst>
              <a:gd name="T0" fmla="*/ 8455025 w 8455025"/>
              <a:gd name="T1" fmla="*/ 1979613 h 3959225"/>
              <a:gd name="T2" fmla="*/ 4227513 w 8455025"/>
              <a:gd name="T3" fmla="*/ 3959225 h 3959225"/>
              <a:gd name="T4" fmla="*/ 0 w 8455025"/>
              <a:gd name="T5" fmla="*/ 1979613 h 3959225"/>
              <a:gd name="T6" fmla="*/ 4227513 w 8455025"/>
              <a:gd name="T7" fmla="*/ 0 h 3959225"/>
              <a:gd name="T8" fmla="*/ 0 60000 65536"/>
              <a:gd name="T9" fmla="*/ 5898240 60000 65536"/>
              <a:gd name="T10" fmla="*/ 11796480 60000 65536"/>
              <a:gd name="T11" fmla="*/ 17694720 60000 65536"/>
              <a:gd name="T12" fmla="*/ 0 w 8455025"/>
              <a:gd name="T13" fmla="*/ 0 h 3959225"/>
              <a:gd name="T14" fmla="*/ 8455025 w 8455025"/>
              <a:gd name="T15" fmla="*/ 3959225 h 3959225"/>
            </a:gdLst>
            <a:ahLst/>
            <a:cxnLst>
              <a:cxn ang="T8">
                <a:pos x="T0" y="T1"/>
              </a:cxn>
              <a:cxn ang="T9">
                <a:pos x="T2" y="T3"/>
              </a:cxn>
              <a:cxn ang="T10">
                <a:pos x="T4" y="T5"/>
              </a:cxn>
              <a:cxn ang="T11">
                <a:pos x="T6" y="T7"/>
              </a:cxn>
            </a:cxnLst>
            <a:rect l="T12" t="T13" r="T14" b="T15"/>
            <a:pathLst>
              <a:path w="8455025" h="3959225">
                <a:moveTo>
                  <a:pt x="0" y="0"/>
                </a:moveTo>
                <a:lnTo>
                  <a:pt x="22842" y="0"/>
                </a:lnTo>
                <a:lnTo>
                  <a:pt x="22842" y="10998"/>
                </a:lnTo>
                <a:lnTo>
                  <a:pt x="0" y="10998"/>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1pPr>
            <a:lvl2pPr marL="266700" indent="-2667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9pPr>
          </a:lstStyle>
          <a:p>
            <a:pPr lvl="1" eaLnBrk="1">
              <a:spcAft>
                <a:spcPts val="725"/>
              </a:spcAft>
              <a:buClr>
                <a:srgbClr val="00B050"/>
              </a:buClr>
              <a:buSzPct val="100000"/>
              <a:buFont typeface="Wingdings" pitchFamily="2" charset="2"/>
              <a:buChar char=""/>
            </a:pPr>
            <a:r>
              <a:rPr lang="de-DE" altLang="en-US" b="1">
                <a:solidFill>
                  <a:srgbClr val="000000"/>
                </a:solidFill>
                <a:latin typeface="TTE1F17478t00" charset="0"/>
              </a:rPr>
              <a:t>Example: </a:t>
            </a:r>
            <a:r>
              <a:rPr lang="de-DE" altLang="en-US">
                <a:solidFill>
                  <a:srgbClr val="000000"/>
                </a:solidFill>
                <a:latin typeface="TTE1F17478t00" charset="0"/>
              </a:rPr>
              <a:t>Door Opener Circuit</a:t>
            </a:r>
          </a:p>
          <a:p>
            <a:pPr lvl="1" eaLnBrk="1">
              <a:spcAft>
                <a:spcPts val="725"/>
              </a:spcAft>
              <a:buClr>
                <a:srgbClr val="00B050"/>
              </a:buClr>
              <a:buSzPct val="100000"/>
              <a:buFont typeface="Wingdings" pitchFamily="2" charset="2"/>
              <a:buChar char=""/>
            </a:pPr>
            <a:endParaRPr lang="de-DE" altLang="en-US">
              <a:solidFill>
                <a:srgbClr val="000000"/>
              </a:solidFill>
              <a:latin typeface="TTE1F17478t00" charset="0"/>
            </a:endParaRPr>
          </a:p>
          <a:p>
            <a:pPr lvl="1" eaLnBrk="1">
              <a:spcAft>
                <a:spcPts val="725"/>
              </a:spcAft>
              <a:buClr>
                <a:srgbClr val="00B050"/>
              </a:buClr>
              <a:buSzPct val="100000"/>
              <a:buFont typeface="Wingdings" pitchFamily="2" charset="2"/>
              <a:buChar char=""/>
            </a:pPr>
            <a:endParaRPr lang="de-DE" altLang="en-US">
              <a:solidFill>
                <a:srgbClr val="000000"/>
              </a:solidFill>
              <a:latin typeface="TTE1F17478t00" charset="0"/>
            </a:endParaRPr>
          </a:p>
          <a:p>
            <a:pPr lvl="1" eaLnBrk="1">
              <a:spcAft>
                <a:spcPts val="725"/>
              </a:spcAft>
              <a:buClr>
                <a:srgbClr val="00B050"/>
              </a:buClr>
              <a:buSzPct val="100000"/>
              <a:buFont typeface="Wingdings" pitchFamily="2" charset="2"/>
              <a:buChar char=""/>
            </a:pPr>
            <a:endParaRPr lang="de-DE" altLang="en-US">
              <a:solidFill>
                <a:srgbClr val="000000"/>
              </a:solidFill>
              <a:latin typeface="TTE1F17478t00" charset="0"/>
            </a:endParaRPr>
          </a:p>
        </p:txBody>
      </p:sp>
      <p:sp>
        <p:nvSpPr>
          <p:cNvPr id="35843" name="AutoShape 2">
            <a:extLst>
              <a:ext uri="{FF2B5EF4-FFF2-40B4-BE49-F238E27FC236}">
                <a16:creationId xmlns:a16="http://schemas.microsoft.com/office/drawing/2014/main" id="{C70A0871-13A4-5D4E-AFA2-4A84BD9A2594}"/>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a:latin typeface="Frutiger LT Com 45 Light" charset="0"/>
              </a:rPr>
              <a:t>Architecture</a:t>
            </a:r>
          </a:p>
        </p:txBody>
      </p:sp>
      <p:sp>
        <p:nvSpPr>
          <p:cNvPr id="35844" name="Text Box 3">
            <a:extLst>
              <a:ext uri="{FF2B5EF4-FFF2-40B4-BE49-F238E27FC236}">
                <a16:creationId xmlns:a16="http://schemas.microsoft.com/office/drawing/2014/main" id="{ABC230A1-72C3-AA49-913C-EEC4E244D225}"/>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fld id="{309B644B-CB26-9546-B99B-18F709AB29BC}" type="slidenum">
              <a:rPr lang="de-DE" altLang="en-US" sz="1200">
                <a:solidFill>
                  <a:srgbClr val="B2B2B2"/>
                </a:solidFill>
              </a:rPr>
              <a:pPr algn="ctr" eaLnBrk="1">
                <a:lnSpc>
                  <a:spcPct val="100000"/>
                </a:lnSpc>
                <a:spcAft>
                  <a:spcPct val="0"/>
                </a:spcAft>
              </a:pPr>
              <a:t>32</a:t>
            </a:fld>
            <a:endParaRPr lang="de-DE" altLang="en-US" sz="1200">
              <a:solidFill>
                <a:srgbClr val="B2B2B2"/>
              </a:solidFill>
            </a:endParaRPr>
          </a:p>
        </p:txBody>
      </p:sp>
      <p:sp>
        <p:nvSpPr>
          <p:cNvPr id="28" name="Rectangle 27">
            <a:extLst>
              <a:ext uri="{FF2B5EF4-FFF2-40B4-BE49-F238E27FC236}">
                <a16:creationId xmlns:a16="http://schemas.microsoft.com/office/drawing/2014/main" id="{A59FAF90-4665-9F45-9B86-E6A87C600BD9}"/>
              </a:ext>
            </a:extLst>
          </p:cNvPr>
          <p:cNvSpPr/>
          <p:nvPr/>
        </p:nvSpPr>
        <p:spPr bwMode="auto">
          <a:xfrm>
            <a:off x="5884863" y="3395663"/>
            <a:ext cx="1658937" cy="719137"/>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r>
              <a:rPr lang="en-GB" b="1" dirty="0" err="1">
                <a:latin typeface="Arial" charset="0"/>
                <a:ea typeface="+mn-ea"/>
              </a:rPr>
              <a:t>Behavioral</a:t>
            </a:r>
            <a:endParaRPr lang="en-GB" b="1" dirty="0">
              <a:latin typeface="Arial" charset="0"/>
              <a:ea typeface="+mn-ea"/>
            </a:endParaRPr>
          </a:p>
          <a:p>
            <a:pPr algn="ctr" eaLnBrk="1">
              <a:lnSpc>
                <a:spcPct val="93000"/>
              </a:lnSpc>
              <a:buClr>
                <a:srgbClr val="000000"/>
              </a:buClr>
              <a:buSzPct val="100000"/>
              <a:defRPr/>
            </a:pPr>
            <a:r>
              <a:rPr lang="en-US" altLang="en-US" dirty="0">
                <a:ea typeface="+mn-ea"/>
              </a:rPr>
              <a:t>F = c' * (h + p)</a:t>
            </a:r>
            <a:endParaRPr lang="en-GB" dirty="0">
              <a:latin typeface="Arial" charset="0"/>
              <a:ea typeface="+mn-ea"/>
            </a:endParaRPr>
          </a:p>
        </p:txBody>
      </p:sp>
      <p:sp>
        <p:nvSpPr>
          <p:cNvPr id="29" name="Rectangle 28">
            <a:extLst>
              <a:ext uri="{FF2B5EF4-FFF2-40B4-BE49-F238E27FC236}">
                <a16:creationId xmlns:a16="http://schemas.microsoft.com/office/drawing/2014/main" id="{190BFD23-3F54-FE49-95D0-415E1E41EDD4}"/>
              </a:ext>
            </a:extLst>
          </p:cNvPr>
          <p:cNvSpPr/>
          <p:nvPr/>
        </p:nvSpPr>
        <p:spPr bwMode="auto">
          <a:xfrm>
            <a:off x="5715000" y="1733550"/>
            <a:ext cx="2057400" cy="400050"/>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r>
              <a:rPr lang="en-GB" dirty="0">
                <a:latin typeface="Arial" charset="0"/>
                <a:ea typeface="+mn-ea"/>
              </a:rPr>
              <a:t>Library</a:t>
            </a:r>
          </a:p>
        </p:txBody>
      </p:sp>
      <p:sp>
        <p:nvSpPr>
          <p:cNvPr id="30" name="Rectangle 29">
            <a:extLst>
              <a:ext uri="{FF2B5EF4-FFF2-40B4-BE49-F238E27FC236}">
                <a16:creationId xmlns:a16="http://schemas.microsoft.com/office/drawing/2014/main" id="{21D443C9-4C0D-4B4A-A14D-B7C1E0DA9C2E}"/>
              </a:ext>
            </a:extLst>
          </p:cNvPr>
          <p:cNvSpPr/>
          <p:nvPr/>
        </p:nvSpPr>
        <p:spPr bwMode="auto">
          <a:xfrm>
            <a:off x="5867400" y="4500563"/>
            <a:ext cx="1706563" cy="419100"/>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r>
              <a:rPr lang="en-GB" dirty="0">
                <a:latin typeface="Arial" charset="0"/>
                <a:ea typeface="+mn-ea"/>
              </a:rPr>
              <a:t>Signals f1, f2</a:t>
            </a:r>
          </a:p>
        </p:txBody>
      </p:sp>
      <p:sp>
        <p:nvSpPr>
          <p:cNvPr id="33" name="Rectangle 32">
            <a:extLst>
              <a:ext uri="{FF2B5EF4-FFF2-40B4-BE49-F238E27FC236}">
                <a16:creationId xmlns:a16="http://schemas.microsoft.com/office/drawing/2014/main" id="{9440207E-75A8-F64D-9B5C-84C3A4C91FB3}"/>
              </a:ext>
            </a:extLst>
          </p:cNvPr>
          <p:cNvSpPr/>
          <p:nvPr/>
        </p:nvSpPr>
        <p:spPr bwMode="auto">
          <a:xfrm>
            <a:off x="5715000" y="2306638"/>
            <a:ext cx="2057400" cy="400050"/>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defRPr/>
            </a:pPr>
            <a:r>
              <a:rPr lang="en-GB" dirty="0">
                <a:latin typeface="Arial" charset="0"/>
                <a:ea typeface="+mn-ea"/>
              </a:rPr>
              <a:t>Entity</a:t>
            </a:r>
          </a:p>
        </p:txBody>
      </p:sp>
      <p:sp>
        <p:nvSpPr>
          <p:cNvPr id="34" name="Rectangle 33">
            <a:extLst>
              <a:ext uri="{FF2B5EF4-FFF2-40B4-BE49-F238E27FC236}">
                <a16:creationId xmlns:a16="http://schemas.microsoft.com/office/drawing/2014/main" id="{4CDE5B1E-FB37-BB42-BC4A-4AE1B0DA2889}"/>
              </a:ext>
            </a:extLst>
          </p:cNvPr>
          <p:cNvSpPr/>
          <p:nvPr/>
        </p:nvSpPr>
        <p:spPr bwMode="auto">
          <a:xfrm>
            <a:off x="5867400" y="4959350"/>
            <a:ext cx="1706563" cy="984250"/>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r>
              <a:rPr lang="en-GB" b="1" dirty="0">
                <a:latin typeface="Arial" charset="0"/>
                <a:ea typeface="+mn-ea"/>
              </a:rPr>
              <a:t>Structural</a:t>
            </a:r>
          </a:p>
          <a:p>
            <a:pPr algn="ctr" eaLnBrk="1">
              <a:lnSpc>
                <a:spcPct val="93000"/>
              </a:lnSpc>
              <a:buClr>
                <a:srgbClr val="000000"/>
              </a:buClr>
              <a:buSzPct val="100000"/>
              <a:buFont typeface="Times New Roman" pitchFamily="16" charset="0"/>
              <a:buNone/>
              <a:defRPr/>
            </a:pPr>
            <a:r>
              <a:rPr lang="en-GB" dirty="0">
                <a:latin typeface="Arial" charset="0"/>
                <a:ea typeface="+mn-ea"/>
              </a:rPr>
              <a:t>C1</a:t>
            </a:r>
          </a:p>
          <a:p>
            <a:pPr algn="ctr" eaLnBrk="1">
              <a:lnSpc>
                <a:spcPct val="93000"/>
              </a:lnSpc>
              <a:buClr>
                <a:srgbClr val="000000"/>
              </a:buClr>
              <a:buSzPct val="100000"/>
              <a:buFont typeface="Times New Roman" pitchFamily="16" charset="0"/>
              <a:buNone/>
              <a:defRPr/>
            </a:pPr>
            <a:r>
              <a:rPr lang="en-GB" dirty="0">
                <a:latin typeface="Arial" charset="0"/>
                <a:ea typeface="+mn-ea"/>
              </a:rPr>
              <a:t>C2</a:t>
            </a:r>
          </a:p>
          <a:p>
            <a:pPr algn="ctr" eaLnBrk="1">
              <a:lnSpc>
                <a:spcPct val="93000"/>
              </a:lnSpc>
              <a:buClr>
                <a:srgbClr val="000000"/>
              </a:buClr>
              <a:buSzPct val="100000"/>
              <a:buFont typeface="Times New Roman" pitchFamily="16" charset="0"/>
              <a:buNone/>
              <a:defRPr/>
            </a:pPr>
            <a:r>
              <a:rPr lang="en-GB" dirty="0">
                <a:latin typeface="Arial" charset="0"/>
                <a:ea typeface="+mn-ea"/>
              </a:rPr>
              <a:t>C3</a:t>
            </a:r>
          </a:p>
        </p:txBody>
      </p:sp>
      <p:sp>
        <p:nvSpPr>
          <p:cNvPr id="35" name="Rectangle 34">
            <a:extLst>
              <a:ext uri="{FF2B5EF4-FFF2-40B4-BE49-F238E27FC236}">
                <a16:creationId xmlns:a16="http://schemas.microsoft.com/office/drawing/2014/main" id="{0F870DE9-E687-2347-866C-39B606CF396C}"/>
              </a:ext>
            </a:extLst>
          </p:cNvPr>
          <p:cNvSpPr/>
          <p:nvPr/>
        </p:nvSpPr>
        <p:spPr bwMode="auto">
          <a:xfrm>
            <a:off x="5715000" y="2857500"/>
            <a:ext cx="2057400" cy="3182938"/>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endParaRPr lang="en-GB" dirty="0">
              <a:latin typeface="Arial" charset="0"/>
              <a:ea typeface="+mn-ea"/>
            </a:endParaRPr>
          </a:p>
        </p:txBody>
      </p:sp>
      <p:sp>
        <p:nvSpPr>
          <p:cNvPr id="35851" name="Rectangle 2">
            <a:extLst>
              <a:ext uri="{FF2B5EF4-FFF2-40B4-BE49-F238E27FC236}">
                <a16:creationId xmlns:a16="http://schemas.microsoft.com/office/drawing/2014/main" id="{CBD27A15-7CE1-D649-BEBB-91D451106138}"/>
              </a:ext>
            </a:extLst>
          </p:cNvPr>
          <p:cNvSpPr>
            <a:spLocks noChangeArrowheads="1"/>
          </p:cNvSpPr>
          <p:nvPr/>
        </p:nvSpPr>
        <p:spPr bwMode="auto">
          <a:xfrm>
            <a:off x="6096000" y="2932113"/>
            <a:ext cx="14160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GB" altLang="en-US"/>
              <a:t>Architecture</a:t>
            </a:r>
          </a:p>
        </p:txBody>
      </p:sp>
      <p:sp>
        <p:nvSpPr>
          <p:cNvPr id="35852" name="Rectangle 3">
            <a:extLst>
              <a:ext uri="{FF2B5EF4-FFF2-40B4-BE49-F238E27FC236}">
                <a16:creationId xmlns:a16="http://schemas.microsoft.com/office/drawing/2014/main" id="{7BCFB94B-CAE0-2940-B0A2-FCC1EF0CF23D}"/>
              </a:ext>
            </a:extLst>
          </p:cNvPr>
          <p:cNvSpPr>
            <a:spLocks noChangeArrowheads="1"/>
          </p:cNvSpPr>
          <p:nvPr/>
        </p:nvSpPr>
        <p:spPr bwMode="auto">
          <a:xfrm>
            <a:off x="6327775" y="4125913"/>
            <a:ext cx="53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GB" altLang="en-US"/>
              <a:t>OR</a:t>
            </a:r>
          </a:p>
        </p:txBody>
      </p:sp>
      <p:grpSp>
        <p:nvGrpSpPr>
          <p:cNvPr id="35853" name="Group 5">
            <a:extLst>
              <a:ext uri="{FF2B5EF4-FFF2-40B4-BE49-F238E27FC236}">
                <a16:creationId xmlns:a16="http://schemas.microsoft.com/office/drawing/2014/main" id="{B50F4945-EDAD-6149-8391-3CF226274F10}"/>
              </a:ext>
            </a:extLst>
          </p:cNvPr>
          <p:cNvGrpSpPr>
            <a:grpSpLocks noChangeAspect="1"/>
          </p:cNvGrpSpPr>
          <p:nvPr/>
        </p:nvGrpSpPr>
        <p:grpSpPr bwMode="auto">
          <a:xfrm>
            <a:off x="1042988" y="2857500"/>
            <a:ext cx="2784475" cy="2325688"/>
            <a:chOff x="1043057" y="2857880"/>
            <a:chExt cx="2508119" cy="2095120"/>
          </a:xfrm>
        </p:grpSpPr>
        <p:sp>
          <p:nvSpPr>
            <p:cNvPr id="35856" name="Rectangle 487">
              <a:extLst>
                <a:ext uri="{FF2B5EF4-FFF2-40B4-BE49-F238E27FC236}">
                  <a16:creationId xmlns:a16="http://schemas.microsoft.com/office/drawing/2014/main" id="{F168B318-6CB8-B947-9536-0829D6350271}"/>
                </a:ext>
              </a:extLst>
            </p:cNvPr>
            <p:cNvSpPr>
              <a:spLocks noChangeArrowheads="1"/>
            </p:cNvSpPr>
            <p:nvPr/>
          </p:nvSpPr>
          <p:spPr bwMode="auto">
            <a:xfrm>
              <a:off x="1385957" y="2857880"/>
              <a:ext cx="1844675" cy="157797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endParaRPr lang="en-US" altLang="en-US" sz="2400">
                <a:solidFill>
                  <a:schemeClr val="tx1"/>
                </a:solidFill>
                <a:latin typeface="Times New Roman" panose="02020603050405020304" pitchFamily="18" charset="0"/>
              </a:endParaRPr>
            </a:p>
          </p:txBody>
        </p:sp>
        <p:sp>
          <p:nvSpPr>
            <p:cNvPr id="35857" name="Line 488">
              <a:extLst>
                <a:ext uri="{FF2B5EF4-FFF2-40B4-BE49-F238E27FC236}">
                  <a16:creationId xmlns:a16="http://schemas.microsoft.com/office/drawing/2014/main" id="{C8539707-6547-9448-B8A8-85594FBA1BAF}"/>
                </a:ext>
              </a:extLst>
            </p:cNvPr>
            <p:cNvSpPr>
              <a:spLocks noChangeShapeType="1"/>
            </p:cNvSpPr>
            <p:nvPr/>
          </p:nvSpPr>
          <p:spPr bwMode="auto">
            <a:xfrm>
              <a:off x="3032194" y="3845305"/>
              <a:ext cx="518982"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35858" name="Line 489">
              <a:extLst>
                <a:ext uri="{FF2B5EF4-FFF2-40B4-BE49-F238E27FC236}">
                  <a16:creationId xmlns:a16="http://schemas.microsoft.com/office/drawing/2014/main" id="{3DF972D4-8CEB-644F-BCF2-AAD2786014F8}"/>
                </a:ext>
              </a:extLst>
            </p:cNvPr>
            <p:cNvSpPr>
              <a:spLocks noChangeShapeType="1"/>
            </p:cNvSpPr>
            <p:nvPr/>
          </p:nvSpPr>
          <p:spPr bwMode="auto">
            <a:xfrm>
              <a:off x="2154307" y="3980243"/>
              <a:ext cx="268288"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35859" name="Line 490">
              <a:extLst>
                <a:ext uri="{FF2B5EF4-FFF2-40B4-BE49-F238E27FC236}">
                  <a16:creationId xmlns:a16="http://schemas.microsoft.com/office/drawing/2014/main" id="{60437E87-20EF-9044-9A4E-E5EFDFC10051}"/>
                </a:ext>
              </a:extLst>
            </p:cNvPr>
            <p:cNvSpPr>
              <a:spLocks noChangeShapeType="1"/>
            </p:cNvSpPr>
            <p:nvPr/>
          </p:nvSpPr>
          <p:spPr bwMode="auto">
            <a:xfrm>
              <a:off x="1063695" y="3845305"/>
              <a:ext cx="623887"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35860" name="Line 491">
              <a:extLst>
                <a:ext uri="{FF2B5EF4-FFF2-40B4-BE49-F238E27FC236}">
                  <a16:creationId xmlns:a16="http://schemas.microsoft.com/office/drawing/2014/main" id="{F983180A-BDEB-9D4D-92BD-15713603BB20}"/>
                </a:ext>
              </a:extLst>
            </p:cNvPr>
            <p:cNvSpPr>
              <a:spLocks noChangeShapeType="1"/>
            </p:cNvSpPr>
            <p:nvPr/>
          </p:nvSpPr>
          <p:spPr bwMode="auto">
            <a:xfrm>
              <a:off x="1063695" y="4108830"/>
              <a:ext cx="623887"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35861" name="Freeform 492">
              <a:extLst>
                <a:ext uri="{FF2B5EF4-FFF2-40B4-BE49-F238E27FC236}">
                  <a16:creationId xmlns:a16="http://schemas.microsoft.com/office/drawing/2014/main" id="{6E43F830-7F6E-0246-8F31-F91433F75D0C}"/>
                </a:ext>
              </a:extLst>
            </p:cNvPr>
            <p:cNvSpPr>
              <a:spLocks/>
            </p:cNvSpPr>
            <p:nvPr/>
          </p:nvSpPr>
          <p:spPr bwMode="auto">
            <a:xfrm>
              <a:off x="2074932" y="3369055"/>
              <a:ext cx="347663" cy="342900"/>
            </a:xfrm>
            <a:custGeom>
              <a:avLst/>
              <a:gdLst>
                <a:gd name="T0" fmla="*/ 0 w 219"/>
                <a:gd name="T1" fmla="*/ 0 h 216"/>
                <a:gd name="T2" fmla="*/ 2147483647 w 219"/>
                <a:gd name="T3" fmla="*/ 0 h 216"/>
                <a:gd name="T4" fmla="*/ 2147483647 w 219"/>
                <a:gd name="T5" fmla="*/ 2147483647 h 216"/>
                <a:gd name="T6" fmla="*/ 2147483647 w 219"/>
                <a:gd name="T7" fmla="*/ 2147483647 h 216"/>
                <a:gd name="T8" fmla="*/ 0 60000 65536"/>
                <a:gd name="T9" fmla="*/ 0 60000 65536"/>
                <a:gd name="T10" fmla="*/ 0 60000 65536"/>
                <a:gd name="T11" fmla="*/ 0 60000 65536"/>
                <a:gd name="T12" fmla="*/ 0 w 219"/>
                <a:gd name="T13" fmla="*/ 0 h 216"/>
                <a:gd name="T14" fmla="*/ 219 w 219"/>
                <a:gd name="T15" fmla="*/ 216 h 216"/>
              </a:gdLst>
              <a:ahLst/>
              <a:cxnLst>
                <a:cxn ang="T8">
                  <a:pos x="T0" y="T1"/>
                </a:cxn>
                <a:cxn ang="T9">
                  <a:pos x="T2" y="T3"/>
                </a:cxn>
                <a:cxn ang="T10">
                  <a:pos x="T4" y="T5"/>
                </a:cxn>
                <a:cxn ang="T11">
                  <a:pos x="T6" y="T7"/>
                </a:cxn>
              </a:cxnLst>
              <a:rect l="T12" t="T13" r="T14" b="T15"/>
              <a:pathLst>
                <a:path w="219" h="216">
                  <a:moveTo>
                    <a:pt x="0" y="0"/>
                  </a:moveTo>
                  <a:lnTo>
                    <a:pt x="97" y="0"/>
                  </a:lnTo>
                  <a:lnTo>
                    <a:pt x="97" y="216"/>
                  </a:lnTo>
                  <a:lnTo>
                    <a:pt x="219" y="216"/>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5862" name="Line 493">
              <a:extLst>
                <a:ext uri="{FF2B5EF4-FFF2-40B4-BE49-F238E27FC236}">
                  <a16:creationId xmlns:a16="http://schemas.microsoft.com/office/drawing/2014/main" id="{F1065159-0C1E-3247-B96E-3F56D6CA63F2}"/>
                </a:ext>
              </a:extLst>
            </p:cNvPr>
            <p:cNvSpPr>
              <a:spLocks noChangeShapeType="1"/>
            </p:cNvSpPr>
            <p:nvPr/>
          </p:nvSpPr>
          <p:spPr bwMode="auto">
            <a:xfrm>
              <a:off x="1043057" y="3369055"/>
              <a:ext cx="630238"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35863" name="Rectangle 499">
              <a:extLst>
                <a:ext uri="{FF2B5EF4-FFF2-40B4-BE49-F238E27FC236}">
                  <a16:creationId xmlns:a16="http://schemas.microsoft.com/office/drawing/2014/main" id="{EB8AD6FD-3315-FA4D-82AB-E037FBB43E43}"/>
                </a:ext>
              </a:extLst>
            </p:cNvPr>
            <p:cNvSpPr>
              <a:spLocks noChangeArrowheads="1"/>
            </p:cNvSpPr>
            <p:nvPr/>
          </p:nvSpPr>
          <p:spPr bwMode="auto">
            <a:xfrm>
              <a:off x="1702222" y="2921380"/>
              <a:ext cx="1333698" cy="25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r>
                <a:rPr lang="en-US" altLang="en-US">
                  <a:latin typeface="Myriad Roman" charset="0"/>
                </a:rPr>
                <a:t>Door Opener</a:t>
              </a:r>
              <a:endParaRPr lang="en-US" altLang="en-US">
                <a:solidFill>
                  <a:schemeClr val="tx1"/>
                </a:solidFill>
                <a:latin typeface="Times New Roman" panose="02020603050405020304" pitchFamily="18" charset="0"/>
              </a:endParaRPr>
            </a:p>
          </p:txBody>
        </p:sp>
        <p:sp>
          <p:nvSpPr>
            <p:cNvPr id="35864" name="Rectangle 500">
              <a:extLst>
                <a:ext uri="{FF2B5EF4-FFF2-40B4-BE49-F238E27FC236}">
                  <a16:creationId xmlns:a16="http://schemas.microsoft.com/office/drawing/2014/main" id="{801D16BE-A2A7-C849-8E23-69C03BB10AED}"/>
                </a:ext>
              </a:extLst>
            </p:cNvPr>
            <p:cNvSpPr>
              <a:spLocks noChangeArrowheads="1"/>
            </p:cNvSpPr>
            <p:nvPr/>
          </p:nvSpPr>
          <p:spPr bwMode="auto">
            <a:xfrm>
              <a:off x="1060520" y="3124200"/>
              <a:ext cx="115416" cy="25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r>
                <a:rPr lang="en-US" altLang="en-US">
                  <a:latin typeface="Myriad Roman" charset="0"/>
                </a:rPr>
                <a:t>c</a:t>
              </a:r>
              <a:endParaRPr lang="en-US" altLang="en-US">
                <a:solidFill>
                  <a:schemeClr val="tx1"/>
                </a:solidFill>
                <a:latin typeface="Times New Roman" panose="02020603050405020304" pitchFamily="18" charset="0"/>
              </a:endParaRPr>
            </a:p>
          </p:txBody>
        </p:sp>
        <p:sp>
          <p:nvSpPr>
            <p:cNvPr id="35865" name="Rectangle 501">
              <a:extLst>
                <a:ext uri="{FF2B5EF4-FFF2-40B4-BE49-F238E27FC236}">
                  <a16:creationId xmlns:a16="http://schemas.microsoft.com/office/drawing/2014/main" id="{1E6BE9E2-B56F-0441-A4F5-7AA9BF7C79D4}"/>
                </a:ext>
              </a:extLst>
            </p:cNvPr>
            <p:cNvSpPr>
              <a:spLocks noChangeArrowheads="1"/>
            </p:cNvSpPr>
            <p:nvPr/>
          </p:nvSpPr>
          <p:spPr bwMode="auto">
            <a:xfrm>
              <a:off x="1052582" y="3552365"/>
              <a:ext cx="128240" cy="25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r>
                <a:rPr lang="en-US" altLang="en-US">
                  <a:latin typeface="Myriad Roman" charset="0"/>
                </a:rPr>
                <a:t>h</a:t>
              </a:r>
              <a:endParaRPr lang="en-US" altLang="en-US">
                <a:solidFill>
                  <a:schemeClr val="tx1"/>
                </a:solidFill>
                <a:latin typeface="Times New Roman" panose="02020603050405020304" pitchFamily="18" charset="0"/>
              </a:endParaRPr>
            </a:p>
          </p:txBody>
        </p:sp>
        <p:sp>
          <p:nvSpPr>
            <p:cNvPr id="35866" name="Rectangle 502">
              <a:extLst>
                <a:ext uri="{FF2B5EF4-FFF2-40B4-BE49-F238E27FC236}">
                  <a16:creationId xmlns:a16="http://schemas.microsoft.com/office/drawing/2014/main" id="{CD4AAC1F-1FC1-B046-A40B-6E5B891739FD}"/>
                </a:ext>
              </a:extLst>
            </p:cNvPr>
            <p:cNvSpPr>
              <a:spLocks noChangeArrowheads="1"/>
            </p:cNvSpPr>
            <p:nvPr/>
          </p:nvSpPr>
          <p:spPr bwMode="auto">
            <a:xfrm>
              <a:off x="1046868" y="3857165"/>
              <a:ext cx="128240" cy="25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r>
                <a:rPr lang="en-US" altLang="en-US">
                  <a:latin typeface="Myriad Roman" charset="0"/>
                </a:rPr>
                <a:t>p</a:t>
              </a:r>
              <a:endParaRPr lang="en-US" altLang="en-US">
                <a:solidFill>
                  <a:schemeClr val="tx1"/>
                </a:solidFill>
                <a:latin typeface="Times New Roman" panose="02020603050405020304" pitchFamily="18" charset="0"/>
              </a:endParaRPr>
            </a:p>
          </p:txBody>
        </p:sp>
        <p:sp>
          <p:nvSpPr>
            <p:cNvPr id="35867" name="Rectangle 503">
              <a:extLst>
                <a:ext uri="{FF2B5EF4-FFF2-40B4-BE49-F238E27FC236}">
                  <a16:creationId xmlns:a16="http://schemas.microsoft.com/office/drawing/2014/main" id="{FFACCBD5-F2F9-7B41-996F-679EC4796B3C}"/>
                </a:ext>
              </a:extLst>
            </p:cNvPr>
            <p:cNvSpPr>
              <a:spLocks noChangeArrowheads="1"/>
            </p:cNvSpPr>
            <p:nvPr/>
          </p:nvSpPr>
          <p:spPr bwMode="auto">
            <a:xfrm>
              <a:off x="3367157" y="3623055"/>
              <a:ext cx="141064" cy="25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r>
                <a:rPr lang="en-US" altLang="en-US">
                  <a:latin typeface="Myriad Roman" charset="0"/>
                </a:rPr>
                <a:t>F</a:t>
              </a:r>
              <a:endParaRPr lang="en-US" altLang="en-US">
                <a:solidFill>
                  <a:schemeClr val="tx1"/>
                </a:solidFill>
                <a:latin typeface="Times New Roman" panose="02020603050405020304" pitchFamily="18" charset="0"/>
              </a:endParaRPr>
            </a:p>
          </p:txBody>
        </p:sp>
        <p:sp>
          <p:nvSpPr>
            <p:cNvPr id="35868" name="Freeform 504">
              <a:extLst>
                <a:ext uri="{FF2B5EF4-FFF2-40B4-BE49-F238E27FC236}">
                  <a16:creationId xmlns:a16="http://schemas.microsoft.com/office/drawing/2014/main" id="{661CC8EA-8F60-834C-889A-0FCDEBC95CDE}"/>
                </a:ext>
              </a:extLst>
            </p:cNvPr>
            <p:cNvSpPr>
              <a:spLocks/>
            </p:cNvSpPr>
            <p:nvPr/>
          </p:nvSpPr>
          <p:spPr bwMode="auto">
            <a:xfrm>
              <a:off x="1619320" y="3716718"/>
              <a:ext cx="534987" cy="525462"/>
            </a:xfrm>
            <a:custGeom>
              <a:avLst/>
              <a:gdLst>
                <a:gd name="T0" fmla="*/ 2147483647 w 108"/>
                <a:gd name="T1" fmla="*/ 2147483647 h 106"/>
                <a:gd name="T2" fmla="*/ 0 w 108"/>
                <a:gd name="T3" fmla="*/ 2147483647 h 106"/>
                <a:gd name="T4" fmla="*/ 2147483647 w 108"/>
                <a:gd name="T5" fmla="*/ 2147483647 h 106"/>
                <a:gd name="T6" fmla="*/ 2147483647 w 108"/>
                <a:gd name="T7" fmla="*/ 2147483647 h 106"/>
                <a:gd name="T8" fmla="*/ 0 w 108"/>
                <a:gd name="T9" fmla="*/ 0 h 106"/>
                <a:gd name="T10" fmla="*/ 2147483647 w 108"/>
                <a:gd name="T11" fmla="*/ 2147483647 h 106"/>
                <a:gd name="T12" fmla="*/ 0 60000 65536"/>
                <a:gd name="T13" fmla="*/ 0 60000 65536"/>
                <a:gd name="T14" fmla="*/ 0 60000 65536"/>
                <a:gd name="T15" fmla="*/ 0 60000 65536"/>
                <a:gd name="T16" fmla="*/ 0 60000 65536"/>
                <a:gd name="T17" fmla="*/ 0 60000 65536"/>
                <a:gd name="T18" fmla="*/ 0 w 108"/>
                <a:gd name="T19" fmla="*/ 0 h 106"/>
                <a:gd name="T20" fmla="*/ 108 w 108"/>
                <a:gd name="T21" fmla="*/ 106 h 106"/>
              </a:gdLst>
              <a:ahLst/>
              <a:cxnLst>
                <a:cxn ang="T12">
                  <a:pos x="T0" y="T1"/>
                </a:cxn>
                <a:cxn ang="T13">
                  <a:pos x="T2" y="T3"/>
                </a:cxn>
                <a:cxn ang="T14">
                  <a:pos x="T4" y="T5"/>
                </a:cxn>
                <a:cxn ang="T15">
                  <a:pos x="T6" y="T7"/>
                </a:cxn>
                <a:cxn ang="T16">
                  <a:pos x="T8" y="T9"/>
                </a:cxn>
                <a:cxn ang="T17">
                  <a:pos x="T10" y="T11"/>
                </a:cxn>
              </a:cxnLst>
              <a:rect l="T18" t="T19" r="T20" b="T21"/>
              <a:pathLst>
                <a:path w="108" h="106">
                  <a:moveTo>
                    <a:pt x="108" y="53"/>
                  </a:moveTo>
                  <a:cubicBezTo>
                    <a:pt x="108" y="53"/>
                    <a:pt x="83" y="106"/>
                    <a:pt x="0" y="106"/>
                  </a:cubicBezTo>
                  <a:cubicBezTo>
                    <a:pt x="0" y="106"/>
                    <a:pt x="17" y="101"/>
                    <a:pt x="17" y="54"/>
                  </a:cubicBezTo>
                  <a:cubicBezTo>
                    <a:pt x="17" y="52"/>
                    <a:pt x="17" y="52"/>
                    <a:pt x="17" y="52"/>
                  </a:cubicBezTo>
                  <a:cubicBezTo>
                    <a:pt x="17" y="5"/>
                    <a:pt x="0" y="0"/>
                    <a:pt x="0" y="0"/>
                  </a:cubicBezTo>
                  <a:cubicBezTo>
                    <a:pt x="83" y="0"/>
                    <a:pt x="108" y="53"/>
                    <a:pt x="108" y="53"/>
                  </a:cubicBezTo>
                  <a:close/>
                </a:path>
              </a:pathLst>
            </a:custGeom>
            <a:solidFill>
              <a:srgbClr val="FFFFFF"/>
            </a:solidFill>
            <a:ln w="14288">
              <a:solidFill>
                <a:srgbClr val="0078C1"/>
              </a:solidFill>
              <a:miter lim="800000"/>
              <a:headEnd/>
              <a:tailEnd/>
            </a:ln>
          </p:spPr>
          <p:txBody>
            <a:bodyPr/>
            <a:lstStyle/>
            <a:p>
              <a:endParaRPr lang="en-GB"/>
            </a:p>
          </p:txBody>
        </p:sp>
        <p:sp>
          <p:nvSpPr>
            <p:cNvPr id="35869" name="Freeform 505">
              <a:extLst>
                <a:ext uri="{FF2B5EF4-FFF2-40B4-BE49-F238E27FC236}">
                  <a16:creationId xmlns:a16="http://schemas.microsoft.com/office/drawing/2014/main" id="{F1C82A68-7916-2745-AD87-1A9AA16C0C65}"/>
                </a:ext>
              </a:extLst>
            </p:cNvPr>
            <p:cNvSpPr>
              <a:spLocks/>
            </p:cNvSpPr>
            <p:nvPr/>
          </p:nvSpPr>
          <p:spPr bwMode="auto">
            <a:xfrm>
              <a:off x="1673295" y="3165855"/>
              <a:ext cx="322262" cy="411163"/>
            </a:xfrm>
            <a:custGeom>
              <a:avLst/>
              <a:gdLst>
                <a:gd name="T0" fmla="*/ 0 w 203"/>
                <a:gd name="T1" fmla="*/ 2147483647 h 259"/>
                <a:gd name="T2" fmla="*/ 2147483647 w 203"/>
                <a:gd name="T3" fmla="*/ 2147483647 h 259"/>
                <a:gd name="T4" fmla="*/ 0 w 203"/>
                <a:gd name="T5" fmla="*/ 0 h 259"/>
                <a:gd name="T6" fmla="*/ 0 w 203"/>
                <a:gd name="T7" fmla="*/ 2147483647 h 259"/>
                <a:gd name="T8" fmla="*/ 0 60000 65536"/>
                <a:gd name="T9" fmla="*/ 0 60000 65536"/>
                <a:gd name="T10" fmla="*/ 0 60000 65536"/>
                <a:gd name="T11" fmla="*/ 0 60000 65536"/>
                <a:gd name="T12" fmla="*/ 0 w 203"/>
                <a:gd name="T13" fmla="*/ 0 h 259"/>
                <a:gd name="T14" fmla="*/ 203 w 203"/>
                <a:gd name="T15" fmla="*/ 259 h 259"/>
              </a:gdLst>
              <a:ahLst/>
              <a:cxnLst>
                <a:cxn ang="T8">
                  <a:pos x="T0" y="T1"/>
                </a:cxn>
                <a:cxn ang="T9">
                  <a:pos x="T2" y="T3"/>
                </a:cxn>
                <a:cxn ang="T10">
                  <a:pos x="T4" y="T5"/>
                </a:cxn>
                <a:cxn ang="T11">
                  <a:pos x="T6" y="T7"/>
                </a:cxn>
              </a:cxnLst>
              <a:rect l="T12" t="T13" r="T14" b="T15"/>
              <a:pathLst>
                <a:path w="203" h="259">
                  <a:moveTo>
                    <a:pt x="0" y="259"/>
                  </a:moveTo>
                  <a:lnTo>
                    <a:pt x="203" y="128"/>
                  </a:lnTo>
                  <a:lnTo>
                    <a:pt x="0" y="0"/>
                  </a:lnTo>
                  <a:lnTo>
                    <a:pt x="0" y="259"/>
                  </a:lnTo>
                  <a:close/>
                </a:path>
              </a:pathLst>
            </a:custGeom>
            <a:solidFill>
              <a:srgbClr val="FFFFFF"/>
            </a:solidFill>
            <a:ln w="14288">
              <a:solidFill>
                <a:srgbClr val="0078C1"/>
              </a:solidFill>
              <a:miter lim="800000"/>
              <a:headEnd/>
              <a:tailEnd/>
            </a:ln>
          </p:spPr>
          <p:txBody>
            <a:bodyPr/>
            <a:lstStyle/>
            <a:p>
              <a:endParaRPr lang="en-GB"/>
            </a:p>
          </p:txBody>
        </p:sp>
        <p:sp>
          <p:nvSpPr>
            <p:cNvPr id="35870" name="Oval 506">
              <a:extLst>
                <a:ext uri="{FF2B5EF4-FFF2-40B4-BE49-F238E27FC236}">
                  <a16:creationId xmlns:a16="http://schemas.microsoft.com/office/drawing/2014/main" id="{127B2ADB-F97D-A24E-BC13-12B46DC402DD}"/>
                </a:ext>
              </a:extLst>
            </p:cNvPr>
            <p:cNvSpPr>
              <a:spLocks noChangeArrowheads="1"/>
            </p:cNvSpPr>
            <p:nvPr/>
          </p:nvSpPr>
          <p:spPr bwMode="auto">
            <a:xfrm>
              <a:off x="2000320" y="3329368"/>
              <a:ext cx="74612" cy="79375"/>
            </a:xfrm>
            <a:prstGeom prst="ellipse">
              <a:avLst/>
            </a:prstGeom>
            <a:solidFill>
              <a:srgbClr val="FFFFFF"/>
            </a:solidFill>
            <a:ln w="9525">
              <a:solidFill>
                <a:srgbClr val="0078C1"/>
              </a:solidFill>
              <a:miter lim="800000"/>
              <a:headEnd/>
              <a:tailEnd/>
            </a:ln>
          </p:spPr>
          <p:txBody>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endParaRPr lang="en-US" altLang="en-US" sz="2400">
                <a:solidFill>
                  <a:schemeClr val="tx1"/>
                </a:solidFill>
                <a:latin typeface="Times New Roman" panose="02020603050405020304" pitchFamily="18" charset="0"/>
              </a:endParaRPr>
            </a:p>
          </p:txBody>
        </p:sp>
        <p:sp>
          <p:nvSpPr>
            <p:cNvPr id="35871" name="Freeform 507">
              <a:extLst>
                <a:ext uri="{FF2B5EF4-FFF2-40B4-BE49-F238E27FC236}">
                  <a16:creationId xmlns:a16="http://schemas.microsoft.com/office/drawing/2014/main" id="{3065D843-B31A-1D41-B1C3-E4D9BC628A50}"/>
                </a:ext>
              </a:extLst>
            </p:cNvPr>
            <p:cNvSpPr>
              <a:spLocks/>
            </p:cNvSpPr>
            <p:nvPr/>
          </p:nvSpPr>
          <p:spPr bwMode="auto">
            <a:xfrm>
              <a:off x="2422595" y="3583368"/>
              <a:ext cx="609600" cy="530225"/>
            </a:xfrm>
            <a:custGeom>
              <a:avLst/>
              <a:gdLst>
                <a:gd name="T0" fmla="*/ 0 w 123"/>
                <a:gd name="T1" fmla="*/ 2147483647 h 107"/>
                <a:gd name="T2" fmla="*/ 2147483647 w 123"/>
                <a:gd name="T3" fmla="*/ 2147483647 h 107"/>
                <a:gd name="T4" fmla="*/ 2147483647 w 123"/>
                <a:gd name="T5" fmla="*/ 2147483647 h 107"/>
                <a:gd name="T6" fmla="*/ 2147483647 w 123"/>
                <a:gd name="T7" fmla="*/ 0 h 107"/>
                <a:gd name="T8" fmla="*/ 0 w 123"/>
                <a:gd name="T9" fmla="*/ 0 h 107"/>
                <a:gd name="T10" fmla="*/ 0 w 123"/>
                <a:gd name="T11" fmla="*/ 2147483647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4"/>
                  </a:cubicBezTo>
                  <a:cubicBezTo>
                    <a:pt x="123" y="24"/>
                    <a:pt x="99" y="0"/>
                    <a:pt x="69" y="0"/>
                  </a:cubicBezTo>
                  <a:cubicBezTo>
                    <a:pt x="0" y="0"/>
                    <a:pt x="0" y="0"/>
                    <a:pt x="0" y="0"/>
                  </a:cubicBezTo>
                  <a:lnTo>
                    <a:pt x="0" y="107"/>
                  </a:lnTo>
                  <a:close/>
                </a:path>
              </a:pathLst>
            </a:custGeom>
            <a:solidFill>
              <a:srgbClr val="FFFFFF"/>
            </a:solidFill>
            <a:ln w="14288">
              <a:solidFill>
                <a:srgbClr val="0078C1"/>
              </a:solidFill>
              <a:miter lim="800000"/>
              <a:headEnd/>
              <a:tailEnd/>
            </a:ln>
          </p:spPr>
          <p:txBody>
            <a:bodyPr/>
            <a:lstStyle/>
            <a:p>
              <a:endParaRPr lang="en-GB"/>
            </a:p>
          </p:txBody>
        </p:sp>
        <p:sp>
          <p:nvSpPr>
            <p:cNvPr id="35872" name="Rectangle 1">
              <a:extLst>
                <a:ext uri="{FF2B5EF4-FFF2-40B4-BE49-F238E27FC236}">
                  <a16:creationId xmlns:a16="http://schemas.microsoft.com/office/drawing/2014/main" id="{CA43183C-EE07-B049-BC50-C240BBD711C9}"/>
                </a:ext>
              </a:extLst>
            </p:cNvPr>
            <p:cNvSpPr>
              <a:spLocks noChangeArrowheads="1"/>
            </p:cNvSpPr>
            <p:nvPr/>
          </p:nvSpPr>
          <p:spPr bwMode="auto">
            <a:xfrm>
              <a:off x="1462157" y="4603750"/>
              <a:ext cx="170338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en-US" altLang="en-US"/>
                <a:t>F = c' * (h + p) </a:t>
              </a:r>
              <a:endParaRPr lang="en-GB" altLang="en-US"/>
            </a:p>
          </p:txBody>
        </p:sp>
        <p:sp>
          <p:nvSpPr>
            <p:cNvPr id="35873" name="Rectangle 503">
              <a:extLst>
                <a:ext uri="{FF2B5EF4-FFF2-40B4-BE49-F238E27FC236}">
                  <a16:creationId xmlns:a16="http://schemas.microsoft.com/office/drawing/2014/main" id="{868D2393-9811-3447-B17A-4651B2FAE72F}"/>
                </a:ext>
              </a:extLst>
            </p:cNvPr>
            <p:cNvSpPr>
              <a:spLocks noChangeArrowheads="1"/>
            </p:cNvSpPr>
            <p:nvPr/>
          </p:nvSpPr>
          <p:spPr bwMode="auto">
            <a:xfrm>
              <a:off x="2286000" y="3276600"/>
              <a:ext cx="192360" cy="25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r>
                <a:rPr lang="en-US" altLang="en-US">
                  <a:latin typeface="Myriad Roman" charset="0"/>
                </a:rPr>
                <a:t>f1</a:t>
              </a:r>
              <a:endParaRPr lang="en-US" altLang="en-US">
                <a:solidFill>
                  <a:schemeClr val="tx1"/>
                </a:solidFill>
                <a:latin typeface="Times New Roman" panose="02020603050405020304" pitchFamily="18" charset="0"/>
              </a:endParaRPr>
            </a:p>
          </p:txBody>
        </p:sp>
        <p:sp>
          <p:nvSpPr>
            <p:cNvPr id="35874" name="Rectangle 503">
              <a:extLst>
                <a:ext uri="{FF2B5EF4-FFF2-40B4-BE49-F238E27FC236}">
                  <a16:creationId xmlns:a16="http://schemas.microsoft.com/office/drawing/2014/main" id="{A9EF5EE8-9484-CC41-B811-A6BE93CB90BC}"/>
                </a:ext>
              </a:extLst>
            </p:cNvPr>
            <p:cNvSpPr>
              <a:spLocks noChangeArrowheads="1"/>
            </p:cNvSpPr>
            <p:nvPr/>
          </p:nvSpPr>
          <p:spPr bwMode="auto">
            <a:xfrm>
              <a:off x="2169840" y="4085765"/>
              <a:ext cx="192360" cy="25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r>
                <a:rPr lang="en-US" altLang="en-US">
                  <a:latin typeface="Myriad Roman" charset="0"/>
                </a:rPr>
                <a:t>f2</a:t>
              </a:r>
              <a:endParaRPr lang="en-US" altLang="en-US">
                <a:solidFill>
                  <a:schemeClr val="tx1"/>
                </a:solidFill>
                <a:latin typeface="Times New Roman" panose="02020603050405020304" pitchFamily="18" charset="0"/>
              </a:endParaRPr>
            </a:p>
          </p:txBody>
        </p:sp>
        <p:sp>
          <p:nvSpPr>
            <p:cNvPr id="35875" name="Rectangle 4">
              <a:extLst>
                <a:ext uri="{FF2B5EF4-FFF2-40B4-BE49-F238E27FC236}">
                  <a16:creationId xmlns:a16="http://schemas.microsoft.com/office/drawing/2014/main" id="{135F3582-6F17-E843-AD61-CD66DB412B0D}"/>
                </a:ext>
              </a:extLst>
            </p:cNvPr>
            <p:cNvSpPr>
              <a:spLocks noChangeArrowheads="1"/>
            </p:cNvSpPr>
            <p:nvPr/>
          </p:nvSpPr>
          <p:spPr bwMode="auto">
            <a:xfrm>
              <a:off x="2365917" y="3722684"/>
              <a:ext cx="707608" cy="230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a:lnSpc>
                  <a:spcPct val="93000"/>
                </a:lnSpc>
                <a:buClr>
                  <a:srgbClr val="000000"/>
                </a:buClr>
                <a:buSzPct val="100000"/>
              </a:pPr>
              <a:r>
                <a:rPr lang="en-GB" altLang="en-US" sz="1600"/>
                <a:t>C3</a:t>
              </a:r>
            </a:p>
          </p:txBody>
        </p:sp>
      </p:grpSp>
      <p:sp>
        <p:nvSpPr>
          <p:cNvPr id="35854" name="Rectangle 35">
            <a:extLst>
              <a:ext uri="{FF2B5EF4-FFF2-40B4-BE49-F238E27FC236}">
                <a16:creationId xmlns:a16="http://schemas.microsoft.com/office/drawing/2014/main" id="{A3B245FD-64F6-F340-8C43-695CD053937F}"/>
              </a:ext>
            </a:extLst>
          </p:cNvPr>
          <p:cNvSpPr>
            <a:spLocks noChangeArrowheads="1"/>
          </p:cNvSpPr>
          <p:nvPr/>
        </p:nvSpPr>
        <p:spPr bwMode="auto">
          <a:xfrm>
            <a:off x="1609725" y="3962400"/>
            <a:ext cx="8286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a:lnSpc>
                <a:spcPct val="93000"/>
              </a:lnSpc>
              <a:buClr>
                <a:srgbClr val="000000"/>
              </a:buClr>
              <a:buSzPct val="100000"/>
            </a:pPr>
            <a:r>
              <a:rPr lang="en-GB" altLang="en-US" sz="1600"/>
              <a:t>C2</a:t>
            </a:r>
          </a:p>
        </p:txBody>
      </p:sp>
      <p:sp>
        <p:nvSpPr>
          <p:cNvPr id="35855" name="Rectangle 36">
            <a:extLst>
              <a:ext uri="{FF2B5EF4-FFF2-40B4-BE49-F238E27FC236}">
                <a16:creationId xmlns:a16="http://schemas.microsoft.com/office/drawing/2014/main" id="{21279B7D-D567-FB45-A7CF-D8E347D17628}"/>
              </a:ext>
            </a:extLst>
          </p:cNvPr>
          <p:cNvSpPr>
            <a:spLocks noChangeArrowheads="1"/>
          </p:cNvSpPr>
          <p:nvPr/>
        </p:nvSpPr>
        <p:spPr bwMode="auto">
          <a:xfrm>
            <a:off x="1447800" y="3276600"/>
            <a:ext cx="8286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a:lnSpc>
                <a:spcPct val="93000"/>
              </a:lnSpc>
              <a:buClr>
                <a:srgbClr val="000000"/>
              </a:buClr>
              <a:buSzPct val="100000"/>
            </a:pPr>
            <a:r>
              <a:rPr lang="en-GB" altLang="en-US" sz="1400"/>
              <a:t>C1</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AutoShape 1">
            <a:extLst>
              <a:ext uri="{FF2B5EF4-FFF2-40B4-BE49-F238E27FC236}">
                <a16:creationId xmlns:a16="http://schemas.microsoft.com/office/drawing/2014/main" id="{34A961AA-2193-4B49-A73D-A1FCE04BF203}"/>
              </a:ext>
            </a:extLst>
          </p:cNvPr>
          <p:cNvSpPr>
            <a:spLocks noChangeArrowheads="1"/>
          </p:cNvSpPr>
          <p:nvPr/>
        </p:nvSpPr>
        <p:spPr bwMode="auto">
          <a:xfrm>
            <a:off x="460375" y="1908175"/>
            <a:ext cx="8455025" cy="3959225"/>
          </a:xfrm>
          <a:custGeom>
            <a:avLst/>
            <a:gdLst>
              <a:gd name="T0" fmla="*/ 8455025 w 8455025"/>
              <a:gd name="T1" fmla="*/ 1979613 h 3959225"/>
              <a:gd name="T2" fmla="*/ 4227513 w 8455025"/>
              <a:gd name="T3" fmla="*/ 3959225 h 3959225"/>
              <a:gd name="T4" fmla="*/ 0 w 8455025"/>
              <a:gd name="T5" fmla="*/ 1979613 h 3959225"/>
              <a:gd name="T6" fmla="*/ 4227513 w 8455025"/>
              <a:gd name="T7" fmla="*/ 0 h 3959225"/>
              <a:gd name="T8" fmla="*/ 0 60000 65536"/>
              <a:gd name="T9" fmla="*/ 5898240 60000 65536"/>
              <a:gd name="T10" fmla="*/ 11796480 60000 65536"/>
              <a:gd name="T11" fmla="*/ 17694720 60000 65536"/>
              <a:gd name="T12" fmla="*/ 0 w 8455025"/>
              <a:gd name="T13" fmla="*/ 0 h 3959225"/>
              <a:gd name="T14" fmla="*/ 8455025 w 8455025"/>
              <a:gd name="T15" fmla="*/ 3959225 h 3959225"/>
            </a:gdLst>
            <a:ahLst/>
            <a:cxnLst>
              <a:cxn ang="T8">
                <a:pos x="T0" y="T1"/>
              </a:cxn>
              <a:cxn ang="T9">
                <a:pos x="T2" y="T3"/>
              </a:cxn>
              <a:cxn ang="T10">
                <a:pos x="T4" y="T5"/>
              </a:cxn>
              <a:cxn ang="T11">
                <a:pos x="T6" y="T7"/>
              </a:cxn>
            </a:cxnLst>
            <a:rect l="T12" t="T13" r="T14" b="T15"/>
            <a:pathLst>
              <a:path w="8455025" h="3959225">
                <a:moveTo>
                  <a:pt x="0" y="0"/>
                </a:moveTo>
                <a:lnTo>
                  <a:pt x="22842" y="0"/>
                </a:lnTo>
                <a:lnTo>
                  <a:pt x="22842" y="10998"/>
                </a:lnTo>
                <a:lnTo>
                  <a:pt x="0" y="10998"/>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429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1pPr>
            <a:lvl2pPr marL="266700" indent="-26670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chemeClr val="tx1"/>
                </a:solidFill>
                <a:latin typeface="Arial" panose="020B0604020202020204" pitchFamily="34" charset="0"/>
                <a:ea typeface="DejaVu Sans" pitchFamily="34" charset="0"/>
                <a:cs typeface="DejaVu Sans" pitchFamily="34" charset="0"/>
              </a:defRPr>
            </a:lvl9pPr>
          </a:lstStyle>
          <a:p>
            <a:pPr lvl="1" eaLnBrk="1">
              <a:spcAft>
                <a:spcPts val="725"/>
              </a:spcAft>
              <a:buClr>
                <a:srgbClr val="00B050"/>
              </a:buClr>
              <a:buSzPct val="100000"/>
              <a:buFont typeface="Wingdings" pitchFamily="2" charset="2"/>
              <a:buChar char=""/>
            </a:pPr>
            <a:r>
              <a:rPr lang="de-DE" altLang="en-US" b="1">
                <a:solidFill>
                  <a:srgbClr val="000000"/>
                </a:solidFill>
                <a:latin typeface="TTE1F17478t00" charset="0"/>
              </a:rPr>
              <a:t>Example: </a:t>
            </a:r>
            <a:r>
              <a:rPr lang="de-DE" altLang="en-US">
                <a:solidFill>
                  <a:srgbClr val="000000"/>
                </a:solidFill>
                <a:latin typeface="TTE1F17478t00" charset="0"/>
              </a:rPr>
              <a:t>Door Opener Circuit</a:t>
            </a:r>
          </a:p>
          <a:p>
            <a:pPr lvl="1" eaLnBrk="1">
              <a:spcAft>
                <a:spcPts val="725"/>
              </a:spcAft>
              <a:buClr>
                <a:srgbClr val="00B050"/>
              </a:buClr>
              <a:buSzPct val="100000"/>
              <a:buFont typeface="Wingdings" pitchFamily="2" charset="2"/>
              <a:buChar char=""/>
            </a:pPr>
            <a:endParaRPr lang="de-DE" altLang="en-US">
              <a:solidFill>
                <a:srgbClr val="000000"/>
              </a:solidFill>
              <a:latin typeface="TTE1F17478t00" charset="0"/>
            </a:endParaRPr>
          </a:p>
          <a:p>
            <a:pPr lvl="1" eaLnBrk="1">
              <a:spcAft>
                <a:spcPts val="725"/>
              </a:spcAft>
              <a:buClr>
                <a:srgbClr val="00B050"/>
              </a:buClr>
              <a:buSzPct val="100000"/>
              <a:buFont typeface="Wingdings" pitchFamily="2" charset="2"/>
              <a:buChar char=""/>
            </a:pPr>
            <a:endParaRPr lang="de-DE" altLang="en-US">
              <a:solidFill>
                <a:srgbClr val="000000"/>
              </a:solidFill>
              <a:latin typeface="TTE1F17478t00" charset="0"/>
            </a:endParaRPr>
          </a:p>
          <a:p>
            <a:pPr lvl="1" eaLnBrk="1">
              <a:spcAft>
                <a:spcPts val="725"/>
              </a:spcAft>
              <a:buClr>
                <a:srgbClr val="00B050"/>
              </a:buClr>
              <a:buSzPct val="100000"/>
              <a:buFont typeface="Wingdings" pitchFamily="2" charset="2"/>
              <a:buChar char=""/>
            </a:pPr>
            <a:endParaRPr lang="de-DE" altLang="en-US">
              <a:solidFill>
                <a:srgbClr val="000000"/>
              </a:solidFill>
              <a:latin typeface="TTE1F17478t00" charset="0"/>
            </a:endParaRPr>
          </a:p>
        </p:txBody>
      </p:sp>
      <p:sp>
        <p:nvSpPr>
          <p:cNvPr id="36867" name="AutoShape 2">
            <a:extLst>
              <a:ext uri="{FF2B5EF4-FFF2-40B4-BE49-F238E27FC236}">
                <a16:creationId xmlns:a16="http://schemas.microsoft.com/office/drawing/2014/main" id="{93816447-C83B-CA41-AA6E-A85B0BED0A17}"/>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dirty="0">
                <a:latin typeface="Frutiger LT Com 45 Light" charset="0"/>
              </a:rPr>
              <a:t>Entity</a:t>
            </a:r>
          </a:p>
        </p:txBody>
      </p:sp>
      <p:sp>
        <p:nvSpPr>
          <p:cNvPr id="36868" name="Text Box 3">
            <a:extLst>
              <a:ext uri="{FF2B5EF4-FFF2-40B4-BE49-F238E27FC236}">
                <a16:creationId xmlns:a16="http://schemas.microsoft.com/office/drawing/2014/main" id="{B3802405-5A51-E542-AC41-35C6B1B1EB3B}"/>
              </a:ext>
            </a:extLst>
          </p:cNvPr>
          <p:cNvSpPr txBox="1">
            <a:spLocks noChangeArrowheads="1"/>
          </p:cNvSpPr>
          <p:nvPr/>
        </p:nvSpPr>
        <p:spPr bwMode="auto">
          <a:xfrm>
            <a:off x="3506788" y="6323013"/>
            <a:ext cx="213360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gn="ctr" eaLnBrk="1">
              <a:lnSpc>
                <a:spcPct val="100000"/>
              </a:lnSpc>
              <a:spcAft>
                <a:spcPct val="0"/>
              </a:spcAft>
            </a:pPr>
            <a:fld id="{EB7390D0-45C0-0642-AEC5-00A5AC5E610F}" type="slidenum">
              <a:rPr lang="de-DE" altLang="en-US" sz="1200">
                <a:solidFill>
                  <a:srgbClr val="B2B2B2"/>
                </a:solidFill>
              </a:rPr>
              <a:pPr algn="ctr" eaLnBrk="1">
                <a:lnSpc>
                  <a:spcPct val="100000"/>
                </a:lnSpc>
                <a:spcAft>
                  <a:spcPct val="0"/>
                </a:spcAft>
              </a:pPr>
              <a:t>33</a:t>
            </a:fld>
            <a:endParaRPr lang="de-DE" altLang="en-US" sz="1200">
              <a:solidFill>
                <a:srgbClr val="B2B2B2"/>
              </a:solidFill>
            </a:endParaRPr>
          </a:p>
        </p:txBody>
      </p:sp>
      <p:sp>
        <p:nvSpPr>
          <p:cNvPr id="36869" name="Rectangle 487">
            <a:extLst>
              <a:ext uri="{FF2B5EF4-FFF2-40B4-BE49-F238E27FC236}">
                <a16:creationId xmlns:a16="http://schemas.microsoft.com/office/drawing/2014/main" id="{E7D4CEAA-B097-1F47-A7AD-BDB3F3F6CF60}"/>
              </a:ext>
            </a:extLst>
          </p:cNvPr>
          <p:cNvSpPr>
            <a:spLocks noChangeArrowheads="1"/>
          </p:cNvSpPr>
          <p:nvPr/>
        </p:nvSpPr>
        <p:spPr bwMode="auto">
          <a:xfrm>
            <a:off x="1385888" y="2857500"/>
            <a:ext cx="1844675" cy="157797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endParaRPr lang="en-US" altLang="en-US" sz="2400">
              <a:solidFill>
                <a:schemeClr val="tx1"/>
              </a:solidFill>
              <a:latin typeface="Times New Roman" panose="02020603050405020304" pitchFamily="18" charset="0"/>
            </a:endParaRPr>
          </a:p>
        </p:txBody>
      </p:sp>
      <p:sp>
        <p:nvSpPr>
          <p:cNvPr id="36870" name="Line 488">
            <a:extLst>
              <a:ext uri="{FF2B5EF4-FFF2-40B4-BE49-F238E27FC236}">
                <a16:creationId xmlns:a16="http://schemas.microsoft.com/office/drawing/2014/main" id="{122A050E-0475-CE4B-8907-E1105923B5D6}"/>
              </a:ext>
            </a:extLst>
          </p:cNvPr>
          <p:cNvSpPr>
            <a:spLocks noChangeShapeType="1"/>
          </p:cNvSpPr>
          <p:nvPr/>
        </p:nvSpPr>
        <p:spPr bwMode="auto">
          <a:xfrm>
            <a:off x="3032125" y="3844925"/>
            <a:ext cx="382588"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36871" name="Line 489">
            <a:extLst>
              <a:ext uri="{FF2B5EF4-FFF2-40B4-BE49-F238E27FC236}">
                <a16:creationId xmlns:a16="http://schemas.microsoft.com/office/drawing/2014/main" id="{C859EEC7-9C27-E44E-BF6E-2E74A3DE9F57}"/>
              </a:ext>
            </a:extLst>
          </p:cNvPr>
          <p:cNvSpPr>
            <a:spLocks noChangeShapeType="1"/>
          </p:cNvSpPr>
          <p:nvPr/>
        </p:nvSpPr>
        <p:spPr bwMode="auto">
          <a:xfrm>
            <a:off x="2154238" y="3979863"/>
            <a:ext cx="268287"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36872" name="Line 490">
            <a:extLst>
              <a:ext uri="{FF2B5EF4-FFF2-40B4-BE49-F238E27FC236}">
                <a16:creationId xmlns:a16="http://schemas.microsoft.com/office/drawing/2014/main" id="{7DD37394-5E07-D94A-A95D-7F5B0F7A8728}"/>
              </a:ext>
            </a:extLst>
          </p:cNvPr>
          <p:cNvSpPr>
            <a:spLocks noChangeShapeType="1"/>
          </p:cNvSpPr>
          <p:nvPr/>
        </p:nvSpPr>
        <p:spPr bwMode="auto">
          <a:xfrm>
            <a:off x="1063625" y="3844925"/>
            <a:ext cx="623888"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36873" name="Line 491">
            <a:extLst>
              <a:ext uri="{FF2B5EF4-FFF2-40B4-BE49-F238E27FC236}">
                <a16:creationId xmlns:a16="http://schemas.microsoft.com/office/drawing/2014/main" id="{8B1735AA-F004-1348-BC0F-A6DF255B4827}"/>
              </a:ext>
            </a:extLst>
          </p:cNvPr>
          <p:cNvSpPr>
            <a:spLocks noChangeShapeType="1"/>
          </p:cNvSpPr>
          <p:nvPr/>
        </p:nvSpPr>
        <p:spPr bwMode="auto">
          <a:xfrm>
            <a:off x="1063625" y="4108450"/>
            <a:ext cx="623888"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36874" name="Freeform 492">
            <a:extLst>
              <a:ext uri="{FF2B5EF4-FFF2-40B4-BE49-F238E27FC236}">
                <a16:creationId xmlns:a16="http://schemas.microsoft.com/office/drawing/2014/main" id="{20276386-E913-D34D-851F-3B196C9F5316}"/>
              </a:ext>
            </a:extLst>
          </p:cNvPr>
          <p:cNvSpPr>
            <a:spLocks/>
          </p:cNvSpPr>
          <p:nvPr/>
        </p:nvSpPr>
        <p:spPr bwMode="auto">
          <a:xfrm>
            <a:off x="2074863" y="3368675"/>
            <a:ext cx="347662" cy="342900"/>
          </a:xfrm>
          <a:custGeom>
            <a:avLst/>
            <a:gdLst>
              <a:gd name="T0" fmla="*/ 0 w 219"/>
              <a:gd name="T1" fmla="*/ 0 h 216"/>
              <a:gd name="T2" fmla="*/ 2147483647 w 219"/>
              <a:gd name="T3" fmla="*/ 0 h 216"/>
              <a:gd name="T4" fmla="*/ 2147483647 w 219"/>
              <a:gd name="T5" fmla="*/ 2147483647 h 216"/>
              <a:gd name="T6" fmla="*/ 2147483647 w 219"/>
              <a:gd name="T7" fmla="*/ 2147483647 h 216"/>
              <a:gd name="T8" fmla="*/ 0 60000 65536"/>
              <a:gd name="T9" fmla="*/ 0 60000 65536"/>
              <a:gd name="T10" fmla="*/ 0 60000 65536"/>
              <a:gd name="T11" fmla="*/ 0 60000 65536"/>
              <a:gd name="T12" fmla="*/ 0 w 219"/>
              <a:gd name="T13" fmla="*/ 0 h 216"/>
              <a:gd name="T14" fmla="*/ 219 w 219"/>
              <a:gd name="T15" fmla="*/ 216 h 216"/>
            </a:gdLst>
            <a:ahLst/>
            <a:cxnLst>
              <a:cxn ang="T8">
                <a:pos x="T0" y="T1"/>
              </a:cxn>
              <a:cxn ang="T9">
                <a:pos x="T2" y="T3"/>
              </a:cxn>
              <a:cxn ang="T10">
                <a:pos x="T4" y="T5"/>
              </a:cxn>
              <a:cxn ang="T11">
                <a:pos x="T6" y="T7"/>
              </a:cxn>
            </a:cxnLst>
            <a:rect l="T12" t="T13" r="T14" b="T15"/>
            <a:pathLst>
              <a:path w="219" h="216">
                <a:moveTo>
                  <a:pt x="0" y="0"/>
                </a:moveTo>
                <a:lnTo>
                  <a:pt x="97" y="0"/>
                </a:lnTo>
                <a:lnTo>
                  <a:pt x="97" y="216"/>
                </a:lnTo>
                <a:lnTo>
                  <a:pt x="219" y="216"/>
                </a:lnTo>
              </a:path>
            </a:pathLst>
          </a:cu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6875" name="Line 493">
            <a:extLst>
              <a:ext uri="{FF2B5EF4-FFF2-40B4-BE49-F238E27FC236}">
                <a16:creationId xmlns:a16="http://schemas.microsoft.com/office/drawing/2014/main" id="{FE9360A0-7CA5-8D4D-94DD-05760F4838C2}"/>
              </a:ext>
            </a:extLst>
          </p:cNvPr>
          <p:cNvSpPr>
            <a:spLocks noChangeShapeType="1"/>
          </p:cNvSpPr>
          <p:nvPr/>
        </p:nvSpPr>
        <p:spPr bwMode="auto">
          <a:xfrm>
            <a:off x="1042988" y="3368675"/>
            <a:ext cx="630237"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36876" name="Rectangle 499">
            <a:extLst>
              <a:ext uri="{FF2B5EF4-FFF2-40B4-BE49-F238E27FC236}">
                <a16:creationId xmlns:a16="http://schemas.microsoft.com/office/drawing/2014/main" id="{A6C70D76-DB87-6C4F-BC69-A0411D752C0C}"/>
              </a:ext>
            </a:extLst>
          </p:cNvPr>
          <p:cNvSpPr>
            <a:spLocks noChangeArrowheads="1"/>
          </p:cNvSpPr>
          <p:nvPr/>
        </p:nvSpPr>
        <p:spPr bwMode="auto">
          <a:xfrm>
            <a:off x="1701800" y="2921000"/>
            <a:ext cx="13335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r>
              <a:rPr lang="en-US" altLang="en-US">
                <a:latin typeface="Myriad Roman" charset="0"/>
              </a:rPr>
              <a:t>Door Opener</a:t>
            </a:r>
            <a:endParaRPr lang="en-US" altLang="en-US">
              <a:solidFill>
                <a:schemeClr val="tx1"/>
              </a:solidFill>
              <a:latin typeface="Times New Roman" panose="02020603050405020304" pitchFamily="18" charset="0"/>
            </a:endParaRPr>
          </a:p>
        </p:txBody>
      </p:sp>
      <p:sp>
        <p:nvSpPr>
          <p:cNvPr id="36877" name="Rectangle 500">
            <a:extLst>
              <a:ext uri="{FF2B5EF4-FFF2-40B4-BE49-F238E27FC236}">
                <a16:creationId xmlns:a16="http://schemas.microsoft.com/office/drawing/2014/main" id="{CE5FC62B-C5A7-0E49-A8E0-21328AFE766B}"/>
              </a:ext>
            </a:extLst>
          </p:cNvPr>
          <p:cNvSpPr>
            <a:spLocks noChangeArrowheads="1"/>
          </p:cNvSpPr>
          <p:nvPr/>
        </p:nvSpPr>
        <p:spPr bwMode="auto">
          <a:xfrm>
            <a:off x="1060450" y="3124200"/>
            <a:ext cx="115888"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r>
              <a:rPr lang="en-US" altLang="en-US">
                <a:latin typeface="Myriad Roman" charset="0"/>
              </a:rPr>
              <a:t>c</a:t>
            </a:r>
            <a:endParaRPr lang="en-US" altLang="en-US">
              <a:solidFill>
                <a:schemeClr val="tx1"/>
              </a:solidFill>
              <a:latin typeface="Times New Roman" panose="02020603050405020304" pitchFamily="18" charset="0"/>
            </a:endParaRPr>
          </a:p>
        </p:txBody>
      </p:sp>
      <p:sp>
        <p:nvSpPr>
          <p:cNvPr id="36878" name="Rectangle 501">
            <a:extLst>
              <a:ext uri="{FF2B5EF4-FFF2-40B4-BE49-F238E27FC236}">
                <a16:creationId xmlns:a16="http://schemas.microsoft.com/office/drawing/2014/main" id="{854FC801-7773-704B-8DC7-0311721D03D7}"/>
              </a:ext>
            </a:extLst>
          </p:cNvPr>
          <p:cNvSpPr>
            <a:spLocks noChangeArrowheads="1"/>
          </p:cNvSpPr>
          <p:nvPr/>
        </p:nvSpPr>
        <p:spPr bwMode="auto">
          <a:xfrm>
            <a:off x="1052513" y="3552825"/>
            <a:ext cx="128587"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r>
              <a:rPr lang="en-US" altLang="en-US">
                <a:latin typeface="Myriad Roman" charset="0"/>
              </a:rPr>
              <a:t>h</a:t>
            </a:r>
            <a:endParaRPr lang="en-US" altLang="en-US">
              <a:solidFill>
                <a:schemeClr val="tx1"/>
              </a:solidFill>
              <a:latin typeface="Times New Roman" panose="02020603050405020304" pitchFamily="18" charset="0"/>
            </a:endParaRPr>
          </a:p>
        </p:txBody>
      </p:sp>
      <p:sp>
        <p:nvSpPr>
          <p:cNvPr id="36879" name="Rectangle 502">
            <a:extLst>
              <a:ext uri="{FF2B5EF4-FFF2-40B4-BE49-F238E27FC236}">
                <a16:creationId xmlns:a16="http://schemas.microsoft.com/office/drawing/2014/main" id="{243074FB-691C-454B-9CA3-1F0AB5328F91}"/>
              </a:ext>
            </a:extLst>
          </p:cNvPr>
          <p:cNvSpPr>
            <a:spLocks noChangeArrowheads="1"/>
          </p:cNvSpPr>
          <p:nvPr/>
        </p:nvSpPr>
        <p:spPr bwMode="auto">
          <a:xfrm>
            <a:off x="1046163" y="3857625"/>
            <a:ext cx="128587"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r>
              <a:rPr lang="en-US" altLang="en-US">
                <a:latin typeface="Myriad Roman" charset="0"/>
              </a:rPr>
              <a:t>p</a:t>
            </a:r>
            <a:endParaRPr lang="en-US" altLang="en-US">
              <a:solidFill>
                <a:schemeClr val="tx1"/>
              </a:solidFill>
              <a:latin typeface="Times New Roman" panose="02020603050405020304" pitchFamily="18" charset="0"/>
            </a:endParaRPr>
          </a:p>
        </p:txBody>
      </p:sp>
      <p:sp>
        <p:nvSpPr>
          <p:cNvPr id="36880" name="Rectangle 503">
            <a:extLst>
              <a:ext uri="{FF2B5EF4-FFF2-40B4-BE49-F238E27FC236}">
                <a16:creationId xmlns:a16="http://schemas.microsoft.com/office/drawing/2014/main" id="{938DD1EB-6D40-7349-92ED-6EF3A286DB80}"/>
              </a:ext>
            </a:extLst>
          </p:cNvPr>
          <p:cNvSpPr>
            <a:spLocks noChangeArrowheads="1"/>
          </p:cNvSpPr>
          <p:nvPr/>
        </p:nvSpPr>
        <p:spPr bwMode="auto">
          <a:xfrm>
            <a:off x="3367088" y="3622675"/>
            <a:ext cx="141287"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r>
              <a:rPr lang="en-US" altLang="en-US">
                <a:latin typeface="Myriad Roman" charset="0"/>
              </a:rPr>
              <a:t>F</a:t>
            </a:r>
            <a:endParaRPr lang="en-US" altLang="en-US">
              <a:solidFill>
                <a:schemeClr val="tx1"/>
              </a:solidFill>
              <a:latin typeface="Times New Roman" panose="02020603050405020304" pitchFamily="18" charset="0"/>
            </a:endParaRPr>
          </a:p>
        </p:txBody>
      </p:sp>
      <p:sp>
        <p:nvSpPr>
          <p:cNvPr id="36881" name="Freeform 504">
            <a:extLst>
              <a:ext uri="{FF2B5EF4-FFF2-40B4-BE49-F238E27FC236}">
                <a16:creationId xmlns:a16="http://schemas.microsoft.com/office/drawing/2014/main" id="{11834689-44DA-A24F-9A31-E65F8162AF3E}"/>
              </a:ext>
            </a:extLst>
          </p:cNvPr>
          <p:cNvSpPr>
            <a:spLocks/>
          </p:cNvSpPr>
          <p:nvPr/>
        </p:nvSpPr>
        <p:spPr bwMode="auto">
          <a:xfrm>
            <a:off x="1619250" y="3716338"/>
            <a:ext cx="534988" cy="525462"/>
          </a:xfrm>
          <a:custGeom>
            <a:avLst/>
            <a:gdLst>
              <a:gd name="T0" fmla="*/ 2147483647 w 108"/>
              <a:gd name="T1" fmla="*/ 2147483647 h 106"/>
              <a:gd name="T2" fmla="*/ 0 w 108"/>
              <a:gd name="T3" fmla="*/ 2147483647 h 106"/>
              <a:gd name="T4" fmla="*/ 2147483647 w 108"/>
              <a:gd name="T5" fmla="*/ 2147483647 h 106"/>
              <a:gd name="T6" fmla="*/ 2147483647 w 108"/>
              <a:gd name="T7" fmla="*/ 2147483647 h 106"/>
              <a:gd name="T8" fmla="*/ 0 w 108"/>
              <a:gd name="T9" fmla="*/ 0 h 106"/>
              <a:gd name="T10" fmla="*/ 2147483647 w 108"/>
              <a:gd name="T11" fmla="*/ 2147483647 h 106"/>
              <a:gd name="T12" fmla="*/ 0 60000 65536"/>
              <a:gd name="T13" fmla="*/ 0 60000 65536"/>
              <a:gd name="T14" fmla="*/ 0 60000 65536"/>
              <a:gd name="T15" fmla="*/ 0 60000 65536"/>
              <a:gd name="T16" fmla="*/ 0 60000 65536"/>
              <a:gd name="T17" fmla="*/ 0 60000 65536"/>
              <a:gd name="T18" fmla="*/ 0 w 108"/>
              <a:gd name="T19" fmla="*/ 0 h 106"/>
              <a:gd name="T20" fmla="*/ 108 w 108"/>
              <a:gd name="T21" fmla="*/ 106 h 106"/>
            </a:gdLst>
            <a:ahLst/>
            <a:cxnLst>
              <a:cxn ang="T12">
                <a:pos x="T0" y="T1"/>
              </a:cxn>
              <a:cxn ang="T13">
                <a:pos x="T2" y="T3"/>
              </a:cxn>
              <a:cxn ang="T14">
                <a:pos x="T4" y="T5"/>
              </a:cxn>
              <a:cxn ang="T15">
                <a:pos x="T6" y="T7"/>
              </a:cxn>
              <a:cxn ang="T16">
                <a:pos x="T8" y="T9"/>
              </a:cxn>
              <a:cxn ang="T17">
                <a:pos x="T10" y="T11"/>
              </a:cxn>
            </a:cxnLst>
            <a:rect l="T18" t="T19" r="T20" b="T21"/>
            <a:pathLst>
              <a:path w="108" h="106">
                <a:moveTo>
                  <a:pt x="108" y="53"/>
                </a:moveTo>
                <a:cubicBezTo>
                  <a:pt x="108" y="53"/>
                  <a:pt x="83" y="106"/>
                  <a:pt x="0" y="106"/>
                </a:cubicBezTo>
                <a:cubicBezTo>
                  <a:pt x="0" y="106"/>
                  <a:pt x="17" y="101"/>
                  <a:pt x="17" y="54"/>
                </a:cubicBezTo>
                <a:cubicBezTo>
                  <a:pt x="17" y="52"/>
                  <a:pt x="17" y="52"/>
                  <a:pt x="17" y="52"/>
                </a:cubicBezTo>
                <a:cubicBezTo>
                  <a:pt x="17" y="5"/>
                  <a:pt x="0" y="0"/>
                  <a:pt x="0" y="0"/>
                </a:cubicBezTo>
                <a:cubicBezTo>
                  <a:pt x="83" y="0"/>
                  <a:pt x="108" y="53"/>
                  <a:pt x="108" y="53"/>
                </a:cubicBezTo>
                <a:close/>
              </a:path>
            </a:pathLst>
          </a:custGeom>
          <a:solidFill>
            <a:srgbClr val="FFFFFF"/>
          </a:solidFill>
          <a:ln w="14288">
            <a:solidFill>
              <a:srgbClr val="0078C1"/>
            </a:solidFill>
            <a:miter lim="800000"/>
            <a:headEnd/>
            <a:tailEnd/>
          </a:ln>
        </p:spPr>
        <p:txBody>
          <a:bodyPr/>
          <a:lstStyle/>
          <a:p>
            <a:endParaRPr lang="en-GB"/>
          </a:p>
        </p:txBody>
      </p:sp>
      <p:sp>
        <p:nvSpPr>
          <p:cNvPr id="36882" name="Freeform 505">
            <a:extLst>
              <a:ext uri="{FF2B5EF4-FFF2-40B4-BE49-F238E27FC236}">
                <a16:creationId xmlns:a16="http://schemas.microsoft.com/office/drawing/2014/main" id="{F229BAC5-A21B-F84C-BCD4-A8F26A38367B}"/>
              </a:ext>
            </a:extLst>
          </p:cNvPr>
          <p:cNvSpPr>
            <a:spLocks/>
          </p:cNvSpPr>
          <p:nvPr/>
        </p:nvSpPr>
        <p:spPr bwMode="auto">
          <a:xfrm>
            <a:off x="1673225" y="3165475"/>
            <a:ext cx="322263" cy="411163"/>
          </a:xfrm>
          <a:custGeom>
            <a:avLst/>
            <a:gdLst>
              <a:gd name="T0" fmla="*/ 0 w 203"/>
              <a:gd name="T1" fmla="*/ 2147483647 h 259"/>
              <a:gd name="T2" fmla="*/ 2147483647 w 203"/>
              <a:gd name="T3" fmla="*/ 2147483647 h 259"/>
              <a:gd name="T4" fmla="*/ 0 w 203"/>
              <a:gd name="T5" fmla="*/ 0 h 259"/>
              <a:gd name="T6" fmla="*/ 0 w 203"/>
              <a:gd name="T7" fmla="*/ 2147483647 h 259"/>
              <a:gd name="T8" fmla="*/ 0 60000 65536"/>
              <a:gd name="T9" fmla="*/ 0 60000 65536"/>
              <a:gd name="T10" fmla="*/ 0 60000 65536"/>
              <a:gd name="T11" fmla="*/ 0 60000 65536"/>
              <a:gd name="T12" fmla="*/ 0 w 203"/>
              <a:gd name="T13" fmla="*/ 0 h 259"/>
              <a:gd name="T14" fmla="*/ 203 w 203"/>
              <a:gd name="T15" fmla="*/ 259 h 259"/>
            </a:gdLst>
            <a:ahLst/>
            <a:cxnLst>
              <a:cxn ang="T8">
                <a:pos x="T0" y="T1"/>
              </a:cxn>
              <a:cxn ang="T9">
                <a:pos x="T2" y="T3"/>
              </a:cxn>
              <a:cxn ang="T10">
                <a:pos x="T4" y="T5"/>
              </a:cxn>
              <a:cxn ang="T11">
                <a:pos x="T6" y="T7"/>
              </a:cxn>
            </a:cxnLst>
            <a:rect l="T12" t="T13" r="T14" b="T15"/>
            <a:pathLst>
              <a:path w="203" h="259">
                <a:moveTo>
                  <a:pt x="0" y="259"/>
                </a:moveTo>
                <a:lnTo>
                  <a:pt x="203" y="128"/>
                </a:lnTo>
                <a:lnTo>
                  <a:pt x="0" y="0"/>
                </a:lnTo>
                <a:lnTo>
                  <a:pt x="0" y="259"/>
                </a:lnTo>
                <a:close/>
              </a:path>
            </a:pathLst>
          </a:custGeom>
          <a:solidFill>
            <a:srgbClr val="FFFFFF"/>
          </a:solidFill>
          <a:ln w="14288">
            <a:solidFill>
              <a:srgbClr val="0078C1"/>
            </a:solidFill>
            <a:miter lim="800000"/>
            <a:headEnd/>
            <a:tailEnd/>
          </a:ln>
        </p:spPr>
        <p:txBody>
          <a:bodyPr/>
          <a:lstStyle/>
          <a:p>
            <a:endParaRPr lang="en-GB"/>
          </a:p>
        </p:txBody>
      </p:sp>
      <p:sp>
        <p:nvSpPr>
          <p:cNvPr id="36883" name="Oval 506">
            <a:extLst>
              <a:ext uri="{FF2B5EF4-FFF2-40B4-BE49-F238E27FC236}">
                <a16:creationId xmlns:a16="http://schemas.microsoft.com/office/drawing/2014/main" id="{EF3C920B-CEB2-A348-A366-D1B5DD10A49F}"/>
              </a:ext>
            </a:extLst>
          </p:cNvPr>
          <p:cNvSpPr>
            <a:spLocks noChangeArrowheads="1"/>
          </p:cNvSpPr>
          <p:nvPr/>
        </p:nvSpPr>
        <p:spPr bwMode="auto">
          <a:xfrm>
            <a:off x="2000250" y="3328988"/>
            <a:ext cx="74613" cy="79375"/>
          </a:xfrm>
          <a:prstGeom prst="ellipse">
            <a:avLst/>
          </a:prstGeom>
          <a:solidFill>
            <a:srgbClr val="FFFFFF"/>
          </a:solidFill>
          <a:ln w="9525">
            <a:solidFill>
              <a:srgbClr val="0078C1"/>
            </a:solidFill>
            <a:miter lim="800000"/>
            <a:headEnd/>
            <a:tailEnd/>
          </a:ln>
        </p:spPr>
        <p:txBody>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endParaRPr lang="en-US" altLang="en-US" sz="2400">
              <a:solidFill>
                <a:schemeClr val="tx1"/>
              </a:solidFill>
              <a:latin typeface="Times New Roman" panose="02020603050405020304" pitchFamily="18" charset="0"/>
            </a:endParaRPr>
          </a:p>
        </p:txBody>
      </p:sp>
      <p:sp>
        <p:nvSpPr>
          <p:cNvPr id="36884" name="Freeform 507">
            <a:extLst>
              <a:ext uri="{FF2B5EF4-FFF2-40B4-BE49-F238E27FC236}">
                <a16:creationId xmlns:a16="http://schemas.microsoft.com/office/drawing/2014/main" id="{7E9DC046-E367-FE42-9A0E-32CCA4460CCB}"/>
              </a:ext>
            </a:extLst>
          </p:cNvPr>
          <p:cNvSpPr>
            <a:spLocks/>
          </p:cNvSpPr>
          <p:nvPr/>
        </p:nvSpPr>
        <p:spPr bwMode="auto">
          <a:xfrm>
            <a:off x="2422525" y="3582988"/>
            <a:ext cx="609600" cy="530225"/>
          </a:xfrm>
          <a:custGeom>
            <a:avLst/>
            <a:gdLst>
              <a:gd name="T0" fmla="*/ 0 w 123"/>
              <a:gd name="T1" fmla="*/ 2147483647 h 107"/>
              <a:gd name="T2" fmla="*/ 2147483647 w 123"/>
              <a:gd name="T3" fmla="*/ 2147483647 h 107"/>
              <a:gd name="T4" fmla="*/ 2147483647 w 123"/>
              <a:gd name="T5" fmla="*/ 2147483647 h 107"/>
              <a:gd name="T6" fmla="*/ 2147483647 w 123"/>
              <a:gd name="T7" fmla="*/ 0 h 107"/>
              <a:gd name="T8" fmla="*/ 0 w 123"/>
              <a:gd name="T9" fmla="*/ 0 h 107"/>
              <a:gd name="T10" fmla="*/ 0 w 123"/>
              <a:gd name="T11" fmla="*/ 2147483647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4"/>
                </a:cubicBezTo>
                <a:cubicBezTo>
                  <a:pt x="123" y="24"/>
                  <a:pt x="99" y="0"/>
                  <a:pt x="69" y="0"/>
                </a:cubicBezTo>
                <a:cubicBezTo>
                  <a:pt x="0" y="0"/>
                  <a:pt x="0" y="0"/>
                  <a:pt x="0" y="0"/>
                </a:cubicBezTo>
                <a:lnTo>
                  <a:pt x="0" y="107"/>
                </a:lnTo>
                <a:close/>
              </a:path>
            </a:pathLst>
          </a:custGeom>
          <a:solidFill>
            <a:srgbClr val="FFFFFF"/>
          </a:solidFill>
          <a:ln w="14288">
            <a:solidFill>
              <a:srgbClr val="0078C1"/>
            </a:solidFill>
            <a:miter lim="800000"/>
            <a:headEnd/>
            <a:tailEnd/>
          </a:ln>
        </p:spPr>
        <p:txBody>
          <a:bodyPr/>
          <a:lstStyle/>
          <a:p>
            <a:endParaRPr lang="en-GB"/>
          </a:p>
        </p:txBody>
      </p:sp>
      <p:sp>
        <p:nvSpPr>
          <p:cNvPr id="36885" name="Rectangle 1">
            <a:extLst>
              <a:ext uri="{FF2B5EF4-FFF2-40B4-BE49-F238E27FC236}">
                <a16:creationId xmlns:a16="http://schemas.microsoft.com/office/drawing/2014/main" id="{EE15C4E5-F91E-6747-A0EF-EAA98097E2B0}"/>
              </a:ext>
            </a:extLst>
          </p:cNvPr>
          <p:cNvSpPr>
            <a:spLocks noChangeArrowheads="1"/>
          </p:cNvSpPr>
          <p:nvPr/>
        </p:nvSpPr>
        <p:spPr bwMode="auto">
          <a:xfrm>
            <a:off x="1462088" y="4603750"/>
            <a:ext cx="170338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en-US" altLang="en-US"/>
              <a:t>F = c' * (h + p) </a:t>
            </a:r>
            <a:endParaRPr lang="en-GB" altLang="en-US"/>
          </a:p>
        </p:txBody>
      </p:sp>
      <p:sp>
        <p:nvSpPr>
          <p:cNvPr id="36886" name="AutoShape 3">
            <a:extLst>
              <a:ext uri="{FF2B5EF4-FFF2-40B4-BE49-F238E27FC236}">
                <a16:creationId xmlns:a16="http://schemas.microsoft.com/office/drawing/2014/main" id="{0B70B980-F013-7946-832D-655477E226E3}"/>
              </a:ext>
            </a:extLst>
          </p:cNvPr>
          <p:cNvSpPr>
            <a:spLocks noChangeArrowheads="1"/>
          </p:cNvSpPr>
          <p:nvPr/>
        </p:nvSpPr>
        <p:spPr bwMode="auto">
          <a:xfrm>
            <a:off x="5475288" y="2551113"/>
            <a:ext cx="2982912" cy="1752600"/>
          </a:xfrm>
          <a:custGeom>
            <a:avLst/>
            <a:gdLst>
              <a:gd name="T0" fmla="*/ 3 w 7961313"/>
              <a:gd name="T1" fmla="*/ 610 h 2833688"/>
              <a:gd name="T2" fmla="*/ 1 w 7961313"/>
              <a:gd name="T3" fmla="*/ 1220 h 2833688"/>
              <a:gd name="T4" fmla="*/ 0 w 7961313"/>
              <a:gd name="T5" fmla="*/ 610 h 2833688"/>
              <a:gd name="T6" fmla="*/ 1 w 7961313"/>
              <a:gd name="T7" fmla="*/ 0 h 2833688"/>
              <a:gd name="T8" fmla="*/ 0 60000 65536"/>
              <a:gd name="T9" fmla="*/ 5898240 60000 65536"/>
              <a:gd name="T10" fmla="*/ 11796480 60000 65536"/>
              <a:gd name="T11" fmla="*/ 17694720 60000 65536"/>
              <a:gd name="T12" fmla="*/ 0 w 7961313"/>
              <a:gd name="T13" fmla="*/ 0 h 2833688"/>
              <a:gd name="T14" fmla="*/ 7961313 w 7961313"/>
              <a:gd name="T15" fmla="*/ 2833688 h 2833688"/>
            </a:gdLst>
            <a:ahLst/>
            <a:cxnLst>
              <a:cxn ang="T8">
                <a:pos x="T0" y="T1"/>
              </a:cxn>
              <a:cxn ang="T9">
                <a:pos x="T2" y="T3"/>
              </a:cxn>
              <a:cxn ang="T10">
                <a:pos x="T4" y="T5"/>
              </a:cxn>
              <a:cxn ang="T11">
                <a:pos x="T6" y="T7"/>
              </a:cxn>
            </a:cxnLst>
            <a:rect l="T12" t="T13" r="T14" b="T15"/>
            <a:pathLst>
              <a:path w="7961313" h="2833688">
                <a:moveTo>
                  <a:pt x="0" y="0"/>
                </a:moveTo>
                <a:lnTo>
                  <a:pt x="22115" y="0"/>
                </a:lnTo>
                <a:lnTo>
                  <a:pt x="22115" y="7872"/>
                </a:lnTo>
                <a:lnTo>
                  <a:pt x="0" y="7872"/>
                </a:lnTo>
                <a:lnTo>
                  <a:pt x="0" y="0"/>
                </a:lnTo>
                <a:close/>
              </a:path>
            </a:pathLst>
          </a:custGeom>
          <a:noFill/>
          <a:ln w="9525">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a:solidFill>
                  <a:srgbClr val="0000FF"/>
                </a:solidFill>
                <a:latin typeface="TTE1F17478t00" charset="0"/>
              </a:rPr>
              <a:t>entity</a:t>
            </a:r>
            <a:r>
              <a:rPr lang="de-DE" altLang="en-US">
                <a:solidFill>
                  <a:srgbClr val="3333CC"/>
                </a:solidFill>
                <a:latin typeface="TTE1F17478t00" charset="0"/>
              </a:rPr>
              <a:t> </a:t>
            </a:r>
            <a:r>
              <a:rPr lang="de-DE" altLang="en-US">
                <a:latin typeface="TTE1F17478t00" charset="0"/>
              </a:rPr>
              <a:t>DoorOpener </a:t>
            </a:r>
            <a:r>
              <a:rPr lang="de-DE" altLang="en-US">
                <a:solidFill>
                  <a:srgbClr val="0000FF"/>
                </a:solidFill>
                <a:latin typeface="TTE1F17478t00" charset="0"/>
              </a:rPr>
              <a:t>is </a:t>
            </a:r>
          </a:p>
          <a:p>
            <a:pPr eaLnBrk="1">
              <a:lnSpc>
                <a:spcPct val="100000"/>
              </a:lnSpc>
              <a:spcAft>
                <a:spcPct val="0"/>
              </a:spcAft>
            </a:pPr>
            <a:r>
              <a:rPr lang="de-DE" altLang="en-US">
                <a:solidFill>
                  <a:srgbClr val="0000FF"/>
                </a:solidFill>
                <a:latin typeface="TTE1F17478t00" charset="0"/>
              </a:rPr>
              <a:t>    port</a:t>
            </a:r>
            <a:r>
              <a:rPr lang="de-DE" altLang="en-US">
                <a:solidFill>
                  <a:srgbClr val="0070C0"/>
                </a:solidFill>
                <a:latin typeface="TTE1F17478t00" charset="0"/>
              </a:rPr>
              <a:t> </a:t>
            </a:r>
            <a:r>
              <a:rPr lang="de-DE" altLang="en-US">
                <a:latin typeface="TTE1F17478t00" charset="0"/>
              </a:rPr>
              <a:t>(</a:t>
            </a:r>
          </a:p>
          <a:p>
            <a:pPr eaLnBrk="1">
              <a:lnSpc>
                <a:spcPct val="100000"/>
              </a:lnSpc>
              <a:spcAft>
                <a:spcPct val="0"/>
              </a:spcAft>
            </a:pPr>
            <a:r>
              <a:rPr lang="de-DE" altLang="en-US">
                <a:latin typeface="TTE1F17478t00" charset="0"/>
              </a:rPr>
              <a:t>               c, h, p: </a:t>
            </a:r>
            <a:r>
              <a:rPr lang="de-DE" altLang="en-US">
                <a:solidFill>
                  <a:srgbClr val="0000FF"/>
                </a:solidFill>
                <a:latin typeface="TTE1F17478t00" charset="0"/>
              </a:rPr>
              <a:t>in</a:t>
            </a:r>
            <a:r>
              <a:rPr lang="de-DE" altLang="en-US">
                <a:latin typeface="TTE1F17478t00" charset="0"/>
              </a:rPr>
              <a:t> BIT;  </a:t>
            </a:r>
          </a:p>
          <a:p>
            <a:pPr eaLnBrk="1">
              <a:lnSpc>
                <a:spcPct val="100000"/>
              </a:lnSpc>
              <a:spcAft>
                <a:spcPct val="0"/>
              </a:spcAft>
            </a:pPr>
            <a:r>
              <a:rPr lang="de-DE" altLang="en-US">
                <a:latin typeface="TTE1F17478t00" charset="0"/>
              </a:rPr>
              <a:t>               F: </a:t>
            </a:r>
            <a:r>
              <a:rPr lang="de-DE" altLang="en-US">
                <a:solidFill>
                  <a:srgbClr val="0000FF"/>
                </a:solidFill>
                <a:latin typeface="TTE1F17478t00" charset="0"/>
              </a:rPr>
              <a:t>out</a:t>
            </a:r>
            <a:r>
              <a:rPr lang="de-DE" altLang="en-US">
                <a:solidFill>
                  <a:srgbClr val="3333CC"/>
                </a:solidFill>
                <a:latin typeface="TTE1F17478t00" charset="0"/>
              </a:rPr>
              <a:t> </a:t>
            </a:r>
            <a:r>
              <a:rPr lang="de-DE" altLang="en-US">
                <a:latin typeface="TTE1F17478t00" charset="0"/>
              </a:rPr>
              <a:t>BIT</a:t>
            </a:r>
          </a:p>
          <a:p>
            <a:pPr eaLnBrk="1">
              <a:lnSpc>
                <a:spcPct val="100000"/>
              </a:lnSpc>
              <a:spcAft>
                <a:spcPct val="0"/>
              </a:spcAft>
            </a:pPr>
            <a:r>
              <a:rPr lang="de-DE" altLang="en-US">
                <a:latin typeface="TTE1F17478t00" charset="0"/>
              </a:rPr>
              <a:t>              );</a:t>
            </a:r>
          </a:p>
          <a:p>
            <a:pPr eaLnBrk="1">
              <a:lnSpc>
                <a:spcPct val="100000"/>
              </a:lnSpc>
              <a:spcAft>
                <a:spcPct val="0"/>
              </a:spcAft>
            </a:pPr>
            <a:r>
              <a:rPr lang="de-DE" altLang="en-US">
                <a:solidFill>
                  <a:srgbClr val="0000FF"/>
                </a:solidFill>
                <a:latin typeface="TTE1F17478t00" charset="0"/>
              </a:rPr>
              <a:t>end entity </a:t>
            </a:r>
            <a:r>
              <a:rPr lang="de-DE" altLang="en-US">
                <a:latin typeface="TTE1F17478t00" charset="0"/>
              </a:rPr>
              <a:t>DoorOpener;</a:t>
            </a:r>
            <a:endParaRPr lang="de-DE" altLang="en-US">
              <a:solidFill>
                <a:srgbClr val="0000FF"/>
              </a:solidFill>
              <a:latin typeface="TTE1F17478t00" charset="0"/>
            </a:endParaRPr>
          </a:p>
        </p:txBody>
      </p:sp>
      <p:sp>
        <p:nvSpPr>
          <p:cNvPr id="2" name="Rectangle 1">
            <a:extLst>
              <a:ext uri="{FF2B5EF4-FFF2-40B4-BE49-F238E27FC236}">
                <a16:creationId xmlns:a16="http://schemas.microsoft.com/office/drawing/2014/main" id="{11A41642-8A13-8742-ADBA-F5757B5E524E}"/>
              </a:ext>
            </a:extLst>
          </p:cNvPr>
          <p:cNvSpPr/>
          <p:nvPr/>
        </p:nvSpPr>
        <p:spPr bwMode="auto">
          <a:xfrm>
            <a:off x="5246688" y="2017713"/>
            <a:ext cx="2971800" cy="3925887"/>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lstStyle/>
          <a:p>
            <a:pPr eaLnBrk="1">
              <a:lnSpc>
                <a:spcPct val="93000"/>
              </a:lnSpc>
              <a:buClr>
                <a:srgbClr val="000000"/>
              </a:buClr>
              <a:buSzPct val="100000"/>
              <a:buFont typeface="Times New Roman" pitchFamily="16" charset="0"/>
              <a:buNone/>
              <a:defRPr/>
            </a:pPr>
            <a:endParaRPr lang="en-GB">
              <a:latin typeface="Arial" charset="0"/>
              <a:ea typeface="+mn-ea"/>
            </a:endParaRPr>
          </a:p>
        </p:txBody>
      </p:sp>
      <p:sp>
        <p:nvSpPr>
          <p:cNvPr id="28" name="Rectangle 27">
            <a:extLst>
              <a:ext uri="{FF2B5EF4-FFF2-40B4-BE49-F238E27FC236}">
                <a16:creationId xmlns:a16="http://schemas.microsoft.com/office/drawing/2014/main" id="{2D0EAC3C-0963-3341-97B3-125295C1F01C}"/>
              </a:ext>
            </a:extLst>
          </p:cNvPr>
          <p:cNvSpPr/>
          <p:nvPr/>
        </p:nvSpPr>
        <p:spPr bwMode="auto">
          <a:xfrm>
            <a:off x="5715000" y="5105400"/>
            <a:ext cx="2057400" cy="647700"/>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r>
              <a:rPr lang="en-GB" dirty="0">
                <a:latin typeface="Arial" charset="0"/>
                <a:ea typeface="+mn-ea"/>
              </a:rPr>
              <a:t>Architecture</a:t>
            </a:r>
          </a:p>
          <a:p>
            <a:pPr algn="ctr" eaLnBrk="1">
              <a:lnSpc>
                <a:spcPct val="93000"/>
              </a:lnSpc>
              <a:buClr>
                <a:srgbClr val="000000"/>
              </a:buClr>
              <a:buSzPct val="100000"/>
              <a:defRPr/>
            </a:pPr>
            <a:r>
              <a:rPr lang="en-US" altLang="en-US" dirty="0">
                <a:ea typeface="+mn-ea"/>
              </a:rPr>
              <a:t>F = c' * (h + p)</a:t>
            </a:r>
            <a:endParaRPr lang="en-GB" dirty="0">
              <a:latin typeface="Arial" charset="0"/>
              <a:ea typeface="+mn-ea"/>
            </a:endParaRPr>
          </a:p>
        </p:txBody>
      </p:sp>
      <p:sp>
        <p:nvSpPr>
          <p:cNvPr id="29" name="Rectangle 28">
            <a:extLst>
              <a:ext uri="{FF2B5EF4-FFF2-40B4-BE49-F238E27FC236}">
                <a16:creationId xmlns:a16="http://schemas.microsoft.com/office/drawing/2014/main" id="{0133DD2F-EFB7-C842-B569-F813E6B22C2C}"/>
              </a:ext>
            </a:extLst>
          </p:cNvPr>
          <p:cNvSpPr/>
          <p:nvPr/>
        </p:nvSpPr>
        <p:spPr bwMode="auto">
          <a:xfrm>
            <a:off x="5813425" y="2073275"/>
            <a:ext cx="2057400" cy="401638"/>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r>
              <a:rPr lang="en-GB" dirty="0">
                <a:latin typeface="Arial" charset="0"/>
                <a:ea typeface="+mn-ea"/>
              </a:rPr>
              <a:t>Library</a:t>
            </a:r>
          </a:p>
        </p:txBody>
      </p:sp>
      <p:sp>
        <p:nvSpPr>
          <p:cNvPr id="30" name="Rectangle 29">
            <a:extLst>
              <a:ext uri="{FF2B5EF4-FFF2-40B4-BE49-F238E27FC236}">
                <a16:creationId xmlns:a16="http://schemas.microsoft.com/office/drawing/2014/main" id="{F7D00F60-2487-4244-A380-10E51BE3AEA7}"/>
              </a:ext>
            </a:extLst>
          </p:cNvPr>
          <p:cNvSpPr/>
          <p:nvPr/>
        </p:nvSpPr>
        <p:spPr bwMode="auto">
          <a:xfrm>
            <a:off x="5703888" y="4406900"/>
            <a:ext cx="2057400" cy="419100"/>
          </a:xfrm>
          <a:prstGeom prst="rect">
            <a:avLst/>
          </a:prstGeom>
          <a:noFill/>
          <a:ln w="28575" cap="flat" cmpd="sng" algn="ctr">
            <a:solidFill>
              <a:schemeClr val="bg2">
                <a:lumMod val="40000"/>
                <a:lumOff val="60000"/>
              </a:schemeClr>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r>
              <a:rPr lang="en-GB" dirty="0">
                <a:latin typeface="Arial" charset="0"/>
                <a:ea typeface="+mn-ea"/>
              </a:rPr>
              <a:t>Signals f1, f2</a:t>
            </a:r>
          </a:p>
        </p:txBody>
      </p:sp>
      <p:sp>
        <p:nvSpPr>
          <p:cNvPr id="36891" name="Rectangle 503">
            <a:extLst>
              <a:ext uri="{FF2B5EF4-FFF2-40B4-BE49-F238E27FC236}">
                <a16:creationId xmlns:a16="http://schemas.microsoft.com/office/drawing/2014/main" id="{ABBF68D1-DDC8-C048-B1CC-AC0A6662F174}"/>
              </a:ext>
            </a:extLst>
          </p:cNvPr>
          <p:cNvSpPr>
            <a:spLocks noChangeArrowheads="1"/>
          </p:cNvSpPr>
          <p:nvPr/>
        </p:nvSpPr>
        <p:spPr bwMode="auto">
          <a:xfrm>
            <a:off x="2286000" y="3276600"/>
            <a:ext cx="192088"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r>
              <a:rPr lang="en-US" altLang="en-US">
                <a:latin typeface="Myriad Roman" charset="0"/>
              </a:rPr>
              <a:t>f1</a:t>
            </a:r>
            <a:endParaRPr lang="en-US" altLang="en-US">
              <a:solidFill>
                <a:schemeClr val="tx1"/>
              </a:solidFill>
              <a:latin typeface="Times New Roman" panose="02020603050405020304" pitchFamily="18" charset="0"/>
            </a:endParaRPr>
          </a:p>
        </p:txBody>
      </p:sp>
      <p:sp>
        <p:nvSpPr>
          <p:cNvPr id="36892" name="Rectangle 503">
            <a:extLst>
              <a:ext uri="{FF2B5EF4-FFF2-40B4-BE49-F238E27FC236}">
                <a16:creationId xmlns:a16="http://schemas.microsoft.com/office/drawing/2014/main" id="{A0E63EA0-9CDE-604C-A0C4-F8BE9CE7FBA7}"/>
              </a:ext>
            </a:extLst>
          </p:cNvPr>
          <p:cNvSpPr>
            <a:spLocks noChangeArrowheads="1"/>
          </p:cNvSpPr>
          <p:nvPr/>
        </p:nvSpPr>
        <p:spPr bwMode="auto">
          <a:xfrm>
            <a:off x="2170113" y="4086225"/>
            <a:ext cx="192087"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7000"/>
              </a:lnSpc>
              <a:spcAft>
                <a:spcPts val="142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defRPr sz="2000">
                <a:solidFill>
                  <a:srgbClr val="000000"/>
                </a:solidFill>
                <a:latin typeface="Frutiger LT Com 55 Roman" pitchFamily="1" charset="0"/>
                <a:ea typeface="DejaVu Sans" pitchFamily="34" charset="0"/>
                <a:cs typeface="DejaVu Sans" pitchFamily="34" charset="0"/>
              </a:defRPr>
            </a:lvl9pPr>
          </a:lstStyle>
          <a:p>
            <a:pPr eaLnBrk="1" hangingPunct="1">
              <a:lnSpc>
                <a:spcPct val="93000"/>
              </a:lnSpc>
              <a:spcAft>
                <a:spcPct val="0"/>
              </a:spcAft>
            </a:pPr>
            <a:r>
              <a:rPr lang="en-US" altLang="en-US">
                <a:latin typeface="Myriad Roman" charset="0"/>
              </a:rPr>
              <a:t>f2</a:t>
            </a:r>
            <a:endParaRPr lang="en-US" altLang="en-US">
              <a:solidFill>
                <a:schemeClr val="tx1"/>
              </a:solidFill>
              <a:latin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F21BC1-D6C0-784D-BE83-236E7573DF69}"/>
              </a:ext>
            </a:extLst>
          </p:cNvPr>
          <p:cNvSpPr txBox="1"/>
          <p:nvPr/>
        </p:nvSpPr>
        <p:spPr>
          <a:xfrm>
            <a:off x="1547446" y="3493477"/>
            <a:ext cx="6058133" cy="646331"/>
          </a:xfrm>
          <a:prstGeom prst="rect">
            <a:avLst/>
          </a:prstGeom>
          <a:noFill/>
        </p:spPr>
        <p:txBody>
          <a:bodyPr wrap="none" rtlCol="0">
            <a:spAutoFit/>
          </a:bodyPr>
          <a:lstStyle/>
          <a:p>
            <a:r>
              <a:rPr lang="en-GB" dirty="0">
                <a:hlinkClick r:id="rId2"/>
              </a:rPr>
              <a:t>https://www.csee.umbc.edu/portal/help/VHDL/design.html</a:t>
            </a:r>
            <a:endParaRPr lang="en-GB" dirty="0"/>
          </a:p>
          <a:p>
            <a:endParaRPr lang="en-GB" dirty="0"/>
          </a:p>
        </p:txBody>
      </p:sp>
      <p:sp>
        <p:nvSpPr>
          <p:cNvPr id="5" name="AutoShape 2">
            <a:extLst>
              <a:ext uri="{FF2B5EF4-FFF2-40B4-BE49-F238E27FC236}">
                <a16:creationId xmlns:a16="http://schemas.microsoft.com/office/drawing/2014/main" id="{DD588D30-B3EA-304F-84C5-7D3125CF83F8}"/>
              </a:ext>
            </a:extLst>
          </p:cNvPr>
          <p:cNvSpPr>
            <a:spLocks noChangeArrowheads="1"/>
          </p:cNvSpPr>
          <p:nvPr/>
        </p:nvSpPr>
        <p:spPr bwMode="auto">
          <a:xfrm>
            <a:off x="460375" y="534988"/>
            <a:ext cx="8223250" cy="914400"/>
          </a:xfrm>
          <a:custGeom>
            <a:avLst/>
            <a:gdLst>
              <a:gd name="T0" fmla="*/ 8223250 w 8223250"/>
              <a:gd name="T1" fmla="*/ 457200 h 914400"/>
              <a:gd name="T2" fmla="*/ 4111625 w 8223250"/>
              <a:gd name="T3" fmla="*/ 914400 h 914400"/>
              <a:gd name="T4" fmla="*/ 0 w 8223250"/>
              <a:gd name="T5" fmla="*/ 457200 h 914400"/>
              <a:gd name="T6" fmla="*/ 4111625 w 8223250"/>
              <a:gd name="T7" fmla="*/ 0 h 914400"/>
              <a:gd name="T8" fmla="*/ 0 60000 65536"/>
              <a:gd name="T9" fmla="*/ 5898240 60000 65536"/>
              <a:gd name="T10" fmla="*/ 11796480 60000 65536"/>
              <a:gd name="T11" fmla="*/ 17694720 60000 65536"/>
              <a:gd name="T12" fmla="*/ 0 w 8223250"/>
              <a:gd name="T13" fmla="*/ 0 h 914400"/>
              <a:gd name="T14" fmla="*/ 8223250 w 8223250"/>
              <a:gd name="T15" fmla="*/ 914400 h 914400"/>
            </a:gdLst>
            <a:ahLst/>
            <a:cxnLst>
              <a:cxn ang="T8">
                <a:pos x="T0" y="T1"/>
              </a:cxn>
              <a:cxn ang="T9">
                <a:pos x="T2" y="T3"/>
              </a:cxn>
              <a:cxn ang="T10">
                <a:pos x="T4" y="T5"/>
              </a:cxn>
              <a:cxn ang="T11">
                <a:pos x="T6" y="T7"/>
              </a:cxn>
            </a:cxnLst>
            <a:rect l="T12" t="T13" r="T14" b="T15"/>
            <a:pathLst>
              <a:path w="8223250" h="914400">
                <a:moveTo>
                  <a:pt x="0" y="0"/>
                </a:moveTo>
                <a:lnTo>
                  <a:pt x="22842" y="0"/>
                </a:lnTo>
                <a:lnTo>
                  <a:pt x="22842" y="2540"/>
                </a:lnTo>
                <a:lnTo>
                  <a:pt x="0" y="254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000">
                <a:solidFill>
                  <a:srgbClr val="000000"/>
                </a:solidFill>
                <a:latin typeface="Frutiger LT Com 55 Roman" pitchFamily="1" charset="0"/>
                <a:ea typeface="DejaVu Sans" pitchFamily="34" charset="0"/>
                <a:cs typeface="DejaVu Sans" pitchFamily="34" charset="0"/>
              </a:defRPr>
            </a:lvl9pPr>
          </a:lstStyle>
          <a:p>
            <a:pPr eaLnBrk="1">
              <a:lnSpc>
                <a:spcPct val="100000"/>
              </a:lnSpc>
              <a:spcAft>
                <a:spcPct val="0"/>
              </a:spcAft>
            </a:pPr>
            <a:r>
              <a:rPr lang="de-DE" altLang="en-US" sz="3200" b="1" dirty="0" err="1">
                <a:latin typeface="Frutiger LT Com 45 Light" charset="0"/>
              </a:rPr>
              <a:t>Really</a:t>
            </a:r>
            <a:r>
              <a:rPr lang="de-DE" altLang="en-US" sz="3200" b="1" dirty="0">
                <a:latin typeface="Frutiger LT Com 45 Light" charset="0"/>
              </a:rPr>
              <a:t> </a:t>
            </a:r>
            <a:r>
              <a:rPr lang="de-DE" altLang="en-US" sz="3200" b="1" dirty="0" err="1">
                <a:latin typeface="Frutiger LT Com 45 Light" charset="0"/>
              </a:rPr>
              <a:t>Good</a:t>
            </a:r>
            <a:r>
              <a:rPr lang="de-DE" altLang="en-US" sz="3200" b="1" dirty="0">
                <a:latin typeface="Frutiger LT Com 45 Light" charset="0"/>
              </a:rPr>
              <a:t> </a:t>
            </a:r>
            <a:r>
              <a:rPr lang="de-DE" altLang="en-US" sz="3200" b="1" dirty="0" err="1">
                <a:latin typeface="Frutiger LT Com 45 Light" charset="0"/>
              </a:rPr>
              <a:t>Resource</a:t>
            </a:r>
            <a:endParaRPr lang="de-DE" altLang="en-US" sz="3200" b="1" dirty="0">
              <a:latin typeface="Frutiger LT Com 45 Light" charset="0"/>
            </a:endParaRPr>
          </a:p>
        </p:txBody>
      </p:sp>
    </p:spTree>
    <p:extLst>
      <p:ext uri="{BB962C8B-B14F-4D97-AF65-F5344CB8AC3E}">
        <p14:creationId xmlns:p14="http://schemas.microsoft.com/office/powerpoint/2010/main" val="3208486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9.4|1"/>
</p:tagLst>
</file>

<file path=ppt/tags/tag2.xml><?xml version="1.0" encoding="utf-8"?>
<p:tagLst xmlns:a="http://schemas.openxmlformats.org/drawingml/2006/main" xmlns:r="http://schemas.openxmlformats.org/officeDocument/2006/relationships" xmlns:p="http://schemas.openxmlformats.org/presentationml/2006/main">
  <p:tag name="TIMING" val="|44.7|2.1"/>
</p:tagLst>
</file>

<file path=ppt/tags/tag3.xml><?xml version="1.0" encoding="utf-8"?>
<p:tagLst xmlns:a="http://schemas.openxmlformats.org/drawingml/2006/main" xmlns:r="http://schemas.openxmlformats.org/officeDocument/2006/relationships" xmlns:p="http://schemas.openxmlformats.org/presentationml/2006/main">
  <p:tag name="TIMING" val="|118.2|15.1|49.8|12.9"/>
</p:tagLst>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Frutiger LT Com 55 Roman"/>
        <a:ea typeface="DejaVu Sans"/>
        <a:cs typeface="DejaVu Sans"/>
      </a:majorFont>
      <a:minorFont>
        <a:latin typeface="Frutiger LT Com 55 Roman"/>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Frutiger LT Com 55 Roman"/>
        <a:ea typeface="DejaVu Sans"/>
        <a:cs typeface="DejaVu Sans"/>
      </a:majorFont>
      <a:minorFont>
        <a:latin typeface="Frutiger LT Com 55 Roman"/>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Frutiger LT Com 55 Roman"/>
        <a:ea typeface="DejaVu Sans"/>
        <a:cs typeface="DejaVu Sans"/>
      </a:majorFont>
      <a:minorFont>
        <a:latin typeface="Frutiger LT Com 55 Roman"/>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19786</TotalTime>
  <Words>2451</Words>
  <Application>Microsoft Macintosh PowerPoint</Application>
  <PresentationFormat>全屏显示(4:3)</PresentationFormat>
  <Paragraphs>602</Paragraphs>
  <Slides>34</Slides>
  <Notes>26</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34</vt:i4>
      </vt:variant>
    </vt:vector>
  </HeadingPairs>
  <TitlesOfParts>
    <vt:vector size="47" baseType="lpstr">
      <vt:lpstr>Frutiger LT Com 45 Light</vt:lpstr>
      <vt:lpstr>Frutiger LT Com 55 Roman</vt:lpstr>
      <vt:lpstr>Myriad Roman</vt:lpstr>
      <vt:lpstr>StarSymbol</vt:lpstr>
      <vt:lpstr>TTE1F17478t00</vt:lpstr>
      <vt:lpstr>Arial</vt:lpstr>
      <vt:lpstr>Courier New</vt:lpstr>
      <vt:lpstr>Helvetica</vt:lpstr>
      <vt:lpstr>Times New Roman</vt:lpstr>
      <vt:lpstr>Wingdings</vt:lpstr>
      <vt:lpstr>Office Theme</vt:lpstr>
      <vt:lpstr>1_Office Theme</vt:lpstr>
      <vt:lpstr>2_Office Theme</vt:lpstr>
      <vt:lpstr>PowerPoint 演示文稿</vt:lpstr>
      <vt:lpstr>PowerPoint 演示文稿</vt:lpstr>
      <vt:lpstr>Objectives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Summary</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Electronics-ENGR 228</dc:title>
  <cp:lastModifiedBy>Zhang, Zhongming</cp:lastModifiedBy>
  <cp:revision>473</cp:revision>
  <cp:lastPrinted>2016-04-28T02:40:03Z</cp:lastPrinted>
  <dcterms:created xsi:type="dcterms:W3CDTF">1601-01-01T00:00:00Z</dcterms:created>
  <dcterms:modified xsi:type="dcterms:W3CDTF">2024-09-09T02:38:43Z</dcterms:modified>
</cp:coreProperties>
</file>