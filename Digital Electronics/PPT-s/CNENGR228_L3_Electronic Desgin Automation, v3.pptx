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tags/tag1.xml" ContentType="application/vnd.openxmlformats-officedocument.presentationml.tags+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tags/tag2.xml" ContentType="application/vnd.openxmlformats-officedocument.presentationml.tags+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50" r:id="rId2"/>
  </p:sldMasterIdLst>
  <p:notesMasterIdLst>
    <p:notesMasterId r:id="rId28"/>
  </p:notesMasterIdLst>
  <p:sldIdLst>
    <p:sldId id="256" r:id="rId3"/>
    <p:sldId id="534" r:id="rId4"/>
    <p:sldId id="545" r:id="rId5"/>
    <p:sldId id="612" r:id="rId6"/>
    <p:sldId id="616" r:id="rId7"/>
    <p:sldId id="617" r:id="rId8"/>
    <p:sldId id="618" r:id="rId9"/>
    <p:sldId id="613" r:id="rId10"/>
    <p:sldId id="619" r:id="rId11"/>
    <p:sldId id="614" r:id="rId12"/>
    <p:sldId id="615" r:id="rId13"/>
    <p:sldId id="599" r:id="rId14"/>
    <p:sldId id="572" r:id="rId15"/>
    <p:sldId id="610" r:id="rId16"/>
    <p:sldId id="566" r:id="rId17"/>
    <p:sldId id="580" r:id="rId18"/>
    <p:sldId id="584" r:id="rId19"/>
    <p:sldId id="583" r:id="rId20"/>
    <p:sldId id="587" r:id="rId21"/>
    <p:sldId id="586" r:id="rId22"/>
    <p:sldId id="600" r:id="rId23"/>
    <p:sldId id="601" r:id="rId24"/>
    <p:sldId id="602" r:id="rId25"/>
    <p:sldId id="603" r:id="rId26"/>
    <p:sldId id="611" r:id="rId27"/>
  </p:sldIdLst>
  <p:sldSz cx="9144000" cy="6858000" type="screen4x3"/>
  <p:notesSz cx="7099300" cy="10234613"/>
  <p:defaultTextStyle>
    <a:defPPr>
      <a:defRPr lang="de-DE"/>
    </a:defPPr>
    <a:lvl1pPr algn="l" rtl="0" fontAlgn="base">
      <a:spcBef>
        <a:spcPct val="0"/>
      </a:spcBef>
      <a:spcAft>
        <a:spcPct val="0"/>
      </a:spcAft>
      <a:defRPr kern="1200">
        <a:solidFill>
          <a:schemeClr val="tx1"/>
        </a:solidFill>
        <a:latin typeface="Frutiger LT Com 55 Roman" pitchFamily="1" charset="0"/>
        <a:ea typeface="+mn-ea"/>
        <a:cs typeface="+mn-cs"/>
      </a:defRPr>
    </a:lvl1pPr>
    <a:lvl2pPr marL="457200" algn="l" rtl="0" fontAlgn="base">
      <a:spcBef>
        <a:spcPct val="0"/>
      </a:spcBef>
      <a:spcAft>
        <a:spcPct val="0"/>
      </a:spcAft>
      <a:defRPr kern="1200">
        <a:solidFill>
          <a:schemeClr val="tx1"/>
        </a:solidFill>
        <a:latin typeface="Frutiger LT Com 55 Roman" pitchFamily="1" charset="0"/>
        <a:ea typeface="+mn-ea"/>
        <a:cs typeface="+mn-cs"/>
      </a:defRPr>
    </a:lvl2pPr>
    <a:lvl3pPr marL="914400" algn="l" rtl="0" fontAlgn="base">
      <a:spcBef>
        <a:spcPct val="0"/>
      </a:spcBef>
      <a:spcAft>
        <a:spcPct val="0"/>
      </a:spcAft>
      <a:defRPr kern="1200">
        <a:solidFill>
          <a:schemeClr val="tx1"/>
        </a:solidFill>
        <a:latin typeface="Frutiger LT Com 55 Roman" pitchFamily="1" charset="0"/>
        <a:ea typeface="+mn-ea"/>
        <a:cs typeface="+mn-cs"/>
      </a:defRPr>
    </a:lvl3pPr>
    <a:lvl4pPr marL="1371600" algn="l" rtl="0" fontAlgn="base">
      <a:spcBef>
        <a:spcPct val="0"/>
      </a:spcBef>
      <a:spcAft>
        <a:spcPct val="0"/>
      </a:spcAft>
      <a:defRPr kern="1200">
        <a:solidFill>
          <a:schemeClr val="tx1"/>
        </a:solidFill>
        <a:latin typeface="Frutiger LT Com 55 Roman" pitchFamily="1" charset="0"/>
        <a:ea typeface="+mn-ea"/>
        <a:cs typeface="+mn-cs"/>
      </a:defRPr>
    </a:lvl4pPr>
    <a:lvl5pPr marL="1828800" algn="l" rtl="0" fontAlgn="base">
      <a:spcBef>
        <a:spcPct val="0"/>
      </a:spcBef>
      <a:spcAft>
        <a:spcPct val="0"/>
      </a:spcAft>
      <a:defRPr kern="1200">
        <a:solidFill>
          <a:schemeClr val="tx1"/>
        </a:solidFill>
        <a:latin typeface="Frutiger LT Com 55 Roman" pitchFamily="1" charset="0"/>
        <a:ea typeface="+mn-ea"/>
        <a:cs typeface="+mn-cs"/>
      </a:defRPr>
    </a:lvl5pPr>
    <a:lvl6pPr marL="2286000" algn="l" defTabSz="914400" rtl="0" eaLnBrk="1" latinLnBrk="0" hangingPunct="1">
      <a:defRPr kern="1200">
        <a:solidFill>
          <a:schemeClr val="tx1"/>
        </a:solidFill>
        <a:latin typeface="Frutiger LT Com 55 Roman" pitchFamily="1" charset="0"/>
        <a:ea typeface="+mn-ea"/>
        <a:cs typeface="+mn-cs"/>
      </a:defRPr>
    </a:lvl6pPr>
    <a:lvl7pPr marL="2743200" algn="l" defTabSz="914400" rtl="0" eaLnBrk="1" latinLnBrk="0" hangingPunct="1">
      <a:defRPr kern="1200">
        <a:solidFill>
          <a:schemeClr val="tx1"/>
        </a:solidFill>
        <a:latin typeface="Frutiger LT Com 55 Roman" pitchFamily="1" charset="0"/>
        <a:ea typeface="+mn-ea"/>
        <a:cs typeface="+mn-cs"/>
      </a:defRPr>
    </a:lvl7pPr>
    <a:lvl8pPr marL="3200400" algn="l" defTabSz="914400" rtl="0" eaLnBrk="1" latinLnBrk="0" hangingPunct="1">
      <a:defRPr kern="1200">
        <a:solidFill>
          <a:schemeClr val="tx1"/>
        </a:solidFill>
        <a:latin typeface="Frutiger LT Com 55 Roman" pitchFamily="1" charset="0"/>
        <a:ea typeface="+mn-ea"/>
        <a:cs typeface="+mn-cs"/>
      </a:defRPr>
    </a:lvl8pPr>
    <a:lvl9pPr marL="3657600" algn="l" defTabSz="914400" rtl="0" eaLnBrk="1" latinLnBrk="0" hangingPunct="1">
      <a:defRPr kern="1200">
        <a:solidFill>
          <a:schemeClr val="tx1"/>
        </a:solidFill>
        <a:latin typeface="Frutiger LT Com 55 Roman" pitchFamily="1" charset="0"/>
        <a:ea typeface="+mn-ea"/>
        <a:cs typeface="+mn-cs"/>
      </a:defRPr>
    </a:lvl9pPr>
  </p:defaultTextStyle>
  <p:extLst>
    <p:ext uri="{EFAFB233-063F-42B5-8137-9DF3F51BA10A}">
      <p15:sldGuideLst xmlns:p15="http://schemas.microsoft.com/office/powerpoint/2012/main">
        <p15:guide id="1" orient="horz" pos="3695">
          <p15:clr>
            <a:srgbClr val="A4A3A4"/>
          </p15:clr>
        </p15:guide>
        <p15:guide id="2" orient="horz" pos="240">
          <p15:clr>
            <a:srgbClr val="A4A3A4"/>
          </p15:clr>
        </p15:guide>
        <p15:guide id="3" pos="5470">
          <p15:clr>
            <a:srgbClr val="A4A3A4"/>
          </p15:clr>
        </p15:guide>
        <p15:guide id="4" pos="290">
          <p15:clr>
            <a:srgbClr val="A4A3A4"/>
          </p15:clr>
        </p15:guide>
      </p15:sldGuideLst>
    </p:ext>
    <p:ext uri="{2D200454-40CA-4A62-9FC3-DE9A4176ACB9}">
      <p15:notesGuideLst xmlns:p15="http://schemas.microsoft.com/office/powerpoint/2012/main">
        <p15:guide id="1" orient="horz" pos="3223">
          <p15:clr>
            <a:srgbClr val="A4A3A4"/>
          </p15:clr>
        </p15:guide>
        <p15:guide id="2" pos="2236">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366FF"/>
    <a:srgbClr val="AD4C08"/>
    <a:srgbClr val="0A64B6"/>
    <a:srgbClr val="1259AE"/>
    <a:srgbClr val="0631BA"/>
    <a:srgbClr val="C4F4C9"/>
    <a:srgbClr val="F3DFC5"/>
    <a:srgbClr val="C3D4F5"/>
    <a:srgbClr val="F3EEC5"/>
    <a:srgbClr val="F4EBC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7213" autoAdjust="0"/>
    <p:restoredTop sz="79859" autoAdjust="0"/>
  </p:normalViewPr>
  <p:slideViewPr>
    <p:cSldViewPr>
      <p:cViewPr varScale="1">
        <p:scale>
          <a:sx n="93" d="100"/>
          <a:sy n="93" d="100"/>
        </p:scale>
        <p:origin x="2584" y="192"/>
      </p:cViewPr>
      <p:guideLst>
        <p:guide orient="horz" pos="3695"/>
        <p:guide orient="horz" pos="240"/>
        <p:guide pos="5470"/>
        <p:guide pos="290"/>
      </p:guideLst>
    </p:cSldViewPr>
  </p:slideViewPr>
  <p:outlineViewPr>
    <p:cViewPr>
      <p:scale>
        <a:sx n="33" d="100"/>
        <a:sy n="33" d="100"/>
      </p:scale>
      <p:origin x="0" y="-474"/>
    </p:cViewPr>
    <p:sldLst>
      <p:sld r:id="rId1" collapse="1"/>
      <p:sld r:id="rId2" collapse="1"/>
      <p:sld r:id="rId3" collapse="1"/>
    </p:sldLst>
  </p:outlineViewPr>
  <p:notesTextViewPr>
    <p:cViewPr>
      <p:scale>
        <a:sx n="100" d="100"/>
        <a:sy n="100" d="100"/>
      </p:scale>
      <p:origin x="0" y="0"/>
    </p:cViewPr>
  </p:notesTextViewPr>
  <p:sorterViewPr>
    <p:cViewPr varScale="1">
      <p:scale>
        <a:sx n="1" d="1"/>
        <a:sy n="1" d="1"/>
      </p:scale>
      <p:origin x="0" y="0"/>
    </p:cViewPr>
  </p:sorterViewPr>
  <p:notesViewPr>
    <p:cSldViewPr>
      <p:cViewPr varScale="1">
        <p:scale>
          <a:sx n="79" d="100"/>
          <a:sy n="79" d="100"/>
        </p:scale>
        <p:origin x="-3990" y="-90"/>
      </p:cViewPr>
      <p:guideLst>
        <p:guide orient="horz" pos="3223"/>
        <p:guide pos="2236"/>
      </p:guideLst>
    </p:cSldViewPr>
  </p:notesViewPr>
  <p:gridSpacing cx="152299" cy="152299"/>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microsoft.com/office/2016/11/relationships/changesInfo" Target="changesInfos/changesInfo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tableStyles" Target="tableStyle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notesMaster" Target="notesMasters/notesMaster1.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theme" Target="theme/theme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viewProps" Target="viewProps.xml"/><Relationship Id="rId8" Type="http://schemas.openxmlformats.org/officeDocument/2006/relationships/slide" Target="slides/slide6.xml"/></Relationships>
</file>

<file path=ppt/_rels/viewProps.xml.rels><?xml version="1.0" encoding="UTF-8" standalone="yes"?>
<Relationships xmlns="http://schemas.openxmlformats.org/package/2006/relationships"><Relationship Id="rId3" Type="http://schemas.openxmlformats.org/officeDocument/2006/relationships/slide" Target="slides/slide24.xml"/><Relationship Id="rId2" Type="http://schemas.openxmlformats.org/officeDocument/2006/relationships/slide" Target="slides/slide23.xml"/><Relationship Id="rId1" Type="http://schemas.openxmlformats.org/officeDocument/2006/relationships/slide" Target="slides/slide2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Zhang, Zhongming" userId="57b61de0-a4db-46da-bbdf-d2c5d7242f33" providerId="ADAL" clId="{CDF686B1-F980-2F42-AAB7-26232DF789D1}"/>
    <pc:docChg chg="custSel modSld">
      <pc:chgData name="Zhang, Zhongming" userId="57b61de0-a4db-46da-bbdf-d2c5d7242f33" providerId="ADAL" clId="{CDF686B1-F980-2F42-AAB7-26232DF789D1}" dt="2024-09-09T02:31:55.935" v="26" actId="20577"/>
      <pc:docMkLst>
        <pc:docMk/>
      </pc:docMkLst>
      <pc:sldChg chg="modSp mod">
        <pc:chgData name="Zhang, Zhongming" userId="57b61de0-a4db-46da-bbdf-d2c5d7242f33" providerId="ADAL" clId="{CDF686B1-F980-2F42-AAB7-26232DF789D1}" dt="2024-09-09T02:31:55.935" v="26" actId="20577"/>
        <pc:sldMkLst>
          <pc:docMk/>
          <pc:sldMk cId="0" sldId="256"/>
        </pc:sldMkLst>
        <pc:spChg chg="mod">
          <ac:chgData name="Zhang, Zhongming" userId="57b61de0-a4db-46da-bbdf-d2c5d7242f33" providerId="ADAL" clId="{CDF686B1-F980-2F42-AAB7-26232DF789D1}" dt="2024-09-09T02:31:55.935" v="26" actId="20577"/>
          <ac:spMkLst>
            <pc:docMk/>
            <pc:sldMk cId="0" sldId="256"/>
            <ac:spMk id="10" creationId="{46EF130D-BB3D-6943-9100-7FE97F78E09D}"/>
          </ac:spMkLst>
        </pc:spChg>
      </pc:sldChg>
    </pc:docChg>
  </pc:docChgLst>
  <pc:docChgLst>
    <pc:chgData name="Zhang, Zhongming" userId="57b61de0-a4db-46da-bbdf-d2c5d7242f33" providerId="ADAL" clId="{D21755BF-F772-994C-8C1B-33DAE693615F}"/>
    <pc:docChg chg="custSel modSld">
      <pc:chgData name="Zhang, Zhongming" userId="57b61de0-a4db-46da-bbdf-d2c5d7242f33" providerId="ADAL" clId="{D21755BF-F772-994C-8C1B-33DAE693615F}" dt="2022-09-04T13:26:04.386" v="23" actId="478"/>
      <pc:docMkLst>
        <pc:docMk/>
      </pc:docMkLst>
      <pc:sldChg chg="delSp mod delAnim">
        <pc:chgData name="Zhang, Zhongming" userId="57b61de0-a4db-46da-bbdf-d2c5d7242f33" providerId="ADAL" clId="{D21755BF-F772-994C-8C1B-33DAE693615F}" dt="2022-09-04T13:24:59.361" v="0" actId="478"/>
        <pc:sldMkLst>
          <pc:docMk/>
          <pc:sldMk cId="0" sldId="256"/>
        </pc:sldMkLst>
        <pc:picChg chg="del">
          <ac:chgData name="Zhang, Zhongming" userId="57b61de0-a4db-46da-bbdf-d2c5d7242f33" providerId="ADAL" clId="{D21755BF-F772-994C-8C1B-33DAE693615F}" dt="2022-09-04T13:24:59.361" v="0" actId="478"/>
          <ac:picMkLst>
            <pc:docMk/>
            <pc:sldMk cId="0" sldId="256"/>
            <ac:picMk id="2" creationId="{EFFD2F73-BDD0-A54A-A14A-8292F6033BED}"/>
          </ac:picMkLst>
        </pc:picChg>
      </pc:sldChg>
      <pc:sldChg chg="delSp mod delAnim">
        <pc:chgData name="Zhang, Zhongming" userId="57b61de0-a4db-46da-bbdf-d2c5d7242f33" providerId="ADAL" clId="{D21755BF-F772-994C-8C1B-33DAE693615F}" dt="2022-09-04T13:25:04.728" v="1" actId="478"/>
        <pc:sldMkLst>
          <pc:docMk/>
          <pc:sldMk cId="4020801864" sldId="534"/>
        </pc:sldMkLst>
        <pc:picChg chg="del">
          <ac:chgData name="Zhang, Zhongming" userId="57b61de0-a4db-46da-bbdf-d2c5d7242f33" providerId="ADAL" clId="{D21755BF-F772-994C-8C1B-33DAE693615F}" dt="2022-09-04T13:25:04.728" v="1" actId="478"/>
          <ac:picMkLst>
            <pc:docMk/>
            <pc:sldMk cId="4020801864" sldId="534"/>
            <ac:picMk id="6" creationId="{D6A07E42-1541-FF4C-B856-25361BC0198C}"/>
          </ac:picMkLst>
        </pc:picChg>
      </pc:sldChg>
      <pc:sldChg chg="delSp mod delAnim">
        <pc:chgData name="Zhang, Zhongming" userId="57b61de0-a4db-46da-bbdf-d2c5d7242f33" providerId="ADAL" clId="{D21755BF-F772-994C-8C1B-33DAE693615F}" dt="2022-09-04T13:25:10.174" v="2" actId="478"/>
        <pc:sldMkLst>
          <pc:docMk/>
          <pc:sldMk cId="40645816" sldId="545"/>
        </pc:sldMkLst>
        <pc:picChg chg="del">
          <ac:chgData name="Zhang, Zhongming" userId="57b61de0-a4db-46da-bbdf-d2c5d7242f33" providerId="ADAL" clId="{D21755BF-F772-994C-8C1B-33DAE693615F}" dt="2022-09-04T13:25:10.174" v="2" actId="478"/>
          <ac:picMkLst>
            <pc:docMk/>
            <pc:sldMk cId="40645816" sldId="545"/>
            <ac:picMk id="11" creationId="{868A4EAF-0944-5249-B4B0-CBE2F5A76280}"/>
          </ac:picMkLst>
        </pc:picChg>
      </pc:sldChg>
      <pc:sldChg chg="delSp mod delAnim">
        <pc:chgData name="Zhang, Zhongming" userId="57b61de0-a4db-46da-bbdf-d2c5d7242f33" providerId="ADAL" clId="{D21755BF-F772-994C-8C1B-33DAE693615F}" dt="2022-09-04T13:25:40.668" v="14" actId="478"/>
        <pc:sldMkLst>
          <pc:docMk/>
          <pc:sldMk cId="1554176577" sldId="566"/>
        </pc:sldMkLst>
        <pc:picChg chg="del">
          <ac:chgData name="Zhang, Zhongming" userId="57b61de0-a4db-46da-bbdf-d2c5d7242f33" providerId="ADAL" clId="{D21755BF-F772-994C-8C1B-33DAE693615F}" dt="2022-09-04T13:25:40.668" v="14" actId="478"/>
          <ac:picMkLst>
            <pc:docMk/>
            <pc:sldMk cId="1554176577" sldId="566"/>
            <ac:picMk id="14" creationId="{DFE328CD-9BBD-0048-A5D8-6C5324E2E8AC}"/>
          </ac:picMkLst>
        </pc:picChg>
      </pc:sldChg>
      <pc:sldChg chg="delSp mod delAnim">
        <pc:chgData name="Zhang, Zhongming" userId="57b61de0-a4db-46da-bbdf-d2c5d7242f33" providerId="ADAL" clId="{D21755BF-F772-994C-8C1B-33DAE693615F}" dt="2022-09-04T13:25:36.656" v="12" actId="478"/>
        <pc:sldMkLst>
          <pc:docMk/>
          <pc:sldMk cId="2918087386" sldId="572"/>
        </pc:sldMkLst>
        <pc:picChg chg="del">
          <ac:chgData name="Zhang, Zhongming" userId="57b61de0-a4db-46da-bbdf-d2c5d7242f33" providerId="ADAL" clId="{D21755BF-F772-994C-8C1B-33DAE693615F}" dt="2022-09-04T13:25:36.656" v="12" actId="478"/>
          <ac:picMkLst>
            <pc:docMk/>
            <pc:sldMk cId="2918087386" sldId="572"/>
            <ac:picMk id="7" creationId="{5D328558-B799-5A46-9222-098649932D77}"/>
          </ac:picMkLst>
        </pc:picChg>
      </pc:sldChg>
      <pc:sldChg chg="delSp mod delAnim">
        <pc:chgData name="Zhang, Zhongming" userId="57b61de0-a4db-46da-bbdf-d2c5d7242f33" providerId="ADAL" clId="{D21755BF-F772-994C-8C1B-33DAE693615F}" dt="2022-09-04T13:25:42.568" v="15" actId="478"/>
        <pc:sldMkLst>
          <pc:docMk/>
          <pc:sldMk cId="162509501" sldId="580"/>
        </pc:sldMkLst>
        <pc:picChg chg="del">
          <ac:chgData name="Zhang, Zhongming" userId="57b61de0-a4db-46da-bbdf-d2c5d7242f33" providerId="ADAL" clId="{D21755BF-F772-994C-8C1B-33DAE693615F}" dt="2022-09-04T13:25:42.568" v="15" actId="478"/>
          <ac:picMkLst>
            <pc:docMk/>
            <pc:sldMk cId="162509501" sldId="580"/>
            <ac:picMk id="6" creationId="{816605BE-70FD-2643-9F10-314389167018}"/>
          </ac:picMkLst>
        </pc:picChg>
      </pc:sldChg>
      <pc:sldChg chg="delSp mod delAnim">
        <pc:chgData name="Zhang, Zhongming" userId="57b61de0-a4db-46da-bbdf-d2c5d7242f33" providerId="ADAL" clId="{D21755BF-F772-994C-8C1B-33DAE693615F}" dt="2022-09-04T13:25:44.399" v="16" actId="478"/>
        <pc:sldMkLst>
          <pc:docMk/>
          <pc:sldMk cId="3440925444" sldId="584"/>
        </pc:sldMkLst>
        <pc:picChg chg="del">
          <ac:chgData name="Zhang, Zhongming" userId="57b61de0-a4db-46da-bbdf-d2c5d7242f33" providerId="ADAL" clId="{D21755BF-F772-994C-8C1B-33DAE693615F}" dt="2022-09-04T13:25:44.399" v="16" actId="478"/>
          <ac:picMkLst>
            <pc:docMk/>
            <pc:sldMk cId="3440925444" sldId="584"/>
            <ac:picMk id="5" creationId="{5E1876BB-6C62-A445-AE04-85CC3BBC005D}"/>
          </ac:picMkLst>
        </pc:picChg>
      </pc:sldChg>
      <pc:sldChg chg="delSp mod delAnim">
        <pc:chgData name="Zhang, Zhongming" userId="57b61de0-a4db-46da-bbdf-d2c5d7242f33" providerId="ADAL" clId="{D21755BF-F772-994C-8C1B-33DAE693615F}" dt="2022-09-04T13:25:54.406" v="18" actId="478"/>
        <pc:sldMkLst>
          <pc:docMk/>
          <pc:sldMk cId="2349339753" sldId="586"/>
        </pc:sldMkLst>
        <pc:picChg chg="del">
          <ac:chgData name="Zhang, Zhongming" userId="57b61de0-a4db-46da-bbdf-d2c5d7242f33" providerId="ADAL" clId="{D21755BF-F772-994C-8C1B-33DAE693615F}" dt="2022-09-04T13:25:54.406" v="18" actId="478"/>
          <ac:picMkLst>
            <pc:docMk/>
            <pc:sldMk cId="2349339753" sldId="586"/>
            <ac:picMk id="6" creationId="{405C8968-C9FB-C748-AA24-825F6374F3DF}"/>
          </ac:picMkLst>
        </pc:picChg>
      </pc:sldChg>
      <pc:sldChg chg="delSp mod delAnim">
        <pc:chgData name="Zhang, Zhongming" userId="57b61de0-a4db-46da-bbdf-d2c5d7242f33" providerId="ADAL" clId="{D21755BF-F772-994C-8C1B-33DAE693615F}" dt="2022-09-04T13:25:52.391" v="17" actId="478"/>
        <pc:sldMkLst>
          <pc:docMk/>
          <pc:sldMk cId="2643566124" sldId="587"/>
        </pc:sldMkLst>
        <pc:picChg chg="del">
          <ac:chgData name="Zhang, Zhongming" userId="57b61de0-a4db-46da-bbdf-d2c5d7242f33" providerId="ADAL" clId="{D21755BF-F772-994C-8C1B-33DAE693615F}" dt="2022-09-04T13:25:52.391" v="17" actId="478"/>
          <ac:picMkLst>
            <pc:docMk/>
            <pc:sldMk cId="2643566124" sldId="587"/>
            <ac:picMk id="9" creationId="{A7169DAB-EEBF-F048-AC84-EE9BB94C25F1}"/>
          </ac:picMkLst>
        </pc:picChg>
      </pc:sldChg>
      <pc:sldChg chg="delSp mod delAnim">
        <pc:chgData name="Zhang, Zhongming" userId="57b61de0-a4db-46da-bbdf-d2c5d7242f33" providerId="ADAL" clId="{D21755BF-F772-994C-8C1B-33DAE693615F}" dt="2022-09-04T13:25:34.484" v="11" actId="478"/>
        <pc:sldMkLst>
          <pc:docMk/>
          <pc:sldMk cId="104748785" sldId="599"/>
        </pc:sldMkLst>
        <pc:picChg chg="del">
          <ac:chgData name="Zhang, Zhongming" userId="57b61de0-a4db-46da-bbdf-d2c5d7242f33" providerId="ADAL" clId="{D21755BF-F772-994C-8C1B-33DAE693615F}" dt="2022-09-04T13:25:34.484" v="11" actId="478"/>
          <ac:picMkLst>
            <pc:docMk/>
            <pc:sldMk cId="104748785" sldId="599"/>
            <ac:picMk id="7" creationId="{A68DF6C5-3B83-8645-9A05-13910E7F6FA4}"/>
          </ac:picMkLst>
        </pc:picChg>
      </pc:sldChg>
      <pc:sldChg chg="delSp mod delAnim">
        <pc:chgData name="Zhang, Zhongming" userId="57b61de0-a4db-46da-bbdf-d2c5d7242f33" providerId="ADAL" clId="{D21755BF-F772-994C-8C1B-33DAE693615F}" dt="2022-09-04T13:25:56.306" v="19" actId="478"/>
        <pc:sldMkLst>
          <pc:docMk/>
          <pc:sldMk cId="239549666" sldId="600"/>
        </pc:sldMkLst>
        <pc:picChg chg="del">
          <ac:chgData name="Zhang, Zhongming" userId="57b61de0-a4db-46da-bbdf-d2c5d7242f33" providerId="ADAL" clId="{D21755BF-F772-994C-8C1B-33DAE693615F}" dt="2022-09-04T13:25:56.306" v="19" actId="478"/>
          <ac:picMkLst>
            <pc:docMk/>
            <pc:sldMk cId="239549666" sldId="600"/>
            <ac:picMk id="7" creationId="{2470DDF0-9206-9A43-AF20-7F781748FA32}"/>
          </ac:picMkLst>
        </pc:picChg>
      </pc:sldChg>
      <pc:sldChg chg="delSp mod delAnim">
        <pc:chgData name="Zhang, Zhongming" userId="57b61de0-a4db-46da-bbdf-d2c5d7242f33" providerId="ADAL" clId="{D21755BF-F772-994C-8C1B-33DAE693615F}" dt="2022-09-04T13:25:58.356" v="20" actId="478"/>
        <pc:sldMkLst>
          <pc:docMk/>
          <pc:sldMk cId="1127093328" sldId="601"/>
        </pc:sldMkLst>
        <pc:picChg chg="del">
          <ac:chgData name="Zhang, Zhongming" userId="57b61de0-a4db-46da-bbdf-d2c5d7242f33" providerId="ADAL" clId="{D21755BF-F772-994C-8C1B-33DAE693615F}" dt="2022-09-04T13:25:58.356" v="20" actId="478"/>
          <ac:picMkLst>
            <pc:docMk/>
            <pc:sldMk cId="1127093328" sldId="601"/>
            <ac:picMk id="2" creationId="{FAAF5ECD-BC74-D34C-BEAC-11D31FFCD136}"/>
          </ac:picMkLst>
        </pc:picChg>
      </pc:sldChg>
      <pc:sldChg chg="delSp mod delAnim">
        <pc:chgData name="Zhang, Zhongming" userId="57b61de0-a4db-46da-bbdf-d2c5d7242f33" providerId="ADAL" clId="{D21755BF-F772-994C-8C1B-33DAE693615F}" dt="2022-09-04T13:26:00.445" v="21" actId="478"/>
        <pc:sldMkLst>
          <pc:docMk/>
          <pc:sldMk cId="3751914387" sldId="602"/>
        </pc:sldMkLst>
        <pc:picChg chg="del">
          <ac:chgData name="Zhang, Zhongming" userId="57b61de0-a4db-46da-bbdf-d2c5d7242f33" providerId="ADAL" clId="{D21755BF-F772-994C-8C1B-33DAE693615F}" dt="2022-09-04T13:26:00.445" v="21" actId="478"/>
          <ac:picMkLst>
            <pc:docMk/>
            <pc:sldMk cId="3751914387" sldId="602"/>
            <ac:picMk id="4" creationId="{B98C02BA-D71C-9D4B-A2BF-F9BED73CA2A7}"/>
          </ac:picMkLst>
        </pc:picChg>
      </pc:sldChg>
      <pc:sldChg chg="delSp mod delAnim">
        <pc:chgData name="Zhang, Zhongming" userId="57b61de0-a4db-46da-bbdf-d2c5d7242f33" providerId="ADAL" clId="{D21755BF-F772-994C-8C1B-33DAE693615F}" dt="2022-09-04T13:26:02.420" v="22" actId="478"/>
        <pc:sldMkLst>
          <pc:docMk/>
          <pc:sldMk cId="3669430811" sldId="603"/>
        </pc:sldMkLst>
        <pc:picChg chg="del">
          <ac:chgData name="Zhang, Zhongming" userId="57b61de0-a4db-46da-bbdf-d2c5d7242f33" providerId="ADAL" clId="{D21755BF-F772-994C-8C1B-33DAE693615F}" dt="2022-09-04T13:26:02.420" v="22" actId="478"/>
          <ac:picMkLst>
            <pc:docMk/>
            <pc:sldMk cId="3669430811" sldId="603"/>
            <ac:picMk id="3" creationId="{543B0E63-C85D-D748-82FD-8D955AD077CD}"/>
          </ac:picMkLst>
        </pc:picChg>
      </pc:sldChg>
      <pc:sldChg chg="delSp mod delAnim">
        <pc:chgData name="Zhang, Zhongming" userId="57b61de0-a4db-46da-bbdf-d2c5d7242f33" providerId="ADAL" clId="{D21755BF-F772-994C-8C1B-33DAE693615F}" dt="2022-09-04T13:25:38.728" v="13" actId="478"/>
        <pc:sldMkLst>
          <pc:docMk/>
          <pc:sldMk cId="757337421" sldId="610"/>
        </pc:sldMkLst>
        <pc:picChg chg="del">
          <ac:chgData name="Zhang, Zhongming" userId="57b61de0-a4db-46da-bbdf-d2c5d7242f33" providerId="ADAL" clId="{D21755BF-F772-994C-8C1B-33DAE693615F}" dt="2022-09-04T13:25:38.728" v="13" actId="478"/>
          <ac:picMkLst>
            <pc:docMk/>
            <pc:sldMk cId="757337421" sldId="610"/>
            <ac:picMk id="12" creationId="{8EE32410-E235-5442-81E0-F6FD3998B649}"/>
          </ac:picMkLst>
        </pc:picChg>
      </pc:sldChg>
      <pc:sldChg chg="delSp mod delAnim">
        <pc:chgData name="Zhang, Zhongming" userId="57b61de0-a4db-46da-bbdf-d2c5d7242f33" providerId="ADAL" clId="{D21755BF-F772-994C-8C1B-33DAE693615F}" dt="2022-09-04T13:26:04.386" v="23" actId="478"/>
        <pc:sldMkLst>
          <pc:docMk/>
          <pc:sldMk cId="4154585496" sldId="611"/>
        </pc:sldMkLst>
        <pc:picChg chg="del">
          <ac:chgData name="Zhang, Zhongming" userId="57b61de0-a4db-46da-bbdf-d2c5d7242f33" providerId="ADAL" clId="{D21755BF-F772-994C-8C1B-33DAE693615F}" dt="2022-09-04T13:26:04.386" v="23" actId="478"/>
          <ac:picMkLst>
            <pc:docMk/>
            <pc:sldMk cId="4154585496" sldId="611"/>
            <ac:picMk id="3" creationId="{8B9CD151-12BA-7641-8551-26D59DF97101}"/>
          </ac:picMkLst>
        </pc:picChg>
      </pc:sldChg>
      <pc:sldChg chg="delSp mod delAnim">
        <pc:chgData name="Zhang, Zhongming" userId="57b61de0-a4db-46da-bbdf-d2c5d7242f33" providerId="ADAL" clId="{D21755BF-F772-994C-8C1B-33DAE693615F}" dt="2022-09-04T13:25:14.991" v="3" actId="478"/>
        <pc:sldMkLst>
          <pc:docMk/>
          <pc:sldMk cId="1808469573" sldId="612"/>
        </pc:sldMkLst>
        <pc:picChg chg="del">
          <ac:chgData name="Zhang, Zhongming" userId="57b61de0-a4db-46da-bbdf-d2c5d7242f33" providerId="ADAL" clId="{D21755BF-F772-994C-8C1B-33DAE693615F}" dt="2022-09-04T13:25:14.991" v="3" actId="478"/>
          <ac:picMkLst>
            <pc:docMk/>
            <pc:sldMk cId="1808469573" sldId="612"/>
            <ac:picMk id="5" creationId="{B1790847-AB86-5345-9A8C-621E941DBA85}"/>
          </ac:picMkLst>
        </pc:picChg>
      </pc:sldChg>
      <pc:sldChg chg="delSp mod delAnim">
        <pc:chgData name="Zhang, Zhongming" userId="57b61de0-a4db-46da-bbdf-d2c5d7242f33" providerId="ADAL" clId="{D21755BF-F772-994C-8C1B-33DAE693615F}" dt="2022-09-04T13:25:23.863" v="7" actId="478"/>
        <pc:sldMkLst>
          <pc:docMk/>
          <pc:sldMk cId="1262159674" sldId="613"/>
        </pc:sldMkLst>
        <pc:picChg chg="del">
          <ac:chgData name="Zhang, Zhongming" userId="57b61de0-a4db-46da-bbdf-d2c5d7242f33" providerId="ADAL" clId="{D21755BF-F772-994C-8C1B-33DAE693615F}" dt="2022-09-04T13:25:23.863" v="7" actId="478"/>
          <ac:picMkLst>
            <pc:docMk/>
            <pc:sldMk cId="1262159674" sldId="613"/>
            <ac:picMk id="6" creationId="{95972DA8-E53F-9D4C-8A19-31007841AEBC}"/>
          </ac:picMkLst>
        </pc:picChg>
      </pc:sldChg>
      <pc:sldChg chg="delSp mod delAnim">
        <pc:chgData name="Zhang, Zhongming" userId="57b61de0-a4db-46da-bbdf-d2c5d7242f33" providerId="ADAL" clId="{D21755BF-F772-994C-8C1B-33DAE693615F}" dt="2022-09-04T13:25:28.092" v="9" actId="478"/>
        <pc:sldMkLst>
          <pc:docMk/>
          <pc:sldMk cId="3771646546" sldId="614"/>
        </pc:sldMkLst>
        <pc:picChg chg="del">
          <ac:chgData name="Zhang, Zhongming" userId="57b61de0-a4db-46da-bbdf-d2c5d7242f33" providerId="ADAL" clId="{D21755BF-F772-994C-8C1B-33DAE693615F}" dt="2022-09-04T13:25:28.092" v="9" actId="478"/>
          <ac:picMkLst>
            <pc:docMk/>
            <pc:sldMk cId="3771646546" sldId="614"/>
            <ac:picMk id="3" creationId="{F04B2FE1-D838-3745-A5B8-8287CD65EF58}"/>
          </ac:picMkLst>
        </pc:picChg>
      </pc:sldChg>
      <pc:sldChg chg="delSp mod delAnim">
        <pc:chgData name="Zhang, Zhongming" userId="57b61de0-a4db-46da-bbdf-d2c5d7242f33" providerId="ADAL" clId="{D21755BF-F772-994C-8C1B-33DAE693615F}" dt="2022-09-04T13:25:30.413" v="10" actId="478"/>
        <pc:sldMkLst>
          <pc:docMk/>
          <pc:sldMk cId="865930726" sldId="615"/>
        </pc:sldMkLst>
        <pc:picChg chg="del">
          <ac:chgData name="Zhang, Zhongming" userId="57b61de0-a4db-46da-bbdf-d2c5d7242f33" providerId="ADAL" clId="{D21755BF-F772-994C-8C1B-33DAE693615F}" dt="2022-09-04T13:25:30.413" v="10" actId="478"/>
          <ac:picMkLst>
            <pc:docMk/>
            <pc:sldMk cId="865930726" sldId="615"/>
            <ac:picMk id="2" creationId="{3969E971-725D-8947-B721-9ADC48B5500B}"/>
          </ac:picMkLst>
        </pc:picChg>
      </pc:sldChg>
      <pc:sldChg chg="delSp mod delAnim">
        <pc:chgData name="Zhang, Zhongming" userId="57b61de0-a4db-46da-bbdf-d2c5d7242f33" providerId="ADAL" clId="{D21755BF-F772-994C-8C1B-33DAE693615F}" dt="2022-09-04T13:25:17.232" v="4" actId="478"/>
        <pc:sldMkLst>
          <pc:docMk/>
          <pc:sldMk cId="2432550542" sldId="616"/>
        </pc:sldMkLst>
        <pc:picChg chg="del">
          <ac:chgData name="Zhang, Zhongming" userId="57b61de0-a4db-46da-bbdf-d2c5d7242f33" providerId="ADAL" clId="{D21755BF-F772-994C-8C1B-33DAE693615F}" dt="2022-09-04T13:25:17.232" v="4" actId="478"/>
          <ac:picMkLst>
            <pc:docMk/>
            <pc:sldMk cId="2432550542" sldId="616"/>
            <ac:picMk id="6" creationId="{A85B98DF-F616-3E43-BEC9-D8B3A7BDEBE3}"/>
          </ac:picMkLst>
        </pc:picChg>
      </pc:sldChg>
      <pc:sldChg chg="delSp mod delAnim">
        <pc:chgData name="Zhang, Zhongming" userId="57b61de0-a4db-46da-bbdf-d2c5d7242f33" providerId="ADAL" clId="{D21755BF-F772-994C-8C1B-33DAE693615F}" dt="2022-09-04T13:25:19.410" v="5" actId="478"/>
        <pc:sldMkLst>
          <pc:docMk/>
          <pc:sldMk cId="1951769512" sldId="617"/>
        </pc:sldMkLst>
        <pc:picChg chg="del">
          <ac:chgData name="Zhang, Zhongming" userId="57b61de0-a4db-46da-bbdf-d2c5d7242f33" providerId="ADAL" clId="{D21755BF-F772-994C-8C1B-33DAE693615F}" dt="2022-09-04T13:25:19.410" v="5" actId="478"/>
          <ac:picMkLst>
            <pc:docMk/>
            <pc:sldMk cId="1951769512" sldId="617"/>
            <ac:picMk id="2" creationId="{93B33C0E-8482-AB4E-B24E-88DEF95C6EEE}"/>
          </ac:picMkLst>
        </pc:picChg>
      </pc:sldChg>
      <pc:sldChg chg="delSp mod delAnim">
        <pc:chgData name="Zhang, Zhongming" userId="57b61de0-a4db-46da-bbdf-d2c5d7242f33" providerId="ADAL" clId="{D21755BF-F772-994C-8C1B-33DAE693615F}" dt="2022-09-04T13:25:21.379" v="6" actId="478"/>
        <pc:sldMkLst>
          <pc:docMk/>
          <pc:sldMk cId="4235275146" sldId="618"/>
        </pc:sldMkLst>
        <pc:picChg chg="del">
          <ac:chgData name="Zhang, Zhongming" userId="57b61de0-a4db-46da-bbdf-d2c5d7242f33" providerId="ADAL" clId="{D21755BF-F772-994C-8C1B-33DAE693615F}" dt="2022-09-04T13:25:21.379" v="6" actId="478"/>
          <ac:picMkLst>
            <pc:docMk/>
            <pc:sldMk cId="4235275146" sldId="618"/>
            <ac:picMk id="5" creationId="{A4C708CF-80E9-5A4C-ABBA-464C19F8C4C2}"/>
          </ac:picMkLst>
        </pc:picChg>
      </pc:sldChg>
      <pc:sldChg chg="delSp mod delAnim">
        <pc:chgData name="Zhang, Zhongming" userId="57b61de0-a4db-46da-bbdf-d2c5d7242f33" providerId="ADAL" clId="{D21755BF-F772-994C-8C1B-33DAE693615F}" dt="2022-09-04T13:25:26.033" v="8" actId="478"/>
        <pc:sldMkLst>
          <pc:docMk/>
          <pc:sldMk cId="1949109431" sldId="619"/>
        </pc:sldMkLst>
        <pc:picChg chg="del">
          <ac:chgData name="Zhang, Zhongming" userId="57b61de0-a4db-46da-bbdf-d2c5d7242f33" providerId="ADAL" clId="{D21755BF-F772-994C-8C1B-33DAE693615F}" dt="2022-09-04T13:25:26.033" v="8" actId="478"/>
          <ac:picMkLst>
            <pc:docMk/>
            <pc:sldMk cId="1949109431" sldId="619"/>
            <ac:picMk id="3" creationId="{F6B83ACD-4904-B144-857F-A1479970482A}"/>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0" y="0"/>
            <a:ext cx="3076363" cy="511731"/>
          </a:xfrm>
          <a:prstGeom prst="rect">
            <a:avLst/>
          </a:prstGeom>
        </p:spPr>
        <p:txBody>
          <a:bodyPr vert="horz" lIns="99048" tIns="49524" rIns="99048" bIns="49524" rtlCol="0"/>
          <a:lstStyle>
            <a:lvl1pPr algn="l">
              <a:defRPr sz="1300"/>
            </a:lvl1pPr>
          </a:lstStyle>
          <a:p>
            <a:endParaRPr lang="de-DE"/>
          </a:p>
        </p:txBody>
      </p:sp>
      <p:sp>
        <p:nvSpPr>
          <p:cNvPr id="3" name="Datumsplatzhalter 2"/>
          <p:cNvSpPr>
            <a:spLocks noGrp="1"/>
          </p:cNvSpPr>
          <p:nvPr>
            <p:ph type="dt" idx="1"/>
          </p:nvPr>
        </p:nvSpPr>
        <p:spPr>
          <a:xfrm>
            <a:off x="4021294" y="0"/>
            <a:ext cx="3076363" cy="511731"/>
          </a:xfrm>
          <a:prstGeom prst="rect">
            <a:avLst/>
          </a:prstGeom>
        </p:spPr>
        <p:txBody>
          <a:bodyPr vert="horz" lIns="99048" tIns="49524" rIns="99048" bIns="49524" rtlCol="0"/>
          <a:lstStyle>
            <a:lvl1pPr algn="r">
              <a:defRPr sz="1300"/>
            </a:lvl1pPr>
          </a:lstStyle>
          <a:p>
            <a:fld id="{F311DD20-E6A3-443B-A927-6F15C1E15287}" type="datetimeFigureOut">
              <a:rPr lang="de-DE" smtClean="0"/>
              <a:t>09.09.24</a:t>
            </a:fld>
            <a:endParaRPr lang="de-DE"/>
          </a:p>
        </p:txBody>
      </p:sp>
      <p:sp>
        <p:nvSpPr>
          <p:cNvPr id="4" name="Folienbildplatzhalter 3"/>
          <p:cNvSpPr>
            <a:spLocks noGrp="1" noRot="1" noChangeAspect="1"/>
          </p:cNvSpPr>
          <p:nvPr>
            <p:ph type="sldImg" idx="2"/>
          </p:nvPr>
        </p:nvSpPr>
        <p:spPr>
          <a:xfrm>
            <a:off x="992188" y="768350"/>
            <a:ext cx="5114925" cy="3836988"/>
          </a:xfrm>
          <a:prstGeom prst="rect">
            <a:avLst/>
          </a:prstGeom>
          <a:noFill/>
          <a:ln w="12700">
            <a:solidFill>
              <a:prstClr val="black"/>
            </a:solidFill>
          </a:ln>
        </p:spPr>
        <p:txBody>
          <a:bodyPr vert="horz" lIns="99048" tIns="49524" rIns="99048" bIns="49524" rtlCol="0" anchor="ctr"/>
          <a:lstStyle/>
          <a:p>
            <a:endParaRPr lang="de-DE"/>
          </a:p>
        </p:txBody>
      </p:sp>
      <p:sp>
        <p:nvSpPr>
          <p:cNvPr id="5" name="Notizenplatzhalter 4"/>
          <p:cNvSpPr>
            <a:spLocks noGrp="1"/>
          </p:cNvSpPr>
          <p:nvPr>
            <p:ph type="body" sz="quarter" idx="3"/>
          </p:nvPr>
        </p:nvSpPr>
        <p:spPr>
          <a:xfrm>
            <a:off x="709930" y="4861441"/>
            <a:ext cx="5679440" cy="4605576"/>
          </a:xfrm>
          <a:prstGeom prst="rect">
            <a:avLst/>
          </a:prstGeom>
        </p:spPr>
        <p:txBody>
          <a:bodyPr vert="horz" lIns="99048" tIns="49524" rIns="99048" bIns="49524" rtlCol="0"/>
          <a:lstStyle/>
          <a:p>
            <a:pPr lvl="0"/>
            <a:r>
              <a:rPr lang="de-DE"/>
              <a:t>Textmasterformat bearbeiten</a:t>
            </a:r>
          </a:p>
          <a:p>
            <a:pPr lvl="1"/>
            <a:r>
              <a:rPr lang="de-DE"/>
              <a:t>Zweite Ebene</a:t>
            </a:r>
          </a:p>
          <a:p>
            <a:pPr lvl="2"/>
            <a:r>
              <a:rPr lang="de-DE"/>
              <a:t>Dritte Ebene</a:t>
            </a:r>
          </a:p>
          <a:p>
            <a:pPr lvl="3"/>
            <a:r>
              <a:rPr lang="de-DE"/>
              <a:t>Vierte Ebene</a:t>
            </a:r>
          </a:p>
          <a:p>
            <a:pPr lvl="4"/>
            <a:r>
              <a:rPr lang="de-DE"/>
              <a:t>Fünfte Ebene</a:t>
            </a:r>
          </a:p>
        </p:txBody>
      </p:sp>
      <p:sp>
        <p:nvSpPr>
          <p:cNvPr id="6" name="Fußzeilenplatzhalter 5"/>
          <p:cNvSpPr>
            <a:spLocks noGrp="1"/>
          </p:cNvSpPr>
          <p:nvPr>
            <p:ph type="ftr" sz="quarter" idx="4"/>
          </p:nvPr>
        </p:nvSpPr>
        <p:spPr>
          <a:xfrm>
            <a:off x="0" y="9721106"/>
            <a:ext cx="3076363" cy="511731"/>
          </a:xfrm>
          <a:prstGeom prst="rect">
            <a:avLst/>
          </a:prstGeom>
        </p:spPr>
        <p:txBody>
          <a:bodyPr vert="horz" lIns="99048" tIns="49524" rIns="99048" bIns="49524" rtlCol="0" anchor="b"/>
          <a:lstStyle>
            <a:lvl1pPr algn="l">
              <a:defRPr sz="1300"/>
            </a:lvl1pPr>
          </a:lstStyle>
          <a:p>
            <a:endParaRPr lang="de-DE"/>
          </a:p>
        </p:txBody>
      </p:sp>
      <p:sp>
        <p:nvSpPr>
          <p:cNvPr id="7" name="Foliennummernplatzhalter 6"/>
          <p:cNvSpPr>
            <a:spLocks noGrp="1"/>
          </p:cNvSpPr>
          <p:nvPr>
            <p:ph type="sldNum" sz="quarter" idx="5"/>
          </p:nvPr>
        </p:nvSpPr>
        <p:spPr>
          <a:xfrm>
            <a:off x="4021294" y="9721106"/>
            <a:ext cx="3076363" cy="511731"/>
          </a:xfrm>
          <a:prstGeom prst="rect">
            <a:avLst/>
          </a:prstGeom>
        </p:spPr>
        <p:txBody>
          <a:bodyPr vert="horz" lIns="99048" tIns="49524" rIns="99048" bIns="49524" rtlCol="0" anchor="b"/>
          <a:lstStyle>
            <a:lvl1pPr algn="r">
              <a:defRPr sz="1300"/>
            </a:lvl1pPr>
          </a:lstStyle>
          <a:p>
            <a:fld id="{12E20C56-BB2A-47DD-81E5-84B81C0F131C}" type="slidenum">
              <a:rPr lang="de-DE" smtClean="0"/>
              <a:t>‹#›</a:t>
            </a:fld>
            <a:endParaRPr lang="de-DE"/>
          </a:p>
        </p:txBody>
      </p:sp>
    </p:spTree>
    <p:extLst>
      <p:ext uri="{BB962C8B-B14F-4D97-AF65-F5344CB8AC3E}">
        <p14:creationId xmlns:p14="http://schemas.microsoft.com/office/powerpoint/2010/main" val="36772684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12E20C56-BB2A-47DD-81E5-84B81C0F131C}" type="slidenum">
              <a:rPr lang="de-DE" smtClean="0"/>
              <a:t>1</a:t>
            </a:fld>
            <a:endParaRPr lang="de-DE"/>
          </a:p>
        </p:txBody>
      </p:sp>
    </p:spTree>
    <p:extLst>
      <p:ext uri="{BB962C8B-B14F-4D97-AF65-F5344CB8AC3E}">
        <p14:creationId xmlns:p14="http://schemas.microsoft.com/office/powerpoint/2010/main" val="43330699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7786" eaLnBrk="0" hangingPunct="0">
              <a:defRPr>
                <a:solidFill>
                  <a:schemeClr val="tx1"/>
                </a:solidFill>
                <a:latin typeface="Arial" pitchFamily="34" charset="0"/>
              </a:defRPr>
            </a:lvl1pPr>
            <a:lvl2pPr marL="788790" indent="-303381" defTabSz="997786" eaLnBrk="0" hangingPunct="0">
              <a:defRPr>
                <a:solidFill>
                  <a:schemeClr val="tx1"/>
                </a:solidFill>
                <a:latin typeface="Arial" pitchFamily="34" charset="0"/>
              </a:defRPr>
            </a:lvl2pPr>
            <a:lvl3pPr marL="1213523" indent="-242705" defTabSz="997786" eaLnBrk="0" hangingPunct="0">
              <a:defRPr>
                <a:solidFill>
                  <a:schemeClr val="tx1"/>
                </a:solidFill>
                <a:latin typeface="Arial" pitchFamily="34" charset="0"/>
              </a:defRPr>
            </a:lvl3pPr>
            <a:lvl4pPr marL="1698932" indent="-242705" defTabSz="997786" eaLnBrk="0" hangingPunct="0">
              <a:defRPr>
                <a:solidFill>
                  <a:schemeClr val="tx1"/>
                </a:solidFill>
                <a:latin typeface="Arial" pitchFamily="34" charset="0"/>
              </a:defRPr>
            </a:lvl4pPr>
            <a:lvl5pPr marL="2184342" indent="-242705" defTabSz="997786" eaLnBrk="0" hangingPunct="0">
              <a:defRPr>
                <a:solidFill>
                  <a:schemeClr val="tx1"/>
                </a:solidFill>
                <a:latin typeface="Arial" pitchFamily="34" charset="0"/>
              </a:defRPr>
            </a:lvl5pPr>
            <a:lvl6pPr marL="2669751" indent="-242705" defTabSz="997786" eaLnBrk="0" fontAlgn="base" hangingPunct="0">
              <a:spcBef>
                <a:spcPct val="0"/>
              </a:spcBef>
              <a:spcAft>
                <a:spcPct val="0"/>
              </a:spcAft>
              <a:defRPr>
                <a:solidFill>
                  <a:schemeClr val="tx1"/>
                </a:solidFill>
                <a:latin typeface="Arial" pitchFamily="34" charset="0"/>
              </a:defRPr>
            </a:lvl6pPr>
            <a:lvl7pPr marL="3155160" indent="-242705" defTabSz="997786" eaLnBrk="0" fontAlgn="base" hangingPunct="0">
              <a:spcBef>
                <a:spcPct val="0"/>
              </a:spcBef>
              <a:spcAft>
                <a:spcPct val="0"/>
              </a:spcAft>
              <a:defRPr>
                <a:solidFill>
                  <a:schemeClr val="tx1"/>
                </a:solidFill>
                <a:latin typeface="Arial" pitchFamily="34" charset="0"/>
              </a:defRPr>
            </a:lvl7pPr>
            <a:lvl8pPr marL="3640569" indent="-242705" defTabSz="997786" eaLnBrk="0" fontAlgn="base" hangingPunct="0">
              <a:spcBef>
                <a:spcPct val="0"/>
              </a:spcBef>
              <a:spcAft>
                <a:spcPct val="0"/>
              </a:spcAft>
              <a:defRPr>
                <a:solidFill>
                  <a:schemeClr val="tx1"/>
                </a:solidFill>
                <a:latin typeface="Arial" pitchFamily="34" charset="0"/>
              </a:defRPr>
            </a:lvl8pPr>
            <a:lvl9pPr marL="4125979" indent="-242705" defTabSz="997786" eaLnBrk="0" fontAlgn="base" hangingPunct="0">
              <a:spcBef>
                <a:spcPct val="0"/>
              </a:spcBef>
              <a:spcAft>
                <a:spcPct val="0"/>
              </a:spcAft>
              <a:defRPr>
                <a:solidFill>
                  <a:schemeClr val="tx1"/>
                </a:solidFill>
                <a:latin typeface="Arial" pitchFamily="34" charset="0"/>
              </a:defRPr>
            </a:lvl9pPr>
          </a:lstStyle>
          <a:p>
            <a:fld id="{F8E8E12F-C454-49FF-9FF9-95E6BFF5B1AA}" type="slidenum">
              <a:rPr lang="en-US" smtClean="0"/>
              <a:pPr/>
              <a:t>3</a:t>
            </a:fld>
            <a:endParaRPr lang="en-US"/>
          </a:p>
        </p:txBody>
      </p:sp>
      <p:sp>
        <p:nvSpPr>
          <p:cNvPr id="43011" name="Rectangle 2"/>
          <p:cNvSpPr>
            <a:spLocks noGrp="1" noRot="1" noChangeAspect="1" noChangeArrowheads="1" noTextEdit="1"/>
          </p:cNvSpPr>
          <p:nvPr>
            <p:ph type="sldImg"/>
          </p:nvPr>
        </p:nvSpPr>
        <p:spPr>
          <a:xfrm>
            <a:off x="1016000" y="796925"/>
            <a:ext cx="5073650" cy="3806825"/>
          </a:xfrm>
          <a:ln/>
        </p:spPr>
      </p:sp>
      <p:sp>
        <p:nvSpPr>
          <p:cNvPr id="43012" name="Rectangle 3"/>
          <p:cNvSpPr>
            <a:spLocks noGrp="1" noChangeArrowheads="1"/>
          </p:cNvSpPr>
          <p:nvPr>
            <p:ph type="body" idx="1"/>
          </p:nvPr>
        </p:nvSpPr>
        <p:spPr>
          <a:xfrm>
            <a:off x="1183217" y="4830976"/>
            <a:ext cx="4732867" cy="440846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lvl="1" indent="0">
              <a:buClr>
                <a:srgbClr val="00B050"/>
              </a:buClr>
              <a:buFont typeface="Wingdings" panose="05000000000000000000" pitchFamily="2" charset="2"/>
              <a:buChar char="n"/>
            </a:pPr>
            <a:r>
              <a:rPr lang="en-US" altLang="en-US" sz="2000" dirty="0"/>
              <a:t>Behavioral level</a:t>
            </a:r>
          </a:p>
          <a:p>
            <a:pPr marL="0" lvl="1" indent="0">
              <a:buClr>
                <a:srgbClr val="00B050"/>
              </a:buClr>
              <a:buFont typeface="Wingdings" panose="05000000000000000000" pitchFamily="2" charset="2"/>
              <a:buChar char="n"/>
            </a:pPr>
            <a:r>
              <a:rPr lang="en-US" altLang="en-US" sz="2000" dirty="0"/>
              <a:t>Register transfer level</a:t>
            </a:r>
          </a:p>
          <a:p>
            <a:pPr marL="0" lvl="1" indent="0">
              <a:buClr>
                <a:srgbClr val="00B050"/>
              </a:buClr>
              <a:buFont typeface="Wingdings" panose="05000000000000000000" pitchFamily="2" charset="2"/>
              <a:buChar char="n"/>
            </a:pPr>
            <a:r>
              <a:rPr lang="en-US" altLang="en-US" sz="2000" dirty="0"/>
              <a:t>Gate level</a:t>
            </a:r>
          </a:p>
          <a:p>
            <a:pPr marL="0" lvl="1" indent="0">
              <a:buClr>
                <a:srgbClr val="00B050"/>
              </a:buClr>
              <a:buFont typeface="Wingdings" panose="05000000000000000000" pitchFamily="2" charset="2"/>
              <a:buChar char="n"/>
            </a:pPr>
            <a:r>
              <a:rPr lang="en-US" altLang="en-US" sz="2000" dirty="0"/>
              <a:t>Transistor level</a:t>
            </a:r>
          </a:p>
          <a:p>
            <a:pPr defTabSz="987673"/>
            <a:endParaRPr lang="en-US" dirty="0"/>
          </a:p>
        </p:txBody>
      </p:sp>
    </p:spTree>
    <p:extLst>
      <p:ext uri="{BB962C8B-B14F-4D97-AF65-F5344CB8AC3E}">
        <p14:creationId xmlns:p14="http://schemas.microsoft.com/office/powerpoint/2010/main" val="352357765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7786" eaLnBrk="0" hangingPunct="0">
              <a:defRPr>
                <a:solidFill>
                  <a:schemeClr val="tx1"/>
                </a:solidFill>
                <a:latin typeface="Arial" pitchFamily="34" charset="0"/>
              </a:defRPr>
            </a:lvl1pPr>
            <a:lvl2pPr marL="788790" indent="-303381" defTabSz="997786" eaLnBrk="0" hangingPunct="0">
              <a:defRPr>
                <a:solidFill>
                  <a:schemeClr val="tx1"/>
                </a:solidFill>
                <a:latin typeface="Arial" pitchFamily="34" charset="0"/>
              </a:defRPr>
            </a:lvl2pPr>
            <a:lvl3pPr marL="1213523" indent="-242705" defTabSz="997786" eaLnBrk="0" hangingPunct="0">
              <a:defRPr>
                <a:solidFill>
                  <a:schemeClr val="tx1"/>
                </a:solidFill>
                <a:latin typeface="Arial" pitchFamily="34" charset="0"/>
              </a:defRPr>
            </a:lvl3pPr>
            <a:lvl4pPr marL="1698932" indent="-242705" defTabSz="997786" eaLnBrk="0" hangingPunct="0">
              <a:defRPr>
                <a:solidFill>
                  <a:schemeClr val="tx1"/>
                </a:solidFill>
                <a:latin typeface="Arial" pitchFamily="34" charset="0"/>
              </a:defRPr>
            </a:lvl4pPr>
            <a:lvl5pPr marL="2184342" indent="-242705" defTabSz="997786" eaLnBrk="0" hangingPunct="0">
              <a:defRPr>
                <a:solidFill>
                  <a:schemeClr val="tx1"/>
                </a:solidFill>
                <a:latin typeface="Arial" pitchFamily="34" charset="0"/>
              </a:defRPr>
            </a:lvl5pPr>
            <a:lvl6pPr marL="2669751" indent="-242705" defTabSz="997786" eaLnBrk="0" fontAlgn="base" hangingPunct="0">
              <a:spcBef>
                <a:spcPct val="0"/>
              </a:spcBef>
              <a:spcAft>
                <a:spcPct val="0"/>
              </a:spcAft>
              <a:defRPr>
                <a:solidFill>
                  <a:schemeClr val="tx1"/>
                </a:solidFill>
                <a:latin typeface="Arial" pitchFamily="34" charset="0"/>
              </a:defRPr>
            </a:lvl6pPr>
            <a:lvl7pPr marL="3155160" indent="-242705" defTabSz="997786" eaLnBrk="0" fontAlgn="base" hangingPunct="0">
              <a:spcBef>
                <a:spcPct val="0"/>
              </a:spcBef>
              <a:spcAft>
                <a:spcPct val="0"/>
              </a:spcAft>
              <a:defRPr>
                <a:solidFill>
                  <a:schemeClr val="tx1"/>
                </a:solidFill>
                <a:latin typeface="Arial" pitchFamily="34" charset="0"/>
              </a:defRPr>
            </a:lvl7pPr>
            <a:lvl8pPr marL="3640569" indent="-242705" defTabSz="997786" eaLnBrk="0" fontAlgn="base" hangingPunct="0">
              <a:spcBef>
                <a:spcPct val="0"/>
              </a:spcBef>
              <a:spcAft>
                <a:spcPct val="0"/>
              </a:spcAft>
              <a:defRPr>
                <a:solidFill>
                  <a:schemeClr val="tx1"/>
                </a:solidFill>
                <a:latin typeface="Arial" pitchFamily="34" charset="0"/>
              </a:defRPr>
            </a:lvl8pPr>
            <a:lvl9pPr marL="4125979" indent="-242705" defTabSz="997786" eaLnBrk="0" fontAlgn="base" hangingPunct="0">
              <a:spcBef>
                <a:spcPct val="0"/>
              </a:spcBef>
              <a:spcAft>
                <a:spcPct val="0"/>
              </a:spcAft>
              <a:defRPr>
                <a:solidFill>
                  <a:schemeClr val="tx1"/>
                </a:solidFill>
                <a:latin typeface="Arial" pitchFamily="34" charset="0"/>
              </a:defRPr>
            </a:lvl9pPr>
          </a:lstStyle>
          <a:p>
            <a:fld id="{F8E8E12F-C454-49FF-9FF9-95E6BFF5B1AA}" type="slidenum">
              <a:rPr lang="en-US" smtClean="0"/>
              <a:pPr/>
              <a:t>4</a:t>
            </a:fld>
            <a:endParaRPr lang="en-US"/>
          </a:p>
        </p:txBody>
      </p:sp>
      <p:sp>
        <p:nvSpPr>
          <p:cNvPr id="43011" name="Rectangle 2"/>
          <p:cNvSpPr>
            <a:spLocks noGrp="1" noRot="1" noChangeAspect="1" noChangeArrowheads="1" noTextEdit="1"/>
          </p:cNvSpPr>
          <p:nvPr>
            <p:ph type="sldImg"/>
          </p:nvPr>
        </p:nvSpPr>
        <p:spPr>
          <a:xfrm>
            <a:off x="1016000" y="796925"/>
            <a:ext cx="5073650" cy="3806825"/>
          </a:xfrm>
          <a:ln/>
        </p:spPr>
      </p:sp>
      <p:sp>
        <p:nvSpPr>
          <p:cNvPr id="43012" name="Rectangle 3"/>
          <p:cNvSpPr>
            <a:spLocks noGrp="1" noChangeArrowheads="1"/>
          </p:cNvSpPr>
          <p:nvPr>
            <p:ph type="body" idx="1"/>
          </p:nvPr>
        </p:nvSpPr>
        <p:spPr>
          <a:xfrm>
            <a:off x="1183217" y="4830976"/>
            <a:ext cx="4732867" cy="440846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lvl="1" indent="0">
              <a:buClr>
                <a:srgbClr val="00B050"/>
              </a:buClr>
              <a:buFont typeface="Wingdings" panose="05000000000000000000" pitchFamily="2" charset="2"/>
              <a:buChar char="n"/>
            </a:pPr>
            <a:r>
              <a:rPr lang="en-US" altLang="en-US" sz="2000" dirty="0"/>
              <a:t>Behavioral level</a:t>
            </a:r>
          </a:p>
          <a:p>
            <a:pPr marL="0" lvl="1" indent="0">
              <a:buClr>
                <a:srgbClr val="00B050"/>
              </a:buClr>
              <a:buFont typeface="Wingdings" panose="05000000000000000000" pitchFamily="2" charset="2"/>
              <a:buChar char="n"/>
            </a:pPr>
            <a:r>
              <a:rPr lang="en-US" altLang="en-US" sz="2000" dirty="0"/>
              <a:t>Register transfer level</a:t>
            </a:r>
          </a:p>
          <a:p>
            <a:pPr marL="0" lvl="1" indent="0">
              <a:buClr>
                <a:srgbClr val="00B050"/>
              </a:buClr>
              <a:buFont typeface="Wingdings" panose="05000000000000000000" pitchFamily="2" charset="2"/>
              <a:buChar char="n"/>
            </a:pPr>
            <a:r>
              <a:rPr lang="en-US" altLang="en-US" sz="2000" dirty="0"/>
              <a:t>Gate level</a:t>
            </a:r>
          </a:p>
          <a:p>
            <a:pPr marL="0" lvl="1" indent="0">
              <a:buClr>
                <a:srgbClr val="00B050"/>
              </a:buClr>
              <a:buFont typeface="Wingdings" panose="05000000000000000000" pitchFamily="2" charset="2"/>
              <a:buChar char="n"/>
            </a:pPr>
            <a:r>
              <a:rPr lang="en-US" altLang="en-US" sz="2000" dirty="0"/>
              <a:t>Transistor level</a:t>
            </a:r>
          </a:p>
          <a:p>
            <a:pPr defTabSz="987673"/>
            <a:endParaRPr lang="en-US" dirty="0"/>
          </a:p>
        </p:txBody>
      </p:sp>
    </p:spTree>
    <p:extLst>
      <p:ext uri="{BB962C8B-B14F-4D97-AF65-F5344CB8AC3E}">
        <p14:creationId xmlns:p14="http://schemas.microsoft.com/office/powerpoint/2010/main" val="112143403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7786" eaLnBrk="0" hangingPunct="0">
              <a:defRPr>
                <a:solidFill>
                  <a:schemeClr val="tx1"/>
                </a:solidFill>
                <a:latin typeface="Arial" pitchFamily="34" charset="0"/>
              </a:defRPr>
            </a:lvl1pPr>
            <a:lvl2pPr marL="788790" indent="-303381" defTabSz="997786" eaLnBrk="0" hangingPunct="0">
              <a:defRPr>
                <a:solidFill>
                  <a:schemeClr val="tx1"/>
                </a:solidFill>
                <a:latin typeface="Arial" pitchFamily="34" charset="0"/>
              </a:defRPr>
            </a:lvl2pPr>
            <a:lvl3pPr marL="1213523" indent="-242705" defTabSz="997786" eaLnBrk="0" hangingPunct="0">
              <a:defRPr>
                <a:solidFill>
                  <a:schemeClr val="tx1"/>
                </a:solidFill>
                <a:latin typeface="Arial" pitchFamily="34" charset="0"/>
              </a:defRPr>
            </a:lvl3pPr>
            <a:lvl4pPr marL="1698932" indent="-242705" defTabSz="997786" eaLnBrk="0" hangingPunct="0">
              <a:defRPr>
                <a:solidFill>
                  <a:schemeClr val="tx1"/>
                </a:solidFill>
                <a:latin typeface="Arial" pitchFamily="34" charset="0"/>
              </a:defRPr>
            </a:lvl4pPr>
            <a:lvl5pPr marL="2184342" indent="-242705" defTabSz="997786" eaLnBrk="0" hangingPunct="0">
              <a:defRPr>
                <a:solidFill>
                  <a:schemeClr val="tx1"/>
                </a:solidFill>
                <a:latin typeface="Arial" pitchFamily="34" charset="0"/>
              </a:defRPr>
            </a:lvl5pPr>
            <a:lvl6pPr marL="2669751" indent="-242705" defTabSz="997786" eaLnBrk="0" fontAlgn="base" hangingPunct="0">
              <a:spcBef>
                <a:spcPct val="0"/>
              </a:spcBef>
              <a:spcAft>
                <a:spcPct val="0"/>
              </a:spcAft>
              <a:defRPr>
                <a:solidFill>
                  <a:schemeClr val="tx1"/>
                </a:solidFill>
                <a:latin typeface="Arial" pitchFamily="34" charset="0"/>
              </a:defRPr>
            </a:lvl6pPr>
            <a:lvl7pPr marL="3155160" indent="-242705" defTabSz="997786" eaLnBrk="0" fontAlgn="base" hangingPunct="0">
              <a:spcBef>
                <a:spcPct val="0"/>
              </a:spcBef>
              <a:spcAft>
                <a:spcPct val="0"/>
              </a:spcAft>
              <a:defRPr>
                <a:solidFill>
                  <a:schemeClr val="tx1"/>
                </a:solidFill>
                <a:latin typeface="Arial" pitchFamily="34" charset="0"/>
              </a:defRPr>
            </a:lvl7pPr>
            <a:lvl8pPr marL="3640569" indent="-242705" defTabSz="997786" eaLnBrk="0" fontAlgn="base" hangingPunct="0">
              <a:spcBef>
                <a:spcPct val="0"/>
              </a:spcBef>
              <a:spcAft>
                <a:spcPct val="0"/>
              </a:spcAft>
              <a:defRPr>
                <a:solidFill>
                  <a:schemeClr val="tx1"/>
                </a:solidFill>
                <a:latin typeface="Arial" pitchFamily="34" charset="0"/>
              </a:defRPr>
            </a:lvl8pPr>
            <a:lvl9pPr marL="4125979" indent="-242705" defTabSz="997786" eaLnBrk="0" fontAlgn="base" hangingPunct="0">
              <a:spcBef>
                <a:spcPct val="0"/>
              </a:spcBef>
              <a:spcAft>
                <a:spcPct val="0"/>
              </a:spcAft>
              <a:defRPr>
                <a:solidFill>
                  <a:schemeClr val="tx1"/>
                </a:solidFill>
                <a:latin typeface="Arial" pitchFamily="34" charset="0"/>
              </a:defRPr>
            </a:lvl9pPr>
          </a:lstStyle>
          <a:p>
            <a:fld id="{F8E8E12F-C454-49FF-9FF9-95E6BFF5B1AA}" type="slidenum">
              <a:rPr lang="en-US" smtClean="0"/>
              <a:pPr/>
              <a:t>5</a:t>
            </a:fld>
            <a:endParaRPr lang="en-US"/>
          </a:p>
        </p:txBody>
      </p:sp>
      <p:sp>
        <p:nvSpPr>
          <p:cNvPr id="43011" name="Rectangle 2"/>
          <p:cNvSpPr>
            <a:spLocks noGrp="1" noRot="1" noChangeAspect="1" noChangeArrowheads="1" noTextEdit="1"/>
          </p:cNvSpPr>
          <p:nvPr>
            <p:ph type="sldImg"/>
          </p:nvPr>
        </p:nvSpPr>
        <p:spPr>
          <a:xfrm>
            <a:off x="1016000" y="796925"/>
            <a:ext cx="5073650" cy="3806825"/>
          </a:xfrm>
          <a:ln/>
        </p:spPr>
      </p:sp>
      <p:sp>
        <p:nvSpPr>
          <p:cNvPr id="43012" name="Rectangle 3"/>
          <p:cNvSpPr>
            <a:spLocks noGrp="1" noChangeArrowheads="1"/>
          </p:cNvSpPr>
          <p:nvPr>
            <p:ph type="body" idx="1"/>
          </p:nvPr>
        </p:nvSpPr>
        <p:spPr>
          <a:xfrm>
            <a:off x="1183217" y="4830976"/>
            <a:ext cx="4732867" cy="440846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lvl="1" indent="0">
              <a:buClr>
                <a:srgbClr val="00B050"/>
              </a:buClr>
              <a:buFont typeface="Wingdings" panose="05000000000000000000" pitchFamily="2" charset="2"/>
              <a:buChar char="n"/>
            </a:pPr>
            <a:r>
              <a:rPr lang="en-US" altLang="en-US" sz="2000" dirty="0"/>
              <a:t>The more complex the building block, the higher the level of abstraction that the designer deals with</a:t>
            </a:r>
          </a:p>
          <a:p>
            <a:pPr defTabSz="987673"/>
            <a:endParaRPr lang="en-US" dirty="0"/>
          </a:p>
        </p:txBody>
      </p:sp>
    </p:spTree>
    <p:extLst>
      <p:ext uri="{BB962C8B-B14F-4D97-AF65-F5344CB8AC3E}">
        <p14:creationId xmlns:p14="http://schemas.microsoft.com/office/powerpoint/2010/main" val="72220715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7786" eaLnBrk="0" hangingPunct="0">
              <a:defRPr>
                <a:solidFill>
                  <a:schemeClr val="tx1"/>
                </a:solidFill>
                <a:latin typeface="Arial" pitchFamily="34" charset="0"/>
              </a:defRPr>
            </a:lvl1pPr>
            <a:lvl2pPr marL="788790" indent="-303381" defTabSz="997786" eaLnBrk="0" hangingPunct="0">
              <a:defRPr>
                <a:solidFill>
                  <a:schemeClr val="tx1"/>
                </a:solidFill>
                <a:latin typeface="Arial" pitchFamily="34" charset="0"/>
              </a:defRPr>
            </a:lvl2pPr>
            <a:lvl3pPr marL="1213523" indent="-242705" defTabSz="997786" eaLnBrk="0" hangingPunct="0">
              <a:defRPr>
                <a:solidFill>
                  <a:schemeClr val="tx1"/>
                </a:solidFill>
                <a:latin typeface="Arial" pitchFamily="34" charset="0"/>
              </a:defRPr>
            </a:lvl3pPr>
            <a:lvl4pPr marL="1698932" indent="-242705" defTabSz="997786" eaLnBrk="0" hangingPunct="0">
              <a:defRPr>
                <a:solidFill>
                  <a:schemeClr val="tx1"/>
                </a:solidFill>
                <a:latin typeface="Arial" pitchFamily="34" charset="0"/>
              </a:defRPr>
            </a:lvl4pPr>
            <a:lvl5pPr marL="2184342" indent="-242705" defTabSz="997786" eaLnBrk="0" hangingPunct="0">
              <a:defRPr>
                <a:solidFill>
                  <a:schemeClr val="tx1"/>
                </a:solidFill>
                <a:latin typeface="Arial" pitchFamily="34" charset="0"/>
              </a:defRPr>
            </a:lvl5pPr>
            <a:lvl6pPr marL="2669751" indent="-242705" defTabSz="997786" eaLnBrk="0" fontAlgn="base" hangingPunct="0">
              <a:spcBef>
                <a:spcPct val="0"/>
              </a:spcBef>
              <a:spcAft>
                <a:spcPct val="0"/>
              </a:spcAft>
              <a:defRPr>
                <a:solidFill>
                  <a:schemeClr val="tx1"/>
                </a:solidFill>
                <a:latin typeface="Arial" pitchFamily="34" charset="0"/>
              </a:defRPr>
            </a:lvl6pPr>
            <a:lvl7pPr marL="3155160" indent="-242705" defTabSz="997786" eaLnBrk="0" fontAlgn="base" hangingPunct="0">
              <a:spcBef>
                <a:spcPct val="0"/>
              </a:spcBef>
              <a:spcAft>
                <a:spcPct val="0"/>
              </a:spcAft>
              <a:defRPr>
                <a:solidFill>
                  <a:schemeClr val="tx1"/>
                </a:solidFill>
                <a:latin typeface="Arial" pitchFamily="34" charset="0"/>
              </a:defRPr>
            </a:lvl7pPr>
            <a:lvl8pPr marL="3640569" indent="-242705" defTabSz="997786" eaLnBrk="0" fontAlgn="base" hangingPunct="0">
              <a:spcBef>
                <a:spcPct val="0"/>
              </a:spcBef>
              <a:spcAft>
                <a:spcPct val="0"/>
              </a:spcAft>
              <a:defRPr>
                <a:solidFill>
                  <a:schemeClr val="tx1"/>
                </a:solidFill>
                <a:latin typeface="Arial" pitchFamily="34" charset="0"/>
              </a:defRPr>
            </a:lvl8pPr>
            <a:lvl9pPr marL="4125979" indent="-242705" defTabSz="997786" eaLnBrk="0" fontAlgn="base" hangingPunct="0">
              <a:spcBef>
                <a:spcPct val="0"/>
              </a:spcBef>
              <a:spcAft>
                <a:spcPct val="0"/>
              </a:spcAft>
              <a:defRPr>
                <a:solidFill>
                  <a:schemeClr val="tx1"/>
                </a:solidFill>
                <a:latin typeface="Arial" pitchFamily="34" charset="0"/>
              </a:defRPr>
            </a:lvl9pPr>
          </a:lstStyle>
          <a:p>
            <a:fld id="{F8E8E12F-C454-49FF-9FF9-95E6BFF5B1AA}" type="slidenum">
              <a:rPr lang="en-US" smtClean="0"/>
              <a:pPr/>
              <a:t>6</a:t>
            </a:fld>
            <a:endParaRPr lang="en-US"/>
          </a:p>
        </p:txBody>
      </p:sp>
      <p:sp>
        <p:nvSpPr>
          <p:cNvPr id="43011" name="Rectangle 2"/>
          <p:cNvSpPr>
            <a:spLocks noGrp="1" noRot="1" noChangeAspect="1" noChangeArrowheads="1" noTextEdit="1"/>
          </p:cNvSpPr>
          <p:nvPr>
            <p:ph type="sldImg"/>
          </p:nvPr>
        </p:nvSpPr>
        <p:spPr>
          <a:xfrm>
            <a:off x="1016000" y="796925"/>
            <a:ext cx="5073650" cy="3806825"/>
          </a:xfrm>
          <a:ln/>
        </p:spPr>
      </p:sp>
      <p:sp>
        <p:nvSpPr>
          <p:cNvPr id="43012" name="Rectangle 3"/>
          <p:cNvSpPr>
            <a:spLocks noGrp="1" noChangeArrowheads="1"/>
          </p:cNvSpPr>
          <p:nvPr>
            <p:ph type="body" idx="1"/>
          </p:nvPr>
        </p:nvSpPr>
        <p:spPr>
          <a:xfrm>
            <a:off x="1183217" y="4830976"/>
            <a:ext cx="4732867" cy="440846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lvl="1" indent="0">
              <a:buClr>
                <a:srgbClr val="00B050"/>
              </a:buClr>
              <a:buFont typeface="Wingdings" panose="05000000000000000000" pitchFamily="2" charset="2"/>
              <a:buChar char="n"/>
            </a:pPr>
            <a:r>
              <a:rPr lang="en-US" altLang="en-US" sz="2000" dirty="0"/>
              <a:t>The more complex the building block, the higher the level of abstraction that the designer deals with</a:t>
            </a:r>
          </a:p>
          <a:p>
            <a:pPr defTabSz="987673"/>
            <a:endParaRPr lang="en-US" dirty="0"/>
          </a:p>
        </p:txBody>
      </p:sp>
    </p:spTree>
    <p:extLst>
      <p:ext uri="{BB962C8B-B14F-4D97-AF65-F5344CB8AC3E}">
        <p14:creationId xmlns:p14="http://schemas.microsoft.com/office/powerpoint/2010/main" val="161954764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7786" eaLnBrk="0" hangingPunct="0">
              <a:defRPr>
                <a:solidFill>
                  <a:schemeClr val="tx1"/>
                </a:solidFill>
                <a:latin typeface="Arial" pitchFamily="34" charset="0"/>
              </a:defRPr>
            </a:lvl1pPr>
            <a:lvl2pPr marL="788790" indent="-303381" defTabSz="997786" eaLnBrk="0" hangingPunct="0">
              <a:defRPr>
                <a:solidFill>
                  <a:schemeClr val="tx1"/>
                </a:solidFill>
                <a:latin typeface="Arial" pitchFamily="34" charset="0"/>
              </a:defRPr>
            </a:lvl2pPr>
            <a:lvl3pPr marL="1213523" indent="-242705" defTabSz="997786" eaLnBrk="0" hangingPunct="0">
              <a:defRPr>
                <a:solidFill>
                  <a:schemeClr val="tx1"/>
                </a:solidFill>
                <a:latin typeface="Arial" pitchFamily="34" charset="0"/>
              </a:defRPr>
            </a:lvl3pPr>
            <a:lvl4pPr marL="1698932" indent="-242705" defTabSz="997786" eaLnBrk="0" hangingPunct="0">
              <a:defRPr>
                <a:solidFill>
                  <a:schemeClr val="tx1"/>
                </a:solidFill>
                <a:latin typeface="Arial" pitchFamily="34" charset="0"/>
              </a:defRPr>
            </a:lvl4pPr>
            <a:lvl5pPr marL="2184342" indent="-242705" defTabSz="997786" eaLnBrk="0" hangingPunct="0">
              <a:defRPr>
                <a:solidFill>
                  <a:schemeClr val="tx1"/>
                </a:solidFill>
                <a:latin typeface="Arial" pitchFamily="34" charset="0"/>
              </a:defRPr>
            </a:lvl5pPr>
            <a:lvl6pPr marL="2669751" indent="-242705" defTabSz="997786" eaLnBrk="0" fontAlgn="base" hangingPunct="0">
              <a:spcBef>
                <a:spcPct val="0"/>
              </a:spcBef>
              <a:spcAft>
                <a:spcPct val="0"/>
              </a:spcAft>
              <a:defRPr>
                <a:solidFill>
                  <a:schemeClr val="tx1"/>
                </a:solidFill>
                <a:latin typeface="Arial" pitchFamily="34" charset="0"/>
              </a:defRPr>
            </a:lvl6pPr>
            <a:lvl7pPr marL="3155160" indent="-242705" defTabSz="997786" eaLnBrk="0" fontAlgn="base" hangingPunct="0">
              <a:spcBef>
                <a:spcPct val="0"/>
              </a:spcBef>
              <a:spcAft>
                <a:spcPct val="0"/>
              </a:spcAft>
              <a:defRPr>
                <a:solidFill>
                  <a:schemeClr val="tx1"/>
                </a:solidFill>
                <a:latin typeface="Arial" pitchFamily="34" charset="0"/>
              </a:defRPr>
            </a:lvl7pPr>
            <a:lvl8pPr marL="3640569" indent="-242705" defTabSz="997786" eaLnBrk="0" fontAlgn="base" hangingPunct="0">
              <a:spcBef>
                <a:spcPct val="0"/>
              </a:spcBef>
              <a:spcAft>
                <a:spcPct val="0"/>
              </a:spcAft>
              <a:defRPr>
                <a:solidFill>
                  <a:schemeClr val="tx1"/>
                </a:solidFill>
                <a:latin typeface="Arial" pitchFamily="34" charset="0"/>
              </a:defRPr>
            </a:lvl8pPr>
            <a:lvl9pPr marL="4125979" indent="-242705" defTabSz="997786" eaLnBrk="0" fontAlgn="base" hangingPunct="0">
              <a:spcBef>
                <a:spcPct val="0"/>
              </a:spcBef>
              <a:spcAft>
                <a:spcPct val="0"/>
              </a:spcAft>
              <a:defRPr>
                <a:solidFill>
                  <a:schemeClr val="tx1"/>
                </a:solidFill>
                <a:latin typeface="Arial" pitchFamily="34" charset="0"/>
              </a:defRPr>
            </a:lvl9pPr>
          </a:lstStyle>
          <a:p>
            <a:fld id="{F8E8E12F-C454-49FF-9FF9-95E6BFF5B1AA}" type="slidenum">
              <a:rPr lang="en-US" smtClean="0"/>
              <a:pPr/>
              <a:t>7</a:t>
            </a:fld>
            <a:endParaRPr lang="en-US"/>
          </a:p>
        </p:txBody>
      </p:sp>
      <p:sp>
        <p:nvSpPr>
          <p:cNvPr id="43011" name="Rectangle 2"/>
          <p:cNvSpPr>
            <a:spLocks noGrp="1" noRot="1" noChangeAspect="1" noChangeArrowheads="1" noTextEdit="1"/>
          </p:cNvSpPr>
          <p:nvPr>
            <p:ph type="sldImg"/>
          </p:nvPr>
        </p:nvSpPr>
        <p:spPr>
          <a:xfrm>
            <a:off x="1016000" y="796925"/>
            <a:ext cx="5073650" cy="3806825"/>
          </a:xfrm>
          <a:ln/>
        </p:spPr>
      </p:sp>
      <p:sp>
        <p:nvSpPr>
          <p:cNvPr id="43012" name="Rectangle 3"/>
          <p:cNvSpPr>
            <a:spLocks noGrp="1" noChangeArrowheads="1"/>
          </p:cNvSpPr>
          <p:nvPr>
            <p:ph type="body" idx="1"/>
          </p:nvPr>
        </p:nvSpPr>
        <p:spPr>
          <a:xfrm>
            <a:off x="1183217" y="4830976"/>
            <a:ext cx="4732867" cy="440846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lvl="1" indent="0">
              <a:buClr>
                <a:srgbClr val="00B050"/>
              </a:buClr>
              <a:buFont typeface="Wingdings" panose="05000000000000000000" pitchFamily="2" charset="2"/>
              <a:buChar char="n"/>
            </a:pPr>
            <a:r>
              <a:rPr lang="en-US" altLang="en-US" sz="2000" dirty="0"/>
              <a:t>The more complex the building block, the higher the level of abstraction that the designer deals with</a:t>
            </a:r>
          </a:p>
          <a:p>
            <a:pPr defTabSz="987673"/>
            <a:endParaRPr lang="en-US" dirty="0"/>
          </a:p>
        </p:txBody>
      </p:sp>
    </p:spTree>
    <p:extLst>
      <p:ext uri="{BB962C8B-B14F-4D97-AF65-F5344CB8AC3E}">
        <p14:creationId xmlns:p14="http://schemas.microsoft.com/office/powerpoint/2010/main" val="250439920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7786" eaLnBrk="0" hangingPunct="0">
              <a:defRPr>
                <a:solidFill>
                  <a:schemeClr val="tx1"/>
                </a:solidFill>
                <a:latin typeface="Arial" pitchFamily="34" charset="0"/>
              </a:defRPr>
            </a:lvl1pPr>
            <a:lvl2pPr marL="788790" indent="-303381" defTabSz="997786" eaLnBrk="0" hangingPunct="0">
              <a:defRPr>
                <a:solidFill>
                  <a:schemeClr val="tx1"/>
                </a:solidFill>
                <a:latin typeface="Arial" pitchFamily="34" charset="0"/>
              </a:defRPr>
            </a:lvl2pPr>
            <a:lvl3pPr marL="1213523" indent="-242705" defTabSz="997786" eaLnBrk="0" hangingPunct="0">
              <a:defRPr>
                <a:solidFill>
                  <a:schemeClr val="tx1"/>
                </a:solidFill>
                <a:latin typeface="Arial" pitchFamily="34" charset="0"/>
              </a:defRPr>
            </a:lvl3pPr>
            <a:lvl4pPr marL="1698932" indent="-242705" defTabSz="997786" eaLnBrk="0" hangingPunct="0">
              <a:defRPr>
                <a:solidFill>
                  <a:schemeClr val="tx1"/>
                </a:solidFill>
                <a:latin typeface="Arial" pitchFamily="34" charset="0"/>
              </a:defRPr>
            </a:lvl4pPr>
            <a:lvl5pPr marL="2184342" indent="-242705" defTabSz="997786" eaLnBrk="0" hangingPunct="0">
              <a:defRPr>
                <a:solidFill>
                  <a:schemeClr val="tx1"/>
                </a:solidFill>
                <a:latin typeface="Arial" pitchFamily="34" charset="0"/>
              </a:defRPr>
            </a:lvl5pPr>
            <a:lvl6pPr marL="2669751" indent="-242705" defTabSz="997786" eaLnBrk="0" fontAlgn="base" hangingPunct="0">
              <a:spcBef>
                <a:spcPct val="0"/>
              </a:spcBef>
              <a:spcAft>
                <a:spcPct val="0"/>
              </a:spcAft>
              <a:defRPr>
                <a:solidFill>
                  <a:schemeClr val="tx1"/>
                </a:solidFill>
                <a:latin typeface="Arial" pitchFamily="34" charset="0"/>
              </a:defRPr>
            </a:lvl6pPr>
            <a:lvl7pPr marL="3155160" indent="-242705" defTabSz="997786" eaLnBrk="0" fontAlgn="base" hangingPunct="0">
              <a:spcBef>
                <a:spcPct val="0"/>
              </a:spcBef>
              <a:spcAft>
                <a:spcPct val="0"/>
              </a:spcAft>
              <a:defRPr>
                <a:solidFill>
                  <a:schemeClr val="tx1"/>
                </a:solidFill>
                <a:latin typeface="Arial" pitchFamily="34" charset="0"/>
              </a:defRPr>
            </a:lvl7pPr>
            <a:lvl8pPr marL="3640569" indent="-242705" defTabSz="997786" eaLnBrk="0" fontAlgn="base" hangingPunct="0">
              <a:spcBef>
                <a:spcPct val="0"/>
              </a:spcBef>
              <a:spcAft>
                <a:spcPct val="0"/>
              </a:spcAft>
              <a:defRPr>
                <a:solidFill>
                  <a:schemeClr val="tx1"/>
                </a:solidFill>
                <a:latin typeface="Arial" pitchFamily="34" charset="0"/>
              </a:defRPr>
            </a:lvl8pPr>
            <a:lvl9pPr marL="4125979" indent="-242705" defTabSz="997786" eaLnBrk="0" fontAlgn="base" hangingPunct="0">
              <a:spcBef>
                <a:spcPct val="0"/>
              </a:spcBef>
              <a:spcAft>
                <a:spcPct val="0"/>
              </a:spcAft>
              <a:defRPr>
                <a:solidFill>
                  <a:schemeClr val="tx1"/>
                </a:solidFill>
                <a:latin typeface="Arial" pitchFamily="34" charset="0"/>
              </a:defRPr>
            </a:lvl9pPr>
          </a:lstStyle>
          <a:p>
            <a:fld id="{F8E8E12F-C454-49FF-9FF9-95E6BFF5B1AA}" type="slidenum">
              <a:rPr lang="en-US" smtClean="0"/>
              <a:pPr/>
              <a:t>8</a:t>
            </a:fld>
            <a:endParaRPr lang="en-US"/>
          </a:p>
        </p:txBody>
      </p:sp>
      <p:sp>
        <p:nvSpPr>
          <p:cNvPr id="43011" name="Rectangle 2"/>
          <p:cNvSpPr>
            <a:spLocks noGrp="1" noRot="1" noChangeAspect="1" noChangeArrowheads="1" noTextEdit="1"/>
          </p:cNvSpPr>
          <p:nvPr>
            <p:ph type="sldImg"/>
          </p:nvPr>
        </p:nvSpPr>
        <p:spPr>
          <a:xfrm>
            <a:off x="1016000" y="796925"/>
            <a:ext cx="5073650" cy="3806825"/>
          </a:xfrm>
          <a:ln/>
        </p:spPr>
      </p:sp>
      <p:sp>
        <p:nvSpPr>
          <p:cNvPr id="43012" name="Rectangle 3"/>
          <p:cNvSpPr>
            <a:spLocks noGrp="1" noChangeArrowheads="1"/>
          </p:cNvSpPr>
          <p:nvPr>
            <p:ph type="body" idx="1"/>
          </p:nvPr>
        </p:nvSpPr>
        <p:spPr>
          <a:xfrm>
            <a:off x="1183217" y="4830976"/>
            <a:ext cx="4732867" cy="440846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defTabSz="987673"/>
            <a:endParaRPr lang="en-US" dirty="0"/>
          </a:p>
        </p:txBody>
      </p:sp>
    </p:spTree>
    <p:extLst>
      <p:ext uri="{BB962C8B-B14F-4D97-AF65-F5344CB8AC3E}">
        <p14:creationId xmlns:p14="http://schemas.microsoft.com/office/powerpoint/2010/main" val="42000307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7786" eaLnBrk="0" hangingPunct="0">
              <a:defRPr>
                <a:solidFill>
                  <a:schemeClr val="tx1"/>
                </a:solidFill>
                <a:latin typeface="Arial" pitchFamily="34" charset="0"/>
              </a:defRPr>
            </a:lvl1pPr>
            <a:lvl2pPr marL="788790" indent="-303381" defTabSz="997786" eaLnBrk="0" hangingPunct="0">
              <a:defRPr>
                <a:solidFill>
                  <a:schemeClr val="tx1"/>
                </a:solidFill>
                <a:latin typeface="Arial" pitchFamily="34" charset="0"/>
              </a:defRPr>
            </a:lvl2pPr>
            <a:lvl3pPr marL="1213523" indent="-242705" defTabSz="997786" eaLnBrk="0" hangingPunct="0">
              <a:defRPr>
                <a:solidFill>
                  <a:schemeClr val="tx1"/>
                </a:solidFill>
                <a:latin typeface="Arial" pitchFamily="34" charset="0"/>
              </a:defRPr>
            </a:lvl3pPr>
            <a:lvl4pPr marL="1698932" indent="-242705" defTabSz="997786" eaLnBrk="0" hangingPunct="0">
              <a:defRPr>
                <a:solidFill>
                  <a:schemeClr val="tx1"/>
                </a:solidFill>
                <a:latin typeface="Arial" pitchFamily="34" charset="0"/>
              </a:defRPr>
            </a:lvl4pPr>
            <a:lvl5pPr marL="2184342" indent="-242705" defTabSz="997786" eaLnBrk="0" hangingPunct="0">
              <a:defRPr>
                <a:solidFill>
                  <a:schemeClr val="tx1"/>
                </a:solidFill>
                <a:latin typeface="Arial" pitchFamily="34" charset="0"/>
              </a:defRPr>
            </a:lvl5pPr>
            <a:lvl6pPr marL="2669751" indent="-242705" defTabSz="997786" eaLnBrk="0" fontAlgn="base" hangingPunct="0">
              <a:spcBef>
                <a:spcPct val="0"/>
              </a:spcBef>
              <a:spcAft>
                <a:spcPct val="0"/>
              </a:spcAft>
              <a:defRPr>
                <a:solidFill>
                  <a:schemeClr val="tx1"/>
                </a:solidFill>
                <a:latin typeface="Arial" pitchFamily="34" charset="0"/>
              </a:defRPr>
            </a:lvl6pPr>
            <a:lvl7pPr marL="3155160" indent="-242705" defTabSz="997786" eaLnBrk="0" fontAlgn="base" hangingPunct="0">
              <a:spcBef>
                <a:spcPct val="0"/>
              </a:spcBef>
              <a:spcAft>
                <a:spcPct val="0"/>
              </a:spcAft>
              <a:defRPr>
                <a:solidFill>
                  <a:schemeClr val="tx1"/>
                </a:solidFill>
                <a:latin typeface="Arial" pitchFamily="34" charset="0"/>
              </a:defRPr>
            </a:lvl7pPr>
            <a:lvl8pPr marL="3640569" indent="-242705" defTabSz="997786" eaLnBrk="0" fontAlgn="base" hangingPunct="0">
              <a:spcBef>
                <a:spcPct val="0"/>
              </a:spcBef>
              <a:spcAft>
                <a:spcPct val="0"/>
              </a:spcAft>
              <a:defRPr>
                <a:solidFill>
                  <a:schemeClr val="tx1"/>
                </a:solidFill>
                <a:latin typeface="Arial" pitchFamily="34" charset="0"/>
              </a:defRPr>
            </a:lvl8pPr>
            <a:lvl9pPr marL="4125979" indent="-242705" defTabSz="997786" eaLnBrk="0" fontAlgn="base" hangingPunct="0">
              <a:spcBef>
                <a:spcPct val="0"/>
              </a:spcBef>
              <a:spcAft>
                <a:spcPct val="0"/>
              </a:spcAft>
              <a:defRPr>
                <a:solidFill>
                  <a:schemeClr val="tx1"/>
                </a:solidFill>
                <a:latin typeface="Arial" pitchFamily="34" charset="0"/>
              </a:defRPr>
            </a:lvl9pPr>
          </a:lstStyle>
          <a:p>
            <a:fld id="{F8E8E12F-C454-49FF-9FF9-95E6BFF5B1AA}" type="slidenum">
              <a:rPr lang="en-US" smtClean="0"/>
              <a:pPr/>
              <a:t>9</a:t>
            </a:fld>
            <a:endParaRPr lang="en-US"/>
          </a:p>
        </p:txBody>
      </p:sp>
      <p:sp>
        <p:nvSpPr>
          <p:cNvPr id="43011" name="Rectangle 2"/>
          <p:cNvSpPr>
            <a:spLocks noGrp="1" noRot="1" noChangeAspect="1" noChangeArrowheads="1" noTextEdit="1"/>
          </p:cNvSpPr>
          <p:nvPr>
            <p:ph type="sldImg"/>
          </p:nvPr>
        </p:nvSpPr>
        <p:spPr>
          <a:xfrm>
            <a:off x="1016000" y="796925"/>
            <a:ext cx="5073650" cy="3806825"/>
          </a:xfrm>
          <a:ln/>
        </p:spPr>
      </p:sp>
      <p:sp>
        <p:nvSpPr>
          <p:cNvPr id="43012" name="Rectangle 3"/>
          <p:cNvSpPr>
            <a:spLocks noGrp="1" noChangeArrowheads="1"/>
          </p:cNvSpPr>
          <p:nvPr>
            <p:ph type="body" idx="1"/>
          </p:nvPr>
        </p:nvSpPr>
        <p:spPr>
          <a:xfrm>
            <a:off x="1183217" y="4830976"/>
            <a:ext cx="4732867" cy="440846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defTabSz="987673"/>
            <a:endParaRPr lang="en-US" dirty="0"/>
          </a:p>
        </p:txBody>
      </p:sp>
    </p:spTree>
    <p:extLst>
      <p:ext uri="{BB962C8B-B14F-4D97-AF65-F5344CB8AC3E}">
        <p14:creationId xmlns:p14="http://schemas.microsoft.com/office/powerpoint/2010/main" val="218845392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7786" eaLnBrk="0" hangingPunct="0">
              <a:defRPr>
                <a:solidFill>
                  <a:schemeClr val="tx1"/>
                </a:solidFill>
                <a:latin typeface="Arial" pitchFamily="34" charset="0"/>
              </a:defRPr>
            </a:lvl1pPr>
            <a:lvl2pPr marL="788790" indent="-303381" defTabSz="997786" eaLnBrk="0" hangingPunct="0">
              <a:defRPr>
                <a:solidFill>
                  <a:schemeClr val="tx1"/>
                </a:solidFill>
                <a:latin typeface="Arial" pitchFamily="34" charset="0"/>
              </a:defRPr>
            </a:lvl2pPr>
            <a:lvl3pPr marL="1213523" indent="-242705" defTabSz="997786" eaLnBrk="0" hangingPunct="0">
              <a:defRPr>
                <a:solidFill>
                  <a:schemeClr val="tx1"/>
                </a:solidFill>
                <a:latin typeface="Arial" pitchFamily="34" charset="0"/>
              </a:defRPr>
            </a:lvl3pPr>
            <a:lvl4pPr marL="1698932" indent="-242705" defTabSz="997786" eaLnBrk="0" hangingPunct="0">
              <a:defRPr>
                <a:solidFill>
                  <a:schemeClr val="tx1"/>
                </a:solidFill>
                <a:latin typeface="Arial" pitchFamily="34" charset="0"/>
              </a:defRPr>
            </a:lvl4pPr>
            <a:lvl5pPr marL="2184342" indent="-242705" defTabSz="997786" eaLnBrk="0" hangingPunct="0">
              <a:defRPr>
                <a:solidFill>
                  <a:schemeClr val="tx1"/>
                </a:solidFill>
                <a:latin typeface="Arial" pitchFamily="34" charset="0"/>
              </a:defRPr>
            </a:lvl5pPr>
            <a:lvl6pPr marL="2669751" indent="-242705" defTabSz="997786" eaLnBrk="0" fontAlgn="base" hangingPunct="0">
              <a:spcBef>
                <a:spcPct val="0"/>
              </a:spcBef>
              <a:spcAft>
                <a:spcPct val="0"/>
              </a:spcAft>
              <a:defRPr>
                <a:solidFill>
                  <a:schemeClr val="tx1"/>
                </a:solidFill>
                <a:latin typeface="Arial" pitchFamily="34" charset="0"/>
              </a:defRPr>
            </a:lvl6pPr>
            <a:lvl7pPr marL="3155160" indent="-242705" defTabSz="997786" eaLnBrk="0" fontAlgn="base" hangingPunct="0">
              <a:spcBef>
                <a:spcPct val="0"/>
              </a:spcBef>
              <a:spcAft>
                <a:spcPct val="0"/>
              </a:spcAft>
              <a:defRPr>
                <a:solidFill>
                  <a:schemeClr val="tx1"/>
                </a:solidFill>
                <a:latin typeface="Arial" pitchFamily="34" charset="0"/>
              </a:defRPr>
            </a:lvl7pPr>
            <a:lvl8pPr marL="3640569" indent="-242705" defTabSz="997786" eaLnBrk="0" fontAlgn="base" hangingPunct="0">
              <a:spcBef>
                <a:spcPct val="0"/>
              </a:spcBef>
              <a:spcAft>
                <a:spcPct val="0"/>
              </a:spcAft>
              <a:defRPr>
                <a:solidFill>
                  <a:schemeClr val="tx1"/>
                </a:solidFill>
                <a:latin typeface="Arial" pitchFamily="34" charset="0"/>
              </a:defRPr>
            </a:lvl8pPr>
            <a:lvl9pPr marL="4125979" indent="-242705" defTabSz="997786" eaLnBrk="0" fontAlgn="base" hangingPunct="0">
              <a:spcBef>
                <a:spcPct val="0"/>
              </a:spcBef>
              <a:spcAft>
                <a:spcPct val="0"/>
              </a:spcAft>
              <a:defRPr>
                <a:solidFill>
                  <a:schemeClr val="tx1"/>
                </a:solidFill>
                <a:latin typeface="Arial" pitchFamily="34" charset="0"/>
              </a:defRPr>
            </a:lvl9pPr>
          </a:lstStyle>
          <a:p>
            <a:fld id="{F8E8E12F-C454-49FF-9FF9-95E6BFF5B1AA}" type="slidenum">
              <a:rPr lang="en-US" smtClean="0"/>
              <a:pPr/>
              <a:t>10</a:t>
            </a:fld>
            <a:endParaRPr lang="en-US"/>
          </a:p>
        </p:txBody>
      </p:sp>
      <p:sp>
        <p:nvSpPr>
          <p:cNvPr id="43011" name="Rectangle 2"/>
          <p:cNvSpPr>
            <a:spLocks noGrp="1" noRot="1" noChangeAspect="1" noChangeArrowheads="1" noTextEdit="1"/>
          </p:cNvSpPr>
          <p:nvPr>
            <p:ph type="sldImg"/>
          </p:nvPr>
        </p:nvSpPr>
        <p:spPr>
          <a:xfrm>
            <a:off x="1016000" y="796925"/>
            <a:ext cx="5073650" cy="3806825"/>
          </a:xfrm>
          <a:ln/>
        </p:spPr>
      </p:sp>
      <p:sp>
        <p:nvSpPr>
          <p:cNvPr id="43012" name="Rectangle 3"/>
          <p:cNvSpPr>
            <a:spLocks noGrp="1" noChangeArrowheads="1"/>
          </p:cNvSpPr>
          <p:nvPr>
            <p:ph type="body" idx="1"/>
          </p:nvPr>
        </p:nvSpPr>
        <p:spPr>
          <a:xfrm>
            <a:off x="1183217" y="4830976"/>
            <a:ext cx="4732867" cy="440846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lvl="1" indent="0">
              <a:buClr>
                <a:srgbClr val="00B050"/>
              </a:buClr>
              <a:buFont typeface="Wingdings" panose="05000000000000000000" pitchFamily="2" charset="2"/>
              <a:buChar char="n"/>
            </a:pPr>
            <a:r>
              <a:rPr lang="en-US" altLang="en-US" sz="2000" dirty="0"/>
              <a:t>Behavioral level</a:t>
            </a:r>
          </a:p>
          <a:p>
            <a:pPr marL="0" lvl="1" indent="0">
              <a:buClr>
                <a:srgbClr val="00B050"/>
              </a:buClr>
              <a:buFont typeface="Wingdings" panose="05000000000000000000" pitchFamily="2" charset="2"/>
              <a:buChar char="n"/>
            </a:pPr>
            <a:r>
              <a:rPr lang="en-US" altLang="en-US" sz="2000" dirty="0"/>
              <a:t>Register transfer level</a:t>
            </a:r>
          </a:p>
          <a:p>
            <a:pPr marL="0" lvl="1" indent="0">
              <a:buClr>
                <a:srgbClr val="00B050"/>
              </a:buClr>
              <a:buFont typeface="Wingdings" panose="05000000000000000000" pitchFamily="2" charset="2"/>
              <a:buChar char="n"/>
            </a:pPr>
            <a:r>
              <a:rPr lang="en-US" altLang="en-US" sz="2000" dirty="0"/>
              <a:t>Gate level</a:t>
            </a:r>
          </a:p>
          <a:p>
            <a:pPr marL="0" lvl="1" indent="0">
              <a:buClr>
                <a:srgbClr val="00B050"/>
              </a:buClr>
              <a:buFont typeface="Wingdings" panose="05000000000000000000" pitchFamily="2" charset="2"/>
              <a:buChar char="n"/>
            </a:pPr>
            <a:r>
              <a:rPr lang="en-US" altLang="en-US" sz="2000" dirty="0"/>
              <a:t>Transistor level</a:t>
            </a:r>
          </a:p>
          <a:p>
            <a:pPr defTabSz="987673"/>
            <a:endParaRPr lang="en-US" dirty="0"/>
          </a:p>
        </p:txBody>
      </p:sp>
    </p:spTree>
    <p:extLst>
      <p:ext uri="{BB962C8B-B14F-4D97-AF65-F5344CB8AC3E}">
        <p14:creationId xmlns:p14="http://schemas.microsoft.com/office/powerpoint/2010/main" val="134545276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7786" eaLnBrk="0" hangingPunct="0">
              <a:defRPr>
                <a:solidFill>
                  <a:schemeClr val="tx1"/>
                </a:solidFill>
                <a:latin typeface="Arial" pitchFamily="34" charset="0"/>
              </a:defRPr>
            </a:lvl1pPr>
            <a:lvl2pPr marL="788790" indent="-303381" defTabSz="997786" eaLnBrk="0" hangingPunct="0">
              <a:defRPr>
                <a:solidFill>
                  <a:schemeClr val="tx1"/>
                </a:solidFill>
                <a:latin typeface="Arial" pitchFamily="34" charset="0"/>
              </a:defRPr>
            </a:lvl2pPr>
            <a:lvl3pPr marL="1213523" indent="-242705" defTabSz="997786" eaLnBrk="0" hangingPunct="0">
              <a:defRPr>
                <a:solidFill>
                  <a:schemeClr val="tx1"/>
                </a:solidFill>
                <a:latin typeface="Arial" pitchFamily="34" charset="0"/>
              </a:defRPr>
            </a:lvl3pPr>
            <a:lvl4pPr marL="1698932" indent="-242705" defTabSz="997786" eaLnBrk="0" hangingPunct="0">
              <a:defRPr>
                <a:solidFill>
                  <a:schemeClr val="tx1"/>
                </a:solidFill>
                <a:latin typeface="Arial" pitchFamily="34" charset="0"/>
              </a:defRPr>
            </a:lvl4pPr>
            <a:lvl5pPr marL="2184342" indent="-242705" defTabSz="997786" eaLnBrk="0" hangingPunct="0">
              <a:defRPr>
                <a:solidFill>
                  <a:schemeClr val="tx1"/>
                </a:solidFill>
                <a:latin typeface="Arial" pitchFamily="34" charset="0"/>
              </a:defRPr>
            </a:lvl5pPr>
            <a:lvl6pPr marL="2669751" indent="-242705" defTabSz="997786" eaLnBrk="0" fontAlgn="base" hangingPunct="0">
              <a:spcBef>
                <a:spcPct val="0"/>
              </a:spcBef>
              <a:spcAft>
                <a:spcPct val="0"/>
              </a:spcAft>
              <a:defRPr>
                <a:solidFill>
                  <a:schemeClr val="tx1"/>
                </a:solidFill>
                <a:latin typeface="Arial" pitchFamily="34" charset="0"/>
              </a:defRPr>
            </a:lvl6pPr>
            <a:lvl7pPr marL="3155160" indent="-242705" defTabSz="997786" eaLnBrk="0" fontAlgn="base" hangingPunct="0">
              <a:spcBef>
                <a:spcPct val="0"/>
              </a:spcBef>
              <a:spcAft>
                <a:spcPct val="0"/>
              </a:spcAft>
              <a:defRPr>
                <a:solidFill>
                  <a:schemeClr val="tx1"/>
                </a:solidFill>
                <a:latin typeface="Arial" pitchFamily="34" charset="0"/>
              </a:defRPr>
            </a:lvl7pPr>
            <a:lvl8pPr marL="3640569" indent="-242705" defTabSz="997786" eaLnBrk="0" fontAlgn="base" hangingPunct="0">
              <a:spcBef>
                <a:spcPct val="0"/>
              </a:spcBef>
              <a:spcAft>
                <a:spcPct val="0"/>
              </a:spcAft>
              <a:defRPr>
                <a:solidFill>
                  <a:schemeClr val="tx1"/>
                </a:solidFill>
                <a:latin typeface="Arial" pitchFamily="34" charset="0"/>
              </a:defRPr>
            </a:lvl8pPr>
            <a:lvl9pPr marL="4125979" indent="-242705" defTabSz="997786" eaLnBrk="0" fontAlgn="base" hangingPunct="0">
              <a:spcBef>
                <a:spcPct val="0"/>
              </a:spcBef>
              <a:spcAft>
                <a:spcPct val="0"/>
              </a:spcAft>
              <a:defRPr>
                <a:solidFill>
                  <a:schemeClr val="tx1"/>
                </a:solidFill>
                <a:latin typeface="Arial" pitchFamily="34" charset="0"/>
              </a:defRPr>
            </a:lvl9pPr>
          </a:lstStyle>
          <a:p>
            <a:fld id="{F8E8E12F-C454-49FF-9FF9-95E6BFF5B1AA}" type="slidenum">
              <a:rPr lang="en-US" smtClean="0"/>
              <a:pPr/>
              <a:t>11</a:t>
            </a:fld>
            <a:endParaRPr lang="en-US"/>
          </a:p>
        </p:txBody>
      </p:sp>
      <p:sp>
        <p:nvSpPr>
          <p:cNvPr id="43011" name="Rectangle 2"/>
          <p:cNvSpPr>
            <a:spLocks noGrp="1" noRot="1" noChangeAspect="1" noChangeArrowheads="1" noTextEdit="1"/>
          </p:cNvSpPr>
          <p:nvPr>
            <p:ph type="sldImg"/>
          </p:nvPr>
        </p:nvSpPr>
        <p:spPr>
          <a:xfrm>
            <a:off x="1016000" y="796925"/>
            <a:ext cx="5073650" cy="3806825"/>
          </a:xfrm>
          <a:ln/>
        </p:spPr>
      </p:sp>
      <p:sp>
        <p:nvSpPr>
          <p:cNvPr id="43012" name="Rectangle 3"/>
          <p:cNvSpPr>
            <a:spLocks noGrp="1" noChangeArrowheads="1"/>
          </p:cNvSpPr>
          <p:nvPr>
            <p:ph type="body" idx="1"/>
          </p:nvPr>
        </p:nvSpPr>
        <p:spPr>
          <a:xfrm>
            <a:off x="1183217" y="4830976"/>
            <a:ext cx="4732867" cy="440846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lvl="1" indent="0">
              <a:buClr>
                <a:srgbClr val="00B050"/>
              </a:buClr>
              <a:buFont typeface="Wingdings" panose="05000000000000000000" pitchFamily="2" charset="2"/>
              <a:buChar char="n"/>
            </a:pPr>
            <a:r>
              <a:rPr lang="en-US" altLang="en-US" sz="2000" dirty="0"/>
              <a:t>Behavioral level</a:t>
            </a:r>
          </a:p>
          <a:p>
            <a:pPr marL="0" lvl="1" indent="0">
              <a:buClr>
                <a:srgbClr val="00B050"/>
              </a:buClr>
              <a:buFont typeface="Wingdings" panose="05000000000000000000" pitchFamily="2" charset="2"/>
              <a:buChar char="n"/>
            </a:pPr>
            <a:r>
              <a:rPr lang="en-US" altLang="en-US" sz="2000" dirty="0"/>
              <a:t>Register transfer level</a:t>
            </a:r>
          </a:p>
          <a:p>
            <a:pPr marL="0" lvl="1" indent="0">
              <a:buClr>
                <a:srgbClr val="00B050"/>
              </a:buClr>
              <a:buFont typeface="Wingdings" panose="05000000000000000000" pitchFamily="2" charset="2"/>
              <a:buChar char="n"/>
            </a:pPr>
            <a:r>
              <a:rPr lang="en-US" altLang="en-US" sz="2000" dirty="0"/>
              <a:t>Gate level</a:t>
            </a:r>
          </a:p>
          <a:p>
            <a:pPr marL="0" lvl="1" indent="0">
              <a:buClr>
                <a:srgbClr val="00B050"/>
              </a:buClr>
              <a:buFont typeface="Wingdings" panose="05000000000000000000" pitchFamily="2" charset="2"/>
              <a:buChar char="n"/>
            </a:pPr>
            <a:r>
              <a:rPr lang="en-US" altLang="en-US" sz="2000" dirty="0"/>
              <a:t>Transistor level</a:t>
            </a:r>
          </a:p>
          <a:p>
            <a:pPr defTabSz="987673"/>
            <a:endParaRPr lang="en-US" dirty="0"/>
          </a:p>
        </p:txBody>
      </p:sp>
    </p:spTree>
    <p:extLst>
      <p:ext uri="{BB962C8B-B14F-4D97-AF65-F5344CB8AC3E}">
        <p14:creationId xmlns:p14="http://schemas.microsoft.com/office/powerpoint/2010/main" val="96717807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9074" name="Rectangle 7"/>
          <p:cNvSpPr>
            <a:spLocks noGrp="1" noChangeArrowheads="1"/>
          </p:cNvSpPr>
          <p:nvPr>
            <p:ph type="sldNum" sz="quarter" idx="5"/>
          </p:nvPr>
        </p:nvSpPr>
        <p:spPr>
          <a:noFill/>
        </p:spPr>
        <p:txBody>
          <a:bodyPr/>
          <a:lstStyle/>
          <a:p>
            <a:fld id="{687A567F-BDAF-459B-A495-B83CA5A3FB9B}" type="slidenum">
              <a:rPr lang="en-US" smtClean="0"/>
              <a:pPr/>
              <a:t>12</a:t>
            </a:fld>
            <a:endParaRPr lang="en-US"/>
          </a:p>
        </p:txBody>
      </p:sp>
      <p:sp>
        <p:nvSpPr>
          <p:cNvPr id="259075" name="Rectangle 2"/>
          <p:cNvSpPr>
            <a:spLocks noGrp="1" noRot="1" noChangeAspect="1" noChangeArrowheads="1" noTextEdit="1"/>
          </p:cNvSpPr>
          <p:nvPr>
            <p:ph type="sldImg"/>
          </p:nvPr>
        </p:nvSpPr>
        <p:spPr>
          <a:xfrm>
            <a:off x="1016000" y="796925"/>
            <a:ext cx="5073650" cy="3805238"/>
          </a:xfrm>
          <a:ln/>
        </p:spPr>
      </p:sp>
      <p:sp>
        <p:nvSpPr>
          <p:cNvPr id="259076" name="Rectangle 3"/>
          <p:cNvSpPr>
            <a:spLocks noGrp="1" noChangeArrowheads="1"/>
          </p:cNvSpPr>
          <p:nvPr>
            <p:ph type="body" idx="1"/>
          </p:nvPr>
        </p:nvSpPr>
        <p:spPr>
          <a:xfrm>
            <a:off x="1183217" y="4830976"/>
            <a:ext cx="4732867" cy="4410207"/>
          </a:xfrm>
          <a:noFill/>
          <a:ln/>
        </p:spPr>
        <p:txBody>
          <a:bodyPr/>
          <a:lstStyle/>
          <a:p>
            <a:pPr defTabSz="977560"/>
            <a:endParaRPr lang="en-US" dirty="0"/>
          </a:p>
        </p:txBody>
      </p:sp>
    </p:spTree>
    <p:extLst>
      <p:ext uri="{BB962C8B-B14F-4D97-AF65-F5344CB8AC3E}">
        <p14:creationId xmlns:p14="http://schemas.microsoft.com/office/powerpoint/2010/main" val="32124455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7"/>
          <p:cNvSpPr>
            <a:spLocks noGrp="1" noChangeArrowheads="1"/>
          </p:cNvSpPr>
          <p:nvPr>
            <p:ph type="sldNum" sz="quarter"/>
          </p:nvPr>
        </p:nvSpPr>
        <p:spPr>
          <a:noFill/>
          <a:extLst>
            <a:ext uri="{91240B29-F687-4F45-9708-019B960494DF}">
              <a14:hiddenLine xmlns:a14="http://schemas.microsoft.com/office/drawing/2010/main" w="9525">
                <a:solidFill>
                  <a:srgbClr val="3465AF"/>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9pPr>
          </a:lstStyle>
          <a:p>
            <a:pPr>
              <a:spcBef>
                <a:spcPct val="0"/>
              </a:spcBef>
            </a:pPr>
            <a:fld id="{D260F10F-63E8-4841-B0BF-533E2D6ED5A0}" type="slidenum">
              <a:rPr lang="en-US" altLang="en-US" sz="1400"/>
              <a:pPr>
                <a:spcBef>
                  <a:spcPct val="0"/>
                </a:spcBef>
              </a:pPr>
              <a:t>21</a:t>
            </a:fld>
            <a:endParaRPr lang="en-US" altLang="en-US" sz="1400"/>
          </a:p>
        </p:txBody>
      </p:sp>
      <p:sp>
        <p:nvSpPr>
          <p:cNvPr id="35843" name="Rectangle 2"/>
          <p:cNvSpPr>
            <a:spLocks noGrp="1" noRot="1" noChangeAspect="1" noChangeArrowheads="1" noTextEdit="1"/>
          </p:cNvSpPr>
          <p:nvPr>
            <p:ph type="sldImg"/>
          </p:nvPr>
        </p:nvSpPr>
        <p:spPr/>
      </p:sp>
      <p:sp>
        <p:nvSpPr>
          <p:cNvPr id="35844" name="Rectangle 3"/>
          <p:cNvSpPr>
            <a:spLocks noGrp="1" noChangeArrowheads="1"/>
          </p:cNvSpPr>
          <p:nvPr>
            <p:ph type="body" idx="1"/>
          </p:nvPr>
        </p:nvSpPr>
        <p:spPr>
          <a:noFill/>
          <a:extLst>
            <a:ext uri="{91240B29-F687-4F45-9708-019B960494DF}">
              <a14:hiddenLine xmlns:a14="http://schemas.microsoft.com/office/drawing/2010/main" w="9525">
                <a:solidFill>
                  <a:srgbClr val="3465AF"/>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12943653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7"/>
          <p:cNvSpPr>
            <a:spLocks noGrp="1" noChangeArrowheads="1"/>
          </p:cNvSpPr>
          <p:nvPr>
            <p:ph type="sldNum" sz="quarter"/>
          </p:nvPr>
        </p:nvSpPr>
        <p:spPr>
          <a:noFill/>
          <a:extLst>
            <a:ext uri="{91240B29-F687-4F45-9708-019B960494DF}">
              <a14:hiddenLine xmlns:a14="http://schemas.microsoft.com/office/drawing/2010/main" w="9525">
                <a:solidFill>
                  <a:srgbClr val="3465AF"/>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9pPr>
          </a:lstStyle>
          <a:p>
            <a:pPr>
              <a:spcBef>
                <a:spcPct val="0"/>
              </a:spcBef>
            </a:pPr>
            <a:fld id="{C40B1F65-06E8-4B58-B84F-D142E1C7D354}" type="slidenum">
              <a:rPr lang="en-US" altLang="en-US" sz="1400"/>
              <a:pPr>
                <a:spcBef>
                  <a:spcPct val="0"/>
                </a:spcBef>
              </a:pPr>
              <a:t>22</a:t>
            </a:fld>
            <a:endParaRPr lang="en-US" altLang="en-US" sz="1400"/>
          </a:p>
        </p:txBody>
      </p:sp>
      <p:sp>
        <p:nvSpPr>
          <p:cNvPr id="36867" name="Rectangle 2"/>
          <p:cNvSpPr>
            <a:spLocks noGrp="1" noRot="1" noChangeAspect="1" noChangeArrowheads="1" noTextEdit="1"/>
          </p:cNvSpPr>
          <p:nvPr>
            <p:ph type="sldImg"/>
          </p:nvPr>
        </p:nvSpPr>
        <p:spPr/>
      </p:sp>
      <p:sp>
        <p:nvSpPr>
          <p:cNvPr id="36868" name="Rectangle 3"/>
          <p:cNvSpPr>
            <a:spLocks noGrp="1" noChangeArrowheads="1"/>
          </p:cNvSpPr>
          <p:nvPr>
            <p:ph type="body" idx="1"/>
          </p:nvPr>
        </p:nvSpPr>
        <p:spPr>
          <a:noFill/>
          <a:extLst>
            <a:ext uri="{91240B29-F687-4F45-9708-019B960494DF}">
              <a14:hiddenLine xmlns:a14="http://schemas.microsoft.com/office/drawing/2010/main" w="9525">
                <a:solidFill>
                  <a:srgbClr val="3465AF"/>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276740347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7"/>
          <p:cNvSpPr>
            <a:spLocks noGrp="1" noChangeArrowheads="1"/>
          </p:cNvSpPr>
          <p:nvPr>
            <p:ph type="sldNum" sz="quarter"/>
          </p:nvPr>
        </p:nvSpPr>
        <p:spPr>
          <a:noFill/>
          <a:extLst>
            <a:ext uri="{91240B29-F687-4F45-9708-019B960494DF}">
              <a14:hiddenLine xmlns:a14="http://schemas.microsoft.com/office/drawing/2010/main" w="9525">
                <a:solidFill>
                  <a:srgbClr val="3465AF"/>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9pPr>
          </a:lstStyle>
          <a:p>
            <a:pPr>
              <a:spcBef>
                <a:spcPct val="0"/>
              </a:spcBef>
            </a:pPr>
            <a:fld id="{74FE735B-A77A-44A1-9AB4-10CBAEF32A76}" type="slidenum">
              <a:rPr lang="en-US" altLang="en-US" sz="1400"/>
              <a:pPr>
                <a:spcBef>
                  <a:spcPct val="0"/>
                </a:spcBef>
              </a:pPr>
              <a:t>23</a:t>
            </a:fld>
            <a:endParaRPr lang="en-US" altLang="en-US" sz="1400"/>
          </a:p>
        </p:txBody>
      </p:sp>
      <p:sp>
        <p:nvSpPr>
          <p:cNvPr id="37891" name="Rectangle 2"/>
          <p:cNvSpPr>
            <a:spLocks noGrp="1" noRot="1" noChangeAspect="1" noChangeArrowheads="1" noTextEdit="1"/>
          </p:cNvSpPr>
          <p:nvPr>
            <p:ph type="sldImg"/>
          </p:nvPr>
        </p:nvSpPr>
        <p:spPr/>
      </p:sp>
      <p:sp>
        <p:nvSpPr>
          <p:cNvPr id="37892" name="Rectangle 3"/>
          <p:cNvSpPr>
            <a:spLocks noGrp="1" noChangeArrowheads="1"/>
          </p:cNvSpPr>
          <p:nvPr>
            <p:ph type="body" idx="1"/>
          </p:nvPr>
        </p:nvSpPr>
        <p:spPr>
          <a:noFill/>
          <a:extLst>
            <a:ext uri="{91240B29-F687-4F45-9708-019B960494DF}">
              <a14:hiddenLine xmlns:a14="http://schemas.microsoft.com/office/drawing/2010/main" w="9525">
                <a:solidFill>
                  <a:srgbClr val="3465AF"/>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236640694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7"/>
          <p:cNvSpPr>
            <a:spLocks noGrp="1" noChangeArrowheads="1"/>
          </p:cNvSpPr>
          <p:nvPr>
            <p:ph type="sldNum" sz="quarter"/>
          </p:nvPr>
        </p:nvSpPr>
        <p:spPr>
          <a:noFill/>
          <a:extLst>
            <a:ext uri="{91240B29-F687-4F45-9708-019B960494DF}">
              <a14:hiddenLine xmlns:a14="http://schemas.microsoft.com/office/drawing/2010/main" w="9525">
                <a:solidFill>
                  <a:srgbClr val="3465AF"/>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9pPr>
          </a:lstStyle>
          <a:p>
            <a:pPr>
              <a:spcBef>
                <a:spcPct val="0"/>
              </a:spcBef>
            </a:pPr>
            <a:fld id="{D8648D2B-315D-4931-A2AC-133CA8849968}" type="slidenum">
              <a:rPr lang="en-US" altLang="en-US" sz="1400"/>
              <a:pPr>
                <a:spcBef>
                  <a:spcPct val="0"/>
                </a:spcBef>
              </a:pPr>
              <a:t>24</a:t>
            </a:fld>
            <a:endParaRPr lang="en-US" altLang="en-US" sz="1400"/>
          </a:p>
        </p:txBody>
      </p:sp>
      <p:sp>
        <p:nvSpPr>
          <p:cNvPr id="38915" name="Rectangle 2"/>
          <p:cNvSpPr>
            <a:spLocks noGrp="1" noRot="1" noChangeAspect="1" noChangeArrowheads="1" noTextEdit="1"/>
          </p:cNvSpPr>
          <p:nvPr>
            <p:ph type="sldImg"/>
          </p:nvPr>
        </p:nvSpPr>
        <p:spPr/>
      </p:sp>
      <p:sp>
        <p:nvSpPr>
          <p:cNvPr id="38916" name="Rectangle 3"/>
          <p:cNvSpPr>
            <a:spLocks noGrp="1" noChangeArrowheads="1"/>
          </p:cNvSpPr>
          <p:nvPr>
            <p:ph type="body" idx="1"/>
          </p:nvPr>
        </p:nvSpPr>
        <p:spPr>
          <a:noFill/>
          <a:extLst>
            <a:ext uri="{91240B29-F687-4F45-9708-019B960494DF}">
              <a14:hiddenLine xmlns:a14="http://schemas.microsoft.com/office/drawing/2010/main" w="9525">
                <a:solidFill>
                  <a:srgbClr val="3465AF"/>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1642441212"/>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elfolie">
    <p:spTree>
      <p:nvGrpSpPr>
        <p:cNvPr id="1" name=""/>
        <p:cNvGrpSpPr/>
        <p:nvPr/>
      </p:nvGrpSpPr>
      <p:grpSpPr>
        <a:xfrm>
          <a:off x="0" y="0"/>
          <a:ext cx="0" cy="0"/>
          <a:chOff x="0" y="0"/>
          <a:chExt cx="0" cy="0"/>
        </a:xfrm>
      </p:grpSpPr>
      <p:sp>
        <p:nvSpPr>
          <p:cNvPr id="4" name="Line 12"/>
          <p:cNvSpPr>
            <a:spLocks noChangeShapeType="1"/>
          </p:cNvSpPr>
          <p:nvPr userDrawn="1"/>
        </p:nvSpPr>
        <p:spPr bwMode="auto">
          <a:xfrm>
            <a:off x="460375" y="476250"/>
            <a:ext cx="8223250" cy="0"/>
          </a:xfrm>
          <a:prstGeom prst="line">
            <a:avLst/>
          </a:prstGeom>
          <a:noFill/>
          <a:ln w="50800">
            <a:solidFill>
              <a:srgbClr val="FF0000"/>
            </a:solidFill>
            <a:round/>
            <a:headEnd/>
            <a:tailEnd/>
          </a:ln>
          <a:extLst>
            <a:ext uri="{909E8E84-426E-40DD-AFC4-6F175D3DCCD1}">
              <a14:hiddenFill xmlns:a14="http://schemas.microsoft.com/office/drawing/2010/main">
                <a:noFill/>
              </a14:hiddenFill>
            </a:ext>
          </a:extLst>
        </p:spPr>
        <p:txBody>
          <a:bodyPr/>
          <a:lstStyle/>
          <a:p>
            <a:endParaRPr lang="de-DE"/>
          </a:p>
        </p:txBody>
      </p:sp>
      <p:sp>
        <p:nvSpPr>
          <p:cNvPr id="5" name="Line 13"/>
          <p:cNvSpPr>
            <a:spLocks noChangeShapeType="1"/>
          </p:cNvSpPr>
          <p:nvPr userDrawn="1"/>
        </p:nvSpPr>
        <p:spPr bwMode="auto">
          <a:xfrm>
            <a:off x="460375" y="2457450"/>
            <a:ext cx="8223250" cy="0"/>
          </a:xfrm>
          <a:prstGeom prst="line">
            <a:avLst/>
          </a:prstGeom>
          <a:noFill/>
          <a:ln w="12700">
            <a:solidFill>
              <a:srgbClr val="FF0000"/>
            </a:solidFill>
            <a:round/>
            <a:headEnd/>
            <a:tailEnd/>
          </a:ln>
          <a:extLst>
            <a:ext uri="{909E8E84-426E-40DD-AFC4-6F175D3DCCD1}">
              <a14:hiddenFill xmlns:a14="http://schemas.microsoft.com/office/drawing/2010/main">
                <a:noFill/>
              </a14:hiddenFill>
            </a:ext>
          </a:extLst>
        </p:spPr>
        <p:txBody>
          <a:bodyPr/>
          <a:lstStyle/>
          <a:p>
            <a:endParaRPr lang="de-DE"/>
          </a:p>
        </p:txBody>
      </p:sp>
      <p:sp>
        <p:nvSpPr>
          <p:cNvPr id="6" name="Line 14"/>
          <p:cNvSpPr>
            <a:spLocks noChangeShapeType="1"/>
          </p:cNvSpPr>
          <p:nvPr userDrawn="1"/>
        </p:nvSpPr>
        <p:spPr bwMode="auto">
          <a:xfrm>
            <a:off x="460375" y="6113463"/>
            <a:ext cx="8223250" cy="0"/>
          </a:xfrm>
          <a:prstGeom prst="line">
            <a:avLst/>
          </a:prstGeom>
          <a:noFill/>
          <a:ln w="31750">
            <a:solidFill>
              <a:srgbClr val="FF0000"/>
            </a:solidFill>
            <a:round/>
            <a:headEnd/>
            <a:tailEnd/>
          </a:ln>
          <a:extLst>
            <a:ext uri="{909E8E84-426E-40DD-AFC4-6F175D3DCCD1}">
              <a14:hiddenFill xmlns:a14="http://schemas.microsoft.com/office/drawing/2010/main">
                <a:noFill/>
              </a14:hiddenFill>
            </a:ext>
          </a:extLst>
        </p:spPr>
        <p:txBody>
          <a:bodyPr/>
          <a:lstStyle/>
          <a:p>
            <a:endParaRPr lang="de-DE"/>
          </a:p>
        </p:txBody>
      </p:sp>
      <p:sp>
        <p:nvSpPr>
          <p:cNvPr id="3074" name="Rectangle 2"/>
          <p:cNvSpPr>
            <a:spLocks noGrp="1" noChangeArrowheads="1"/>
          </p:cNvSpPr>
          <p:nvPr>
            <p:ph type="ctrTitle"/>
          </p:nvPr>
        </p:nvSpPr>
        <p:spPr>
          <a:xfrm>
            <a:off x="460375" y="534988"/>
            <a:ext cx="8223250" cy="1044575"/>
          </a:xfrm>
        </p:spPr>
        <p:txBody>
          <a:bodyPr/>
          <a:lstStyle>
            <a:lvl1pPr>
              <a:defRPr sz="3200"/>
            </a:lvl1pPr>
          </a:lstStyle>
          <a:p>
            <a:r>
              <a:rPr lang="de-DE"/>
              <a:t>Mastertitelformat bearbeiten</a:t>
            </a:r>
          </a:p>
        </p:txBody>
      </p:sp>
      <p:sp>
        <p:nvSpPr>
          <p:cNvPr id="3075" name="Rectangle 3"/>
          <p:cNvSpPr>
            <a:spLocks noGrp="1" noChangeArrowheads="1"/>
          </p:cNvSpPr>
          <p:nvPr>
            <p:ph type="subTitle" idx="1"/>
          </p:nvPr>
        </p:nvSpPr>
        <p:spPr>
          <a:xfrm>
            <a:off x="460375" y="1754188"/>
            <a:ext cx="8223250" cy="539750"/>
          </a:xfrm>
        </p:spPr>
        <p:txBody>
          <a:bodyPr/>
          <a:lstStyle>
            <a:lvl1pPr>
              <a:defRPr/>
            </a:lvl1pPr>
          </a:lstStyle>
          <a:p>
            <a:r>
              <a:rPr lang="de-DE"/>
              <a:t>Master-Untertitelformat bearbeiten</a:t>
            </a:r>
          </a:p>
        </p:txBody>
      </p:sp>
      <p:sp>
        <p:nvSpPr>
          <p:cNvPr id="10" name="Foliennummernplatzhalter 5"/>
          <p:cNvSpPr>
            <a:spLocks noGrp="1"/>
          </p:cNvSpPr>
          <p:nvPr>
            <p:ph type="sldNum" sz="quarter" idx="4"/>
          </p:nvPr>
        </p:nvSpPr>
        <p:spPr>
          <a:xfrm>
            <a:off x="3505907" y="6322681"/>
            <a:ext cx="2133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fld id="{678EF7AC-325E-49D0-8897-E637594B55B4}" type="slidenum">
              <a:rPr lang="de-DE" smtClean="0"/>
              <a:pPr/>
              <a:t>‹#›</a:t>
            </a:fld>
            <a:endParaRPr lang="de-DE" dirty="0"/>
          </a:p>
        </p:txBody>
      </p:sp>
      <p:pic>
        <p:nvPicPr>
          <p:cNvPr id="11" name="Picture 2" descr="C:\Backup\Lancaster University\Templates\scitech_logo_275.jpg"/>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530657" y="6170382"/>
            <a:ext cx="995363" cy="608076"/>
          </a:xfrm>
          <a:prstGeom prst="rect">
            <a:avLst/>
          </a:prstGeom>
          <a:noFill/>
          <a:extLst>
            <a:ext uri="{909E8E84-426E-40DD-AFC4-6F175D3DCCD1}">
              <a14:hiddenFill xmlns:a14="http://schemas.microsoft.com/office/drawing/2010/main">
                <a:solidFill>
                  <a:srgbClr val="FFFFFF"/>
                </a:solidFill>
              </a14:hiddenFill>
            </a:ext>
          </a:extLst>
        </p:spPr>
      </p:pic>
      <p:pic>
        <p:nvPicPr>
          <p:cNvPr id="12" name="Picture 11" descr="C:\Users\montazer\Backup\Lancaster University\Teaching\ENGR228_Digital Electronic\Digital Electronics 2016\NewLogo1.jpg"/>
          <p:cNvPicPr>
            <a:picLocks noChangeAspect="1" noChangeArrowheads="1"/>
          </p:cNvPicPr>
          <p:nvPr userDrawn="1"/>
        </p:nvPicPr>
        <p:blipFill>
          <a:blip r:embed="rId3" cstate="print">
            <a:extLst>
              <a:ext uri="{28A0092B-C50C-407E-A947-70E740481C1C}">
                <a14:useLocalDpi xmlns:a14="http://schemas.microsoft.com/office/drawing/2010/main" val="0"/>
              </a:ext>
            </a:extLst>
          </a:blip>
          <a:srcRect/>
          <a:stretch>
            <a:fillRect/>
          </a:stretch>
        </p:blipFill>
        <p:spPr bwMode="auto">
          <a:xfrm>
            <a:off x="7465681" y="6170382"/>
            <a:ext cx="1078179" cy="666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6527946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el und Inhalt">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a:t>Titelmasterformat durch Klicken bearbeiten</a:t>
            </a:r>
          </a:p>
        </p:txBody>
      </p:sp>
      <p:sp>
        <p:nvSpPr>
          <p:cNvPr id="3" name="Inhaltsplatzhalter 2"/>
          <p:cNvSpPr>
            <a:spLocks noGrp="1"/>
          </p:cNvSpPr>
          <p:nvPr>
            <p:ph idx="1"/>
          </p:nvPr>
        </p:nvSpPr>
        <p:spPr/>
        <p:txBody>
          <a:bodyPr/>
          <a:lstStyle/>
          <a:p>
            <a:pPr lvl="0"/>
            <a:r>
              <a:rPr lang="de-DE"/>
              <a:t>Textmasterformate durch Klicken bearbeiten</a:t>
            </a:r>
          </a:p>
          <a:p>
            <a:pPr lvl="1"/>
            <a:r>
              <a:rPr lang="de-DE"/>
              <a:t>Zweite Ebene</a:t>
            </a:r>
          </a:p>
          <a:p>
            <a:pPr lvl="2"/>
            <a:r>
              <a:rPr lang="de-DE"/>
              <a:t>Dritte Ebene</a:t>
            </a:r>
          </a:p>
          <a:p>
            <a:pPr lvl="3"/>
            <a:r>
              <a:rPr lang="de-DE"/>
              <a:t>Vierte Ebene</a:t>
            </a:r>
          </a:p>
          <a:p>
            <a:pPr lvl="4"/>
            <a:r>
              <a:rPr lang="de-DE"/>
              <a:t>Fünfte Ebene</a:t>
            </a:r>
          </a:p>
        </p:txBody>
      </p:sp>
      <p:sp>
        <p:nvSpPr>
          <p:cNvPr id="4" name="Foliennummernplatzhalter 5"/>
          <p:cNvSpPr>
            <a:spLocks noGrp="1"/>
          </p:cNvSpPr>
          <p:nvPr>
            <p:ph type="sldNum" sz="quarter" idx="4"/>
          </p:nvPr>
        </p:nvSpPr>
        <p:spPr>
          <a:xfrm>
            <a:off x="3505907" y="6322681"/>
            <a:ext cx="2133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fld id="{678EF7AC-325E-49D0-8897-E637594B55B4}" type="slidenum">
              <a:rPr lang="de-DE" smtClean="0"/>
              <a:pPr/>
              <a:t>‹#›</a:t>
            </a:fld>
            <a:endParaRPr lang="de-DE" dirty="0"/>
          </a:p>
        </p:txBody>
      </p:sp>
    </p:spTree>
    <p:extLst>
      <p:ext uri="{BB962C8B-B14F-4D97-AF65-F5344CB8AC3E}">
        <p14:creationId xmlns:p14="http://schemas.microsoft.com/office/powerpoint/2010/main" val="347049820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Abschnittsüberschrift">
    <p:spTree>
      <p:nvGrpSpPr>
        <p:cNvPr id="1" name=""/>
        <p:cNvGrpSpPr/>
        <p:nvPr/>
      </p:nvGrpSpPr>
      <p:grpSpPr>
        <a:xfrm>
          <a:off x="0" y="0"/>
          <a:ext cx="0" cy="0"/>
          <a:chOff x="0" y="0"/>
          <a:chExt cx="0" cy="0"/>
        </a:xfrm>
      </p:grpSpPr>
      <p:sp>
        <p:nvSpPr>
          <p:cNvPr id="2" name="Titel 1"/>
          <p:cNvSpPr>
            <a:spLocks noGrp="1"/>
          </p:cNvSpPr>
          <p:nvPr>
            <p:ph type="title"/>
          </p:nvPr>
        </p:nvSpPr>
        <p:spPr>
          <a:xfrm>
            <a:off x="722313" y="4406900"/>
            <a:ext cx="7772400" cy="1362075"/>
          </a:xfrm>
        </p:spPr>
        <p:txBody>
          <a:bodyPr/>
          <a:lstStyle>
            <a:lvl1pPr algn="l">
              <a:defRPr sz="4000" b="1" cap="all"/>
            </a:lvl1pPr>
          </a:lstStyle>
          <a:p>
            <a:r>
              <a:rPr lang="de-DE"/>
              <a:t>Titelmasterformat durch Klicken bearbeiten</a:t>
            </a:r>
          </a:p>
        </p:txBody>
      </p:sp>
      <p:sp>
        <p:nvSpPr>
          <p:cNvPr id="3" name="Textplatzhalt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de-DE"/>
              <a:t>Textmasterformate durch Klicken bearbeiten</a:t>
            </a:r>
          </a:p>
        </p:txBody>
      </p:sp>
      <p:sp>
        <p:nvSpPr>
          <p:cNvPr id="4" name="Foliennummernplatzhalter 5"/>
          <p:cNvSpPr>
            <a:spLocks noGrp="1"/>
          </p:cNvSpPr>
          <p:nvPr>
            <p:ph type="sldNum" sz="quarter" idx="4"/>
          </p:nvPr>
        </p:nvSpPr>
        <p:spPr>
          <a:xfrm>
            <a:off x="3505907" y="6322681"/>
            <a:ext cx="2133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fld id="{678EF7AC-325E-49D0-8897-E637594B55B4}" type="slidenum">
              <a:rPr lang="de-DE" smtClean="0"/>
              <a:pPr/>
              <a:t>‹#›</a:t>
            </a:fld>
            <a:endParaRPr lang="de-DE" dirty="0"/>
          </a:p>
        </p:txBody>
      </p:sp>
    </p:spTree>
    <p:extLst>
      <p:ext uri="{BB962C8B-B14F-4D97-AF65-F5344CB8AC3E}">
        <p14:creationId xmlns:p14="http://schemas.microsoft.com/office/powerpoint/2010/main" val="329290922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Zwei Inhalte">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a:t>Titelmasterformat durch Klicken bearbeiten</a:t>
            </a:r>
          </a:p>
        </p:txBody>
      </p:sp>
      <p:sp>
        <p:nvSpPr>
          <p:cNvPr id="3" name="Inhaltsplatzhalter 2"/>
          <p:cNvSpPr>
            <a:spLocks noGrp="1"/>
          </p:cNvSpPr>
          <p:nvPr>
            <p:ph sz="half" idx="1"/>
          </p:nvPr>
        </p:nvSpPr>
        <p:spPr>
          <a:xfrm>
            <a:off x="460375" y="1773238"/>
            <a:ext cx="4035425" cy="40925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de-DE"/>
              <a:t>Textmasterformate durch Klicken bearbeiten</a:t>
            </a:r>
          </a:p>
          <a:p>
            <a:pPr lvl="1"/>
            <a:r>
              <a:rPr lang="de-DE"/>
              <a:t>Zweite Ebene</a:t>
            </a:r>
          </a:p>
          <a:p>
            <a:pPr lvl="2"/>
            <a:r>
              <a:rPr lang="de-DE"/>
              <a:t>Dritte Ebene</a:t>
            </a:r>
          </a:p>
          <a:p>
            <a:pPr lvl="3"/>
            <a:r>
              <a:rPr lang="de-DE"/>
              <a:t>Vierte Ebene</a:t>
            </a:r>
          </a:p>
          <a:p>
            <a:pPr lvl="4"/>
            <a:r>
              <a:rPr lang="de-DE"/>
              <a:t>Fünfte Ebene</a:t>
            </a:r>
          </a:p>
        </p:txBody>
      </p:sp>
      <p:sp>
        <p:nvSpPr>
          <p:cNvPr id="4" name="Inhaltsplatzhalter 3"/>
          <p:cNvSpPr>
            <a:spLocks noGrp="1"/>
          </p:cNvSpPr>
          <p:nvPr>
            <p:ph sz="half" idx="2"/>
          </p:nvPr>
        </p:nvSpPr>
        <p:spPr>
          <a:xfrm>
            <a:off x="4648200" y="1773238"/>
            <a:ext cx="4035425" cy="40925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de-DE"/>
              <a:t>Textmasterformate durch Klicken bearbeiten</a:t>
            </a:r>
          </a:p>
          <a:p>
            <a:pPr lvl="1"/>
            <a:r>
              <a:rPr lang="de-DE"/>
              <a:t>Zweite Ebene</a:t>
            </a:r>
          </a:p>
          <a:p>
            <a:pPr lvl="2"/>
            <a:r>
              <a:rPr lang="de-DE"/>
              <a:t>Dritte Ebene</a:t>
            </a:r>
          </a:p>
          <a:p>
            <a:pPr lvl="3"/>
            <a:r>
              <a:rPr lang="de-DE"/>
              <a:t>Vierte Ebene</a:t>
            </a:r>
          </a:p>
          <a:p>
            <a:pPr lvl="4"/>
            <a:r>
              <a:rPr lang="de-DE"/>
              <a:t>Fünfte Ebene</a:t>
            </a:r>
          </a:p>
        </p:txBody>
      </p:sp>
      <p:sp>
        <p:nvSpPr>
          <p:cNvPr id="5" name="Foliennummernplatzhalter 5"/>
          <p:cNvSpPr>
            <a:spLocks noGrp="1"/>
          </p:cNvSpPr>
          <p:nvPr>
            <p:ph type="sldNum" sz="quarter" idx="4"/>
          </p:nvPr>
        </p:nvSpPr>
        <p:spPr>
          <a:xfrm>
            <a:off x="3505907" y="6322681"/>
            <a:ext cx="2133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fld id="{678EF7AC-325E-49D0-8897-E637594B55B4}" type="slidenum">
              <a:rPr lang="de-DE" smtClean="0"/>
              <a:pPr/>
              <a:t>‹#›</a:t>
            </a:fld>
            <a:endParaRPr lang="de-DE" dirty="0"/>
          </a:p>
        </p:txBody>
      </p:sp>
    </p:spTree>
    <p:extLst>
      <p:ext uri="{BB962C8B-B14F-4D97-AF65-F5344CB8AC3E}">
        <p14:creationId xmlns:p14="http://schemas.microsoft.com/office/powerpoint/2010/main" val="18907201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Vergleich">
    <p:spTree>
      <p:nvGrpSpPr>
        <p:cNvPr id="1" name=""/>
        <p:cNvGrpSpPr/>
        <p:nvPr/>
      </p:nvGrpSpPr>
      <p:grpSpPr>
        <a:xfrm>
          <a:off x="0" y="0"/>
          <a:ext cx="0" cy="0"/>
          <a:chOff x="0" y="0"/>
          <a:chExt cx="0" cy="0"/>
        </a:xfrm>
      </p:grpSpPr>
      <p:sp>
        <p:nvSpPr>
          <p:cNvPr id="2" name="Titel 1"/>
          <p:cNvSpPr>
            <a:spLocks noGrp="1"/>
          </p:cNvSpPr>
          <p:nvPr>
            <p:ph type="title"/>
          </p:nvPr>
        </p:nvSpPr>
        <p:spPr>
          <a:xfrm>
            <a:off x="457200" y="274638"/>
            <a:ext cx="8229600" cy="1143000"/>
          </a:xfrm>
        </p:spPr>
        <p:txBody>
          <a:bodyPr/>
          <a:lstStyle>
            <a:lvl1pPr>
              <a:defRPr/>
            </a:lvl1pPr>
          </a:lstStyle>
          <a:p>
            <a:r>
              <a:rPr lang="de-DE"/>
              <a:t>Titelmasterformat durch Klicken bearbeiten</a:t>
            </a:r>
          </a:p>
        </p:txBody>
      </p:sp>
      <p:sp>
        <p:nvSpPr>
          <p:cNvPr id="3" name="Textplatzhalt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a:t>Textmasterformate durch Klicken bearbeiten</a:t>
            </a:r>
          </a:p>
        </p:txBody>
      </p:sp>
      <p:sp>
        <p:nvSpPr>
          <p:cNvPr id="4" name="Inhaltsplatzhalt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de-DE"/>
              <a:t>Textmasterformate durch Klicken bearbeiten</a:t>
            </a:r>
          </a:p>
          <a:p>
            <a:pPr lvl="1"/>
            <a:r>
              <a:rPr lang="de-DE"/>
              <a:t>Zweite Ebene</a:t>
            </a:r>
          </a:p>
          <a:p>
            <a:pPr lvl="2"/>
            <a:r>
              <a:rPr lang="de-DE"/>
              <a:t>Dritte Ebene</a:t>
            </a:r>
          </a:p>
          <a:p>
            <a:pPr lvl="3"/>
            <a:r>
              <a:rPr lang="de-DE"/>
              <a:t>Vierte Ebene</a:t>
            </a:r>
          </a:p>
          <a:p>
            <a:pPr lvl="4"/>
            <a:r>
              <a:rPr lang="de-DE"/>
              <a:t>Fünfte Ebene</a:t>
            </a:r>
          </a:p>
        </p:txBody>
      </p:sp>
      <p:sp>
        <p:nvSpPr>
          <p:cNvPr id="5" name="Textplatzhalt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a:t>Textmasterformate durch Klicken bearbeiten</a:t>
            </a:r>
          </a:p>
        </p:txBody>
      </p:sp>
      <p:sp>
        <p:nvSpPr>
          <p:cNvPr id="6" name="Inhaltsplatzhalt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de-DE"/>
              <a:t>Textmasterformate durch Klicken bearbeiten</a:t>
            </a:r>
          </a:p>
          <a:p>
            <a:pPr lvl="1"/>
            <a:r>
              <a:rPr lang="de-DE"/>
              <a:t>Zweite Ebene</a:t>
            </a:r>
          </a:p>
          <a:p>
            <a:pPr lvl="2"/>
            <a:r>
              <a:rPr lang="de-DE"/>
              <a:t>Dritte Ebene</a:t>
            </a:r>
          </a:p>
          <a:p>
            <a:pPr lvl="3"/>
            <a:r>
              <a:rPr lang="de-DE"/>
              <a:t>Vierte Ebene</a:t>
            </a:r>
          </a:p>
          <a:p>
            <a:pPr lvl="4"/>
            <a:r>
              <a:rPr lang="de-DE"/>
              <a:t>Fünfte Ebene</a:t>
            </a:r>
          </a:p>
        </p:txBody>
      </p:sp>
      <p:sp>
        <p:nvSpPr>
          <p:cNvPr id="7" name="Foliennummernplatzhalter 5"/>
          <p:cNvSpPr>
            <a:spLocks noGrp="1"/>
          </p:cNvSpPr>
          <p:nvPr>
            <p:ph type="sldNum" sz="quarter" idx="10"/>
          </p:nvPr>
        </p:nvSpPr>
        <p:spPr>
          <a:xfrm>
            <a:off x="3505907" y="6322681"/>
            <a:ext cx="2133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fld id="{678EF7AC-325E-49D0-8897-E637594B55B4}" type="slidenum">
              <a:rPr lang="de-DE" smtClean="0"/>
              <a:pPr/>
              <a:t>‹#›</a:t>
            </a:fld>
            <a:endParaRPr lang="de-DE" dirty="0"/>
          </a:p>
        </p:txBody>
      </p:sp>
    </p:spTree>
    <p:extLst>
      <p:ext uri="{BB962C8B-B14F-4D97-AF65-F5344CB8AC3E}">
        <p14:creationId xmlns:p14="http://schemas.microsoft.com/office/powerpoint/2010/main" val="276378002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Nur Titel">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a:t>Titelmasterformat durch Klicken bearbeiten</a:t>
            </a:r>
          </a:p>
        </p:txBody>
      </p:sp>
      <p:sp>
        <p:nvSpPr>
          <p:cNvPr id="3" name="Foliennummernplatzhalter 5"/>
          <p:cNvSpPr>
            <a:spLocks noGrp="1"/>
          </p:cNvSpPr>
          <p:nvPr>
            <p:ph type="sldNum" sz="quarter" idx="4"/>
          </p:nvPr>
        </p:nvSpPr>
        <p:spPr>
          <a:xfrm>
            <a:off x="3505907" y="6322681"/>
            <a:ext cx="2133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fld id="{678EF7AC-325E-49D0-8897-E637594B55B4}" type="slidenum">
              <a:rPr lang="de-DE" smtClean="0"/>
              <a:pPr/>
              <a:t>‹#›</a:t>
            </a:fld>
            <a:endParaRPr lang="de-DE" dirty="0"/>
          </a:p>
        </p:txBody>
      </p:sp>
    </p:spTree>
    <p:extLst>
      <p:ext uri="{BB962C8B-B14F-4D97-AF65-F5344CB8AC3E}">
        <p14:creationId xmlns:p14="http://schemas.microsoft.com/office/powerpoint/2010/main" val="177759394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Leer">
    <p:spTree>
      <p:nvGrpSpPr>
        <p:cNvPr id="1" name=""/>
        <p:cNvGrpSpPr/>
        <p:nvPr/>
      </p:nvGrpSpPr>
      <p:grpSpPr>
        <a:xfrm>
          <a:off x="0" y="0"/>
          <a:ext cx="0" cy="0"/>
          <a:chOff x="0" y="0"/>
          <a:chExt cx="0" cy="0"/>
        </a:xfrm>
      </p:grpSpPr>
      <p:sp>
        <p:nvSpPr>
          <p:cNvPr id="2" name="Foliennummernplatzhalter 5"/>
          <p:cNvSpPr>
            <a:spLocks noGrp="1"/>
          </p:cNvSpPr>
          <p:nvPr>
            <p:ph type="sldNum" sz="quarter" idx="4"/>
          </p:nvPr>
        </p:nvSpPr>
        <p:spPr>
          <a:xfrm>
            <a:off x="3505907" y="6322681"/>
            <a:ext cx="2133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fld id="{678EF7AC-325E-49D0-8897-E637594B55B4}" type="slidenum">
              <a:rPr lang="de-DE" smtClean="0"/>
              <a:pPr/>
              <a:t>‹#›</a:t>
            </a:fld>
            <a:endParaRPr lang="de-DE" dirty="0"/>
          </a:p>
        </p:txBody>
      </p:sp>
    </p:spTree>
    <p:extLst>
      <p:ext uri="{BB962C8B-B14F-4D97-AF65-F5344CB8AC3E}">
        <p14:creationId xmlns:p14="http://schemas.microsoft.com/office/powerpoint/2010/main" val="182536737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Inhalt mit Überschrift">
    <p:spTree>
      <p:nvGrpSpPr>
        <p:cNvPr id="1" name=""/>
        <p:cNvGrpSpPr/>
        <p:nvPr/>
      </p:nvGrpSpPr>
      <p:grpSpPr>
        <a:xfrm>
          <a:off x="0" y="0"/>
          <a:ext cx="0" cy="0"/>
          <a:chOff x="0" y="0"/>
          <a:chExt cx="0" cy="0"/>
        </a:xfrm>
      </p:grpSpPr>
      <p:sp>
        <p:nvSpPr>
          <p:cNvPr id="2" name="Titel 1"/>
          <p:cNvSpPr>
            <a:spLocks noGrp="1"/>
          </p:cNvSpPr>
          <p:nvPr>
            <p:ph type="title"/>
          </p:nvPr>
        </p:nvSpPr>
        <p:spPr>
          <a:xfrm>
            <a:off x="457200" y="273050"/>
            <a:ext cx="3008313" cy="1162050"/>
          </a:xfrm>
        </p:spPr>
        <p:txBody>
          <a:bodyPr anchor="b"/>
          <a:lstStyle>
            <a:lvl1pPr algn="l">
              <a:defRPr sz="2000" b="1"/>
            </a:lvl1pPr>
          </a:lstStyle>
          <a:p>
            <a:r>
              <a:rPr lang="de-DE"/>
              <a:t>Titelmasterformat durch Klicken bearbeiten</a:t>
            </a:r>
          </a:p>
        </p:txBody>
      </p:sp>
      <p:sp>
        <p:nvSpPr>
          <p:cNvPr id="3" name="Inhaltsplatzhalt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de-DE"/>
              <a:t>Textmasterformate durch Klicken bearbeiten</a:t>
            </a:r>
          </a:p>
          <a:p>
            <a:pPr lvl="1"/>
            <a:r>
              <a:rPr lang="de-DE"/>
              <a:t>Zweite Ebene</a:t>
            </a:r>
          </a:p>
          <a:p>
            <a:pPr lvl="2"/>
            <a:r>
              <a:rPr lang="de-DE"/>
              <a:t>Dritte Ebene</a:t>
            </a:r>
          </a:p>
          <a:p>
            <a:pPr lvl="3"/>
            <a:r>
              <a:rPr lang="de-DE"/>
              <a:t>Vierte Ebene</a:t>
            </a:r>
          </a:p>
          <a:p>
            <a:pPr lvl="4"/>
            <a:r>
              <a:rPr lang="de-DE"/>
              <a:t>Fünfte Ebene</a:t>
            </a:r>
          </a:p>
        </p:txBody>
      </p:sp>
      <p:sp>
        <p:nvSpPr>
          <p:cNvPr id="4" name="Textplatzhalt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de-DE"/>
              <a:t>Textmasterformate durch Klicken bearbeiten</a:t>
            </a:r>
          </a:p>
        </p:txBody>
      </p:sp>
      <p:sp>
        <p:nvSpPr>
          <p:cNvPr id="5" name="Foliennummernplatzhalter 5"/>
          <p:cNvSpPr>
            <a:spLocks noGrp="1"/>
          </p:cNvSpPr>
          <p:nvPr>
            <p:ph type="sldNum" sz="quarter" idx="4"/>
          </p:nvPr>
        </p:nvSpPr>
        <p:spPr>
          <a:xfrm>
            <a:off x="3505907" y="6322681"/>
            <a:ext cx="2133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fld id="{678EF7AC-325E-49D0-8897-E637594B55B4}" type="slidenum">
              <a:rPr lang="de-DE" smtClean="0"/>
              <a:pPr/>
              <a:t>‹#›</a:t>
            </a:fld>
            <a:endParaRPr lang="de-DE" dirty="0"/>
          </a:p>
        </p:txBody>
      </p:sp>
    </p:spTree>
    <p:extLst>
      <p:ext uri="{BB962C8B-B14F-4D97-AF65-F5344CB8AC3E}">
        <p14:creationId xmlns:p14="http://schemas.microsoft.com/office/powerpoint/2010/main" val="295192207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Bild mit Überschrift">
    <p:spTree>
      <p:nvGrpSpPr>
        <p:cNvPr id="1" name=""/>
        <p:cNvGrpSpPr/>
        <p:nvPr/>
      </p:nvGrpSpPr>
      <p:grpSpPr>
        <a:xfrm>
          <a:off x="0" y="0"/>
          <a:ext cx="0" cy="0"/>
          <a:chOff x="0" y="0"/>
          <a:chExt cx="0" cy="0"/>
        </a:xfrm>
      </p:grpSpPr>
      <p:sp>
        <p:nvSpPr>
          <p:cNvPr id="2" name="Titel 1"/>
          <p:cNvSpPr>
            <a:spLocks noGrp="1"/>
          </p:cNvSpPr>
          <p:nvPr>
            <p:ph type="title"/>
          </p:nvPr>
        </p:nvSpPr>
        <p:spPr>
          <a:xfrm>
            <a:off x="1792288" y="4800600"/>
            <a:ext cx="5486400" cy="566738"/>
          </a:xfrm>
        </p:spPr>
        <p:txBody>
          <a:bodyPr anchor="b"/>
          <a:lstStyle>
            <a:lvl1pPr algn="l">
              <a:defRPr sz="2000" b="1"/>
            </a:lvl1pPr>
          </a:lstStyle>
          <a:p>
            <a:r>
              <a:rPr lang="de-DE"/>
              <a:t>Titelmasterformat durch Klicken bearbeiten</a:t>
            </a:r>
          </a:p>
        </p:txBody>
      </p:sp>
      <p:sp>
        <p:nvSpPr>
          <p:cNvPr id="3" name="Bildplatzhalt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de-DE" noProof="0"/>
          </a:p>
        </p:txBody>
      </p:sp>
      <p:sp>
        <p:nvSpPr>
          <p:cNvPr id="4" name="Textplatzhalt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de-DE"/>
              <a:t>Textmasterformate durch Klicken bearbeiten</a:t>
            </a:r>
          </a:p>
        </p:txBody>
      </p:sp>
      <p:sp>
        <p:nvSpPr>
          <p:cNvPr id="5" name="Foliennummernplatzhalter 5"/>
          <p:cNvSpPr>
            <a:spLocks noGrp="1"/>
          </p:cNvSpPr>
          <p:nvPr>
            <p:ph type="sldNum" sz="quarter" idx="4"/>
          </p:nvPr>
        </p:nvSpPr>
        <p:spPr>
          <a:xfrm>
            <a:off x="3505907" y="6322681"/>
            <a:ext cx="2133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fld id="{678EF7AC-325E-49D0-8897-E637594B55B4}" type="slidenum">
              <a:rPr lang="de-DE" smtClean="0"/>
              <a:pPr/>
              <a:t>‹#›</a:t>
            </a:fld>
            <a:endParaRPr lang="de-DE" dirty="0"/>
          </a:p>
        </p:txBody>
      </p:sp>
    </p:spTree>
    <p:extLst>
      <p:ext uri="{BB962C8B-B14F-4D97-AF65-F5344CB8AC3E}">
        <p14:creationId xmlns:p14="http://schemas.microsoft.com/office/powerpoint/2010/main" val="177299622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el und vertikaler Text">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a:t>Titelmasterformat durch Klicken bearbeiten</a:t>
            </a:r>
          </a:p>
        </p:txBody>
      </p:sp>
      <p:sp>
        <p:nvSpPr>
          <p:cNvPr id="3" name="Vertikaler Textplatzhalter 2"/>
          <p:cNvSpPr>
            <a:spLocks noGrp="1"/>
          </p:cNvSpPr>
          <p:nvPr>
            <p:ph type="body" orient="vert" idx="1"/>
          </p:nvPr>
        </p:nvSpPr>
        <p:spPr/>
        <p:txBody>
          <a:bodyPr vert="eaVert"/>
          <a:lstStyle/>
          <a:p>
            <a:pPr lvl="0"/>
            <a:r>
              <a:rPr lang="de-DE"/>
              <a:t>Textmasterformate durch Klicken bearbeiten</a:t>
            </a:r>
          </a:p>
          <a:p>
            <a:pPr lvl="1"/>
            <a:r>
              <a:rPr lang="de-DE"/>
              <a:t>Zweite Ebene</a:t>
            </a:r>
          </a:p>
          <a:p>
            <a:pPr lvl="2"/>
            <a:r>
              <a:rPr lang="de-DE"/>
              <a:t>Dritte Ebene</a:t>
            </a:r>
          </a:p>
          <a:p>
            <a:pPr lvl="3"/>
            <a:r>
              <a:rPr lang="de-DE"/>
              <a:t>Vierte Ebene</a:t>
            </a:r>
          </a:p>
          <a:p>
            <a:pPr lvl="4"/>
            <a:r>
              <a:rPr lang="de-DE"/>
              <a:t>Fünfte Ebene</a:t>
            </a:r>
          </a:p>
        </p:txBody>
      </p:sp>
      <p:sp>
        <p:nvSpPr>
          <p:cNvPr id="4" name="Foliennummernplatzhalter 5"/>
          <p:cNvSpPr>
            <a:spLocks noGrp="1"/>
          </p:cNvSpPr>
          <p:nvPr>
            <p:ph type="sldNum" sz="quarter" idx="4"/>
          </p:nvPr>
        </p:nvSpPr>
        <p:spPr>
          <a:xfrm>
            <a:off x="3505907" y="6322681"/>
            <a:ext cx="2133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fld id="{678EF7AC-325E-49D0-8897-E637594B55B4}" type="slidenum">
              <a:rPr lang="de-DE" smtClean="0"/>
              <a:pPr/>
              <a:t>‹#›</a:t>
            </a:fld>
            <a:endParaRPr lang="de-DE" dirty="0"/>
          </a:p>
        </p:txBody>
      </p:sp>
    </p:spTree>
    <p:extLst>
      <p:ext uri="{BB962C8B-B14F-4D97-AF65-F5344CB8AC3E}">
        <p14:creationId xmlns:p14="http://schemas.microsoft.com/office/powerpoint/2010/main" val="282559313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kaler Titel und Text">
    <p:spTree>
      <p:nvGrpSpPr>
        <p:cNvPr id="1" name=""/>
        <p:cNvGrpSpPr/>
        <p:nvPr/>
      </p:nvGrpSpPr>
      <p:grpSpPr>
        <a:xfrm>
          <a:off x="0" y="0"/>
          <a:ext cx="0" cy="0"/>
          <a:chOff x="0" y="0"/>
          <a:chExt cx="0" cy="0"/>
        </a:xfrm>
      </p:grpSpPr>
      <p:sp>
        <p:nvSpPr>
          <p:cNvPr id="2" name="Vertikaler Titel 1"/>
          <p:cNvSpPr>
            <a:spLocks noGrp="1"/>
          </p:cNvSpPr>
          <p:nvPr>
            <p:ph type="title" orient="vert"/>
          </p:nvPr>
        </p:nvSpPr>
        <p:spPr>
          <a:xfrm>
            <a:off x="6627813" y="382588"/>
            <a:ext cx="2055812" cy="5483225"/>
          </a:xfrm>
        </p:spPr>
        <p:txBody>
          <a:bodyPr vert="eaVert"/>
          <a:lstStyle/>
          <a:p>
            <a:r>
              <a:rPr lang="de-DE"/>
              <a:t>Titelmasterformat durch Klicken bearbeiten</a:t>
            </a:r>
          </a:p>
        </p:txBody>
      </p:sp>
      <p:sp>
        <p:nvSpPr>
          <p:cNvPr id="3" name="Vertikaler Textplatzhalter 2"/>
          <p:cNvSpPr>
            <a:spLocks noGrp="1"/>
          </p:cNvSpPr>
          <p:nvPr>
            <p:ph type="body" orient="vert" idx="1"/>
          </p:nvPr>
        </p:nvSpPr>
        <p:spPr>
          <a:xfrm>
            <a:off x="460375" y="382588"/>
            <a:ext cx="6015038" cy="5483225"/>
          </a:xfrm>
        </p:spPr>
        <p:txBody>
          <a:bodyPr vert="eaVert"/>
          <a:lstStyle/>
          <a:p>
            <a:pPr lvl="0"/>
            <a:r>
              <a:rPr lang="de-DE"/>
              <a:t>Textmasterformate durch Klicken bearbeiten</a:t>
            </a:r>
          </a:p>
          <a:p>
            <a:pPr lvl="1"/>
            <a:r>
              <a:rPr lang="de-DE"/>
              <a:t>Zweite Ebene</a:t>
            </a:r>
          </a:p>
          <a:p>
            <a:pPr lvl="2"/>
            <a:r>
              <a:rPr lang="de-DE"/>
              <a:t>Dritte Ebene</a:t>
            </a:r>
          </a:p>
          <a:p>
            <a:pPr lvl="3"/>
            <a:r>
              <a:rPr lang="de-DE"/>
              <a:t>Vierte Ebene</a:t>
            </a:r>
          </a:p>
          <a:p>
            <a:pPr lvl="4"/>
            <a:r>
              <a:rPr lang="de-DE"/>
              <a:t>Fünfte Ebene</a:t>
            </a:r>
          </a:p>
        </p:txBody>
      </p:sp>
      <p:sp>
        <p:nvSpPr>
          <p:cNvPr id="4" name="Foliennummernplatzhalter 5"/>
          <p:cNvSpPr>
            <a:spLocks noGrp="1"/>
          </p:cNvSpPr>
          <p:nvPr>
            <p:ph type="sldNum" sz="quarter" idx="4"/>
          </p:nvPr>
        </p:nvSpPr>
        <p:spPr>
          <a:xfrm>
            <a:off x="3505907" y="6322681"/>
            <a:ext cx="2133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fld id="{678EF7AC-325E-49D0-8897-E637594B55B4}" type="slidenum">
              <a:rPr lang="de-DE" smtClean="0"/>
              <a:pPr/>
              <a:t>‹#›</a:t>
            </a:fld>
            <a:endParaRPr lang="de-DE" dirty="0"/>
          </a:p>
        </p:txBody>
      </p:sp>
    </p:spTree>
    <p:extLst>
      <p:ext uri="{BB962C8B-B14F-4D97-AF65-F5344CB8AC3E}">
        <p14:creationId xmlns:p14="http://schemas.microsoft.com/office/powerpoint/2010/main" val="393909144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elfolie">
    <p:spTree>
      <p:nvGrpSpPr>
        <p:cNvPr id="1" name=""/>
        <p:cNvGrpSpPr/>
        <p:nvPr/>
      </p:nvGrpSpPr>
      <p:grpSpPr>
        <a:xfrm>
          <a:off x="0" y="0"/>
          <a:ext cx="0" cy="0"/>
          <a:chOff x="0" y="0"/>
          <a:chExt cx="0" cy="0"/>
        </a:xfrm>
      </p:grpSpPr>
      <p:sp>
        <p:nvSpPr>
          <p:cNvPr id="2" name="Titel 1"/>
          <p:cNvSpPr>
            <a:spLocks noGrp="1"/>
          </p:cNvSpPr>
          <p:nvPr>
            <p:ph type="ctrTitle"/>
          </p:nvPr>
        </p:nvSpPr>
        <p:spPr>
          <a:xfrm>
            <a:off x="685800" y="2130425"/>
            <a:ext cx="7772400" cy="1470025"/>
          </a:xfrm>
        </p:spPr>
        <p:txBody>
          <a:bodyPr/>
          <a:lstStyle/>
          <a:p>
            <a:r>
              <a:rPr lang="de-DE"/>
              <a:t>Titelmasterformat durch Klicken bearbeiten</a:t>
            </a:r>
          </a:p>
        </p:txBody>
      </p:sp>
      <p:sp>
        <p:nvSpPr>
          <p:cNvPr id="3" name="Untertitel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de-DE"/>
              <a:t>Formatvorlage des Untertitelmasters durch Klicken bearbeiten</a:t>
            </a:r>
          </a:p>
        </p:txBody>
      </p:sp>
      <p:sp>
        <p:nvSpPr>
          <p:cNvPr id="5" name="Foliennummernplatzhalter 5"/>
          <p:cNvSpPr>
            <a:spLocks noGrp="1"/>
          </p:cNvSpPr>
          <p:nvPr>
            <p:ph type="sldNum" sz="quarter" idx="4"/>
          </p:nvPr>
        </p:nvSpPr>
        <p:spPr>
          <a:xfrm>
            <a:off x="3505907" y="6322681"/>
            <a:ext cx="2133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fld id="{678EF7AC-325E-49D0-8897-E637594B55B4}" type="slidenum">
              <a:rPr lang="de-DE" smtClean="0"/>
              <a:pPr/>
              <a:t>‹#›</a:t>
            </a:fld>
            <a:endParaRPr lang="de-DE" dirty="0"/>
          </a:p>
        </p:txBody>
      </p:sp>
    </p:spTree>
    <p:extLst>
      <p:ext uri="{BB962C8B-B14F-4D97-AF65-F5344CB8AC3E}">
        <p14:creationId xmlns:p14="http://schemas.microsoft.com/office/powerpoint/2010/main" val="27277009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el und Inhalt">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a:t>Titelmasterformat durch Klicken bearbeiten</a:t>
            </a:r>
          </a:p>
        </p:txBody>
      </p:sp>
      <p:sp>
        <p:nvSpPr>
          <p:cNvPr id="3" name="Inhaltsplatzhalter 2"/>
          <p:cNvSpPr>
            <a:spLocks noGrp="1"/>
          </p:cNvSpPr>
          <p:nvPr>
            <p:ph idx="1"/>
          </p:nvPr>
        </p:nvSpPr>
        <p:spPr/>
        <p:txBody>
          <a:bodyPr/>
          <a:lstStyle>
            <a:lvl1pPr>
              <a:buClr>
                <a:srgbClr val="00B050"/>
              </a:buClr>
              <a:defRPr/>
            </a:lvl1pPr>
          </a:lstStyle>
          <a:p>
            <a:pPr lvl="0"/>
            <a:r>
              <a:rPr lang="de-DE" dirty="0"/>
              <a:t>Textmasterformate durch Klicken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5" name="Foliennummernplatzhalter 5"/>
          <p:cNvSpPr>
            <a:spLocks noGrp="1"/>
          </p:cNvSpPr>
          <p:nvPr>
            <p:ph type="sldNum" sz="quarter" idx="4"/>
          </p:nvPr>
        </p:nvSpPr>
        <p:spPr>
          <a:xfrm>
            <a:off x="3505907" y="6322681"/>
            <a:ext cx="2133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fld id="{678EF7AC-325E-49D0-8897-E637594B55B4}" type="slidenum">
              <a:rPr lang="de-DE" smtClean="0"/>
              <a:pPr/>
              <a:t>‹#›</a:t>
            </a:fld>
            <a:endParaRPr lang="de-DE" dirty="0"/>
          </a:p>
        </p:txBody>
      </p:sp>
    </p:spTree>
    <p:extLst>
      <p:ext uri="{BB962C8B-B14F-4D97-AF65-F5344CB8AC3E}">
        <p14:creationId xmlns:p14="http://schemas.microsoft.com/office/powerpoint/2010/main" val="1995072538"/>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Abschnittsüberschrift">
    <p:spTree>
      <p:nvGrpSpPr>
        <p:cNvPr id="1" name=""/>
        <p:cNvGrpSpPr/>
        <p:nvPr/>
      </p:nvGrpSpPr>
      <p:grpSpPr>
        <a:xfrm>
          <a:off x="0" y="0"/>
          <a:ext cx="0" cy="0"/>
          <a:chOff x="0" y="0"/>
          <a:chExt cx="0" cy="0"/>
        </a:xfrm>
      </p:grpSpPr>
      <p:sp>
        <p:nvSpPr>
          <p:cNvPr id="2" name="Titel 1"/>
          <p:cNvSpPr>
            <a:spLocks noGrp="1"/>
          </p:cNvSpPr>
          <p:nvPr>
            <p:ph type="title"/>
          </p:nvPr>
        </p:nvSpPr>
        <p:spPr>
          <a:xfrm>
            <a:off x="722313" y="4406900"/>
            <a:ext cx="7772400" cy="1362075"/>
          </a:xfrm>
        </p:spPr>
        <p:txBody>
          <a:bodyPr/>
          <a:lstStyle>
            <a:lvl1pPr algn="l">
              <a:defRPr sz="4000" b="1" cap="all"/>
            </a:lvl1pPr>
          </a:lstStyle>
          <a:p>
            <a:r>
              <a:rPr lang="de-DE"/>
              <a:t>Titelmasterformat durch Klicken bearbeiten</a:t>
            </a:r>
          </a:p>
        </p:txBody>
      </p:sp>
      <p:sp>
        <p:nvSpPr>
          <p:cNvPr id="3" name="Textplatzhalt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de-DE"/>
              <a:t>Textmasterformate durch Klicken bearbeiten</a:t>
            </a:r>
          </a:p>
        </p:txBody>
      </p:sp>
      <p:sp>
        <p:nvSpPr>
          <p:cNvPr id="5" name="Foliennummernplatzhalter 5"/>
          <p:cNvSpPr>
            <a:spLocks noGrp="1"/>
          </p:cNvSpPr>
          <p:nvPr>
            <p:ph type="sldNum" sz="quarter" idx="4"/>
          </p:nvPr>
        </p:nvSpPr>
        <p:spPr>
          <a:xfrm>
            <a:off x="3505907" y="6322681"/>
            <a:ext cx="2133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fld id="{678EF7AC-325E-49D0-8897-E637594B55B4}" type="slidenum">
              <a:rPr lang="de-DE" smtClean="0"/>
              <a:pPr/>
              <a:t>‹#›</a:t>
            </a:fld>
            <a:endParaRPr lang="de-DE" dirty="0"/>
          </a:p>
        </p:txBody>
      </p:sp>
    </p:spTree>
    <p:extLst>
      <p:ext uri="{BB962C8B-B14F-4D97-AF65-F5344CB8AC3E}">
        <p14:creationId xmlns:p14="http://schemas.microsoft.com/office/powerpoint/2010/main" val="154595737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Zwei Inhalte">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a:t>Titelmasterformat durch Klicken bearbeiten</a:t>
            </a:r>
          </a:p>
        </p:txBody>
      </p:sp>
      <p:sp>
        <p:nvSpPr>
          <p:cNvPr id="3" name="Inhaltsplatzhalter 2"/>
          <p:cNvSpPr>
            <a:spLocks noGrp="1"/>
          </p:cNvSpPr>
          <p:nvPr>
            <p:ph sz="half" idx="1"/>
          </p:nvPr>
        </p:nvSpPr>
        <p:spPr>
          <a:xfrm>
            <a:off x="460375" y="1906588"/>
            <a:ext cx="4035425" cy="3959225"/>
          </a:xfrm>
        </p:spPr>
        <p:txBody>
          <a:bodyPr/>
          <a:lstStyle>
            <a:lvl1pPr>
              <a:buClr>
                <a:srgbClr val="00B050"/>
              </a:buCl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de-DE" dirty="0"/>
              <a:t>Textmasterformate durch Klicken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4" name="Inhaltsplatzhalter 3"/>
          <p:cNvSpPr>
            <a:spLocks noGrp="1"/>
          </p:cNvSpPr>
          <p:nvPr>
            <p:ph sz="half" idx="2"/>
          </p:nvPr>
        </p:nvSpPr>
        <p:spPr>
          <a:xfrm>
            <a:off x="4648200" y="1906588"/>
            <a:ext cx="4035425" cy="3959225"/>
          </a:xfrm>
        </p:spPr>
        <p:txBody>
          <a:bodyPr/>
          <a:lstStyle>
            <a:lvl1pPr>
              <a:buClr>
                <a:srgbClr val="00B050"/>
              </a:buCl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de-DE" dirty="0"/>
              <a:t>Textmasterformate durch Klicken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6" name="Foliennummernplatzhalter 5"/>
          <p:cNvSpPr>
            <a:spLocks noGrp="1"/>
          </p:cNvSpPr>
          <p:nvPr>
            <p:ph type="sldNum" sz="quarter" idx="4"/>
          </p:nvPr>
        </p:nvSpPr>
        <p:spPr>
          <a:xfrm>
            <a:off x="3505907" y="6322681"/>
            <a:ext cx="2133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fld id="{678EF7AC-325E-49D0-8897-E637594B55B4}" type="slidenum">
              <a:rPr lang="de-DE" smtClean="0"/>
              <a:pPr/>
              <a:t>‹#›</a:t>
            </a:fld>
            <a:endParaRPr lang="de-DE" dirty="0"/>
          </a:p>
        </p:txBody>
      </p:sp>
    </p:spTree>
    <p:extLst>
      <p:ext uri="{BB962C8B-B14F-4D97-AF65-F5344CB8AC3E}">
        <p14:creationId xmlns:p14="http://schemas.microsoft.com/office/powerpoint/2010/main" val="378059520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Vergleich">
    <p:spTree>
      <p:nvGrpSpPr>
        <p:cNvPr id="1" name=""/>
        <p:cNvGrpSpPr/>
        <p:nvPr/>
      </p:nvGrpSpPr>
      <p:grpSpPr>
        <a:xfrm>
          <a:off x="0" y="0"/>
          <a:ext cx="0" cy="0"/>
          <a:chOff x="0" y="0"/>
          <a:chExt cx="0" cy="0"/>
        </a:xfrm>
      </p:grpSpPr>
      <p:sp>
        <p:nvSpPr>
          <p:cNvPr id="2" name="Titel 1"/>
          <p:cNvSpPr>
            <a:spLocks noGrp="1"/>
          </p:cNvSpPr>
          <p:nvPr>
            <p:ph type="title"/>
          </p:nvPr>
        </p:nvSpPr>
        <p:spPr>
          <a:xfrm>
            <a:off x="457200" y="274638"/>
            <a:ext cx="8229600" cy="1143000"/>
          </a:xfrm>
        </p:spPr>
        <p:txBody>
          <a:bodyPr/>
          <a:lstStyle>
            <a:lvl1pPr>
              <a:defRPr/>
            </a:lvl1pPr>
          </a:lstStyle>
          <a:p>
            <a:r>
              <a:rPr lang="de-DE"/>
              <a:t>Titelmasterformat durch Klicken bearbeiten</a:t>
            </a:r>
          </a:p>
        </p:txBody>
      </p:sp>
      <p:sp>
        <p:nvSpPr>
          <p:cNvPr id="3" name="Textplatzhalt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a:t>Textmasterformate durch Klicken bearbeiten</a:t>
            </a:r>
          </a:p>
        </p:txBody>
      </p:sp>
      <p:sp>
        <p:nvSpPr>
          <p:cNvPr id="4" name="Inhaltsplatzhalter 3"/>
          <p:cNvSpPr>
            <a:spLocks noGrp="1"/>
          </p:cNvSpPr>
          <p:nvPr>
            <p:ph sz="half" idx="2"/>
          </p:nvPr>
        </p:nvSpPr>
        <p:spPr>
          <a:xfrm>
            <a:off x="457200" y="2174875"/>
            <a:ext cx="4040188" cy="3951288"/>
          </a:xfrm>
        </p:spPr>
        <p:txBody>
          <a:bodyPr/>
          <a:lstStyle>
            <a:lvl1pPr>
              <a:buClr>
                <a:srgbClr val="00B050"/>
              </a:buCl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de-DE" dirty="0"/>
              <a:t>Textmasterformate durch Klicken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5" name="Textplatzhalt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a:t>Textmasterformate durch Klicken bearbeiten</a:t>
            </a:r>
          </a:p>
        </p:txBody>
      </p:sp>
      <p:sp>
        <p:nvSpPr>
          <p:cNvPr id="6" name="Inhaltsplatzhalter 5"/>
          <p:cNvSpPr>
            <a:spLocks noGrp="1"/>
          </p:cNvSpPr>
          <p:nvPr>
            <p:ph sz="quarter" idx="4"/>
          </p:nvPr>
        </p:nvSpPr>
        <p:spPr>
          <a:xfrm>
            <a:off x="4645025" y="2174875"/>
            <a:ext cx="4041775" cy="3951288"/>
          </a:xfrm>
        </p:spPr>
        <p:txBody>
          <a:bodyPr/>
          <a:lstStyle>
            <a:lvl1pPr>
              <a:buClr>
                <a:srgbClr val="00B050"/>
              </a:buCl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de-DE" dirty="0"/>
              <a:t>Textmasterformate durch Klicken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8" name="Foliennummernplatzhalter 5"/>
          <p:cNvSpPr>
            <a:spLocks noGrp="1"/>
          </p:cNvSpPr>
          <p:nvPr>
            <p:ph type="sldNum" sz="quarter" idx="10"/>
          </p:nvPr>
        </p:nvSpPr>
        <p:spPr>
          <a:xfrm>
            <a:off x="3505907" y="6322681"/>
            <a:ext cx="2133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fld id="{678EF7AC-325E-49D0-8897-E637594B55B4}" type="slidenum">
              <a:rPr lang="de-DE" smtClean="0"/>
              <a:pPr/>
              <a:t>‹#›</a:t>
            </a:fld>
            <a:endParaRPr lang="de-DE" dirty="0"/>
          </a:p>
        </p:txBody>
      </p:sp>
    </p:spTree>
    <p:extLst>
      <p:ext uri="{BB962C8B-B14F-4D97-AF65-F5344CB8AC3E}">
        <p14:creationId xmlns:p14="http://schemas.microsoft.com/office/powerpoint/2010/main" val="416055323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Nur Titel">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a:t>Titelmasterformat durch Klicken bearbeiten</a:t>
            </a:r>
          </a:p>
        </p:txBody>
      </p:sp>
      <p:sp>
        <p:nvSpPr>
          <p:cNvPr id="4" name="Foliennummernplatzhalter 5"/>
          <p:cNvSpPr>
            <a:spLocks noGrp="1"/>
          </p:cNvSpPr>
          <p:nvPr>
            <p:ph type="sldNum" sz="quarter" idx="4"/>
          </p:nvPr>
        </p:nvSpPr>
        <p:spPr>
          <a:xfrm>
            <a:off x="3505907" y="6322681"/>
            <a:ext cx="2133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fld id="{678EF7AC-325E-49D0-8897-E637594B55B4}" type="slidenum">
              <a:rPr lang="de-DE" smtClean="0"/>
              <a:pPr/>
              <a:t>‹#›</a:t>
            </a:fld>
            <a:endParaRPr lang="de-DE" dirty="0"/>
          </a:p>
        </p:txBody>
      </p:sp>
    </p:spTree>
    <p:extLst>
      <p:ext uri="{BB962C8B-B14F-4D97-AF65-F5344CB8AC3E}">
        <p14:creationId xmlns:p14="http://schemas.microsoft.com/office/powerpoint/2010/main" val="306457371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Leer">
    <p:spTree>
      <p:nvGrpSpPr>
        <p:cNvPr id="1" name=""/>
        <p:cNvGrpSpPr/>
        <p:nvPr/>
      </p:nvGrpSpPr>
      <p:grpSpPr>
        <a:xfrm>
          <a:off x="0" y="0"/>
          <a:ext cx="0" cy="0"/>
          <a:chOff x="0" y="0"/>
          <a:chExt cx="0" cy="0"/>
        </a:xfrm>
      </p:grpSpPr>
      <p:sp>
        <p:nvSpPr>
          <p:cNvPr id="3" name="Foliennummernplatzhalter 5"/>
          <p:cNvSpPr>
            <a:spLocks noGrp="1"/>
          </p:cNvSpPr>
          <p:nvPr>
            <p:ph type="sldNum" sz="quarter" idx="4"/>
          </p:nvPr>
        </p:nvSpPr>
        <p:spPr>
          <a:xfrm>
            <a:off x="3505907" y="6322681"/>
            <a:ext cx="2133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fld id="{678EF7AC-325E-49D0-8897-E637594B55B4}" type="slidenum">
              <a:rPr lang="de-DE" smtClean="0"/>
              <a:pPr/>
              <a:t>‹#›</a:t>
            </a:fld>
            <a:endParaRPr lang="de-DE" dirty="0"/>
          </a:p>
        </p:txBody>
      </p:sp>
    </p:spTree>
    <p:extLst>
      <p:ext uri="{BB962C8B-B14F-4D97-AF65-F5344CB8AC3E}">
        <p14:creationId xmlns:p14="http://schemas.microsoft.com/office/powerpoint/2010/main" val="3749816106"/>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Inhalt mit Überschrift">
    <p:spTree>
      <p:nvGrpSpPr>
        <p:cNvPr id="1" name=""/>
        <p:cNvGrpSpPr/>
        <p:nvPr/>
      </p:nvGrpSpPr>
      <p:grpSpPr>
        <a:xfrm>
          <a:off x="0" y="0"/>
          <a:ext cx="0" cy="0"/>
          <a:chOff x="0" y="0"/>
          <a:chExt cx="0" cy="0"/>
        </a:xfrm>
      </p:grpSpPr>
      <p:sp>
        <p:nvSpPr>
          <p:cNvPr id="2" name="Titel 1"/>
          <p:cNvSpPr>
            <a:spLocks noGrp="1"/>
          </p:cNvSpPr>
          <p:nvPr>
            <p:ph type="title"/>
          </p:nvPr>
        </p:nvSpPr>
        <p:spPr>
          <a:xfrm>
            <a:off x="457200" y="273050"/>
            <a:ext cx="3008313" cy="1162050"/>
          </a:xfrm>
        </p:spPr>
        <p:txBody>
          <a:bodyPr anchor="b"/>
          <a:lstStyle>
            <a:lvl1pPr algn="l">
              <a:defRPr sz="2000" b="1"/>
            </a:lvl1pPr>
          </a:lstStyle>
          <a:p>
            <a:r>
              <a:rPr lang="de-DE"/>
              <a:t>Titelmasterformat durch Klicken bearbeiten</a:t>
            </a:r>
          </a:p>
        </p:txBody>
      </p:sp>
      <p:sp>
        <p:nvSpPr>
          <p:cNvPr id="3" name="Inhaltsplatzhalter 2"/>
          <p:cNvSpPr>
            <a:spLocks noGrp="1"/>
          </p:cNvSpPr>
          <p:nvPr>
            <p:ph idx="1"/>
          </p:nvPr>
        </p:nvSpPr>
        <p:spPr>
          <a:xfrm>
            <a:off x="3575050" y="273050"/>
            <a:ext cx="5111750" cy="5853113"/>
          </a:xfrm>
        </p:spPr>
        <p:txBody>
          <a:bodyPr/>
          <a:lstStyle>
            <a:lvl1pPr>
              <a:buClr>
                <a:srgbClr val="00B050"/>
              </a:buCl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de-DE" dirty="0"/>
              <a:t>Textmasterformate durch Klicken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4" name="Textplatzhalt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de-DE"/>
              <a:t>Textmasterformate durch Klicken bearbeiten</a:t>
            </a:r>
          </a:p>
        </p:txBody>
      </p:sp>
      <p:sp>
        <p:nvSpPr>
          <p:cNvPr id="6" name="Foliennummernplatzhalter 5"/>
          <p:cNvSpPr>
            <a:spLocks noGrp="1"/>
          </p:cNvSpPr>
          <p:nvPr>
            <p:ph type="sldNum" sz="quarter" idx="4"/>
          </p:nvPr>
        </p:nvSpPr>
        <p:spPr>
          <a:xfrm>
            <a:off x="3505907" y="6322681"/>
            <a:ext cx="2133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fld id="{678EF7AC-325E-49D0-8897-E637594B55B4}" type="slidenum">
              <a:rPr lang="de-DE" smtClean="0"/>
              <a:pPr/>
              <a:t>‹#›</a:t>
            </a:fld>
            <a:endParaRPr lang="de-DE" dirty="0"/>
          </a:p>
        </p:txBody>
      </p:sp>
    </p:spTree>
    <p:extLst>
      <p:ext uri="{BB962C8B-B14F-4D97-AF65-F5344CB8AC3E}">
        <p14:creationId xmlns:p14="http://schemas.microsoft.com/office/powerpoint/2010/main" val="268764137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Bild mit Überschrift">
    <p:spTree>
      <p:nvGrpSpPr>
        <p:cNvPr id="1" name=""/>
        <p:cNvGrpSpPr/>
        <p:nvPr/>
      </p:nvGrpSpPr>
      <p:grpSpPr>
        <a:xfrm>
          <a:off x="0" y="0"/>
          <a:ext cx="0" cy="0"/>
          <a:chOff x="0" y="0"/>
          <a:chExt cx="0" cy="0"/>
        </a:xfrm>
      </p:grpSpPr>
      <p:sp>
        <p:nvSpPr>
          <p:cNvPr id="2" name="Titel 1"/>
          <p:cNvSpPr>
            <a:spLocks noGrp="1"/>
          </p:cNvSpPr>
          <p:nvPr>
            <p:ph type="title"/>
          </p:nvPr>
        </p:nvSpPr>
        <p:spPr>
          <a:xfrm>
            <a:off x="1792288" y="4800600"/>
            <a:ext cx="5486400" cy="566738"/>
          </a:xfrm>
        </p:spPr>
        <p:txBody>
          <a:bodyPr anchor="b"/>
          <a:lstStyle>
            <a:lvl1pPr algn="l">
              <a:defRPr sz="2000" b="1"/>
            </a:lvl1pPr>
          </a:lstStyle>
          <a:p>
            <a:r>
              <a:rPr lang="de-DE"/>
              <a:t>Titelmasterformat durch Klicken bearbeiten</a:t>
            </a:r>
          </a:p>
        </p:txBody>
      </p:sp>
      <p:sp>
        <p:nvSpPr>
          <p:cNvPr id="3" name="Bildplatzhalt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de-DE" noProof="0"/>
          </a:p>
        </p:txBody>
      </p:sp>
      <p:sp>
        <p:nvSpPr>
          <p:cNvPr id="4" name="Textplatzhalt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de-DE"/>
              <a:t>Textmasterformate durch Klicken bearbeiten</a:t>
            </a:r>
          </a:p>
        </p:txBody>
      </p:sp>
      <p:sp>
        <p:nvSpPr>
          <p:cNvPr id="6" name="Foliennummernplatzhalter 5"/>
          <p:cNvSpPr>
            <a:spLocks noGrp="1"/>
          </p:cNvSpPr>
          <p:nvPr>
            <p:ph type="sldNum" sz="quarter" idx="4"/>
          </p:nvPr>
        </p:nvSpPr>
        <p:spPr>
          <a:xfrm>
            <a:off x="3505907" y="6322681"/>
            <a:ext cx="2133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fld id="{678EF7AC-325E-49D0-8897-E637594B55B4}" type="slidenum">
              <a:rPr lang="de-DE" smtClean="0"/>
              <a:pPr/>
              <a:t>‹#›</a:t>
            </a:fld>
            <a:endParaRPr lang="de-DE" dirty="0"/>
          </a:p>
        </p:txBody>
      </p:sp>
    </p:spTree>
    <p:extLst>
      <p:ext uri="{BB962C8B-B14F-4D97-AF65-F5344CB8AC3E}">
        <p14:creationId xmlns:p14="http://schemas.microsoft.com/office/powerpoint/2010/main" val="75392305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el und vertikaler Text">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a:t>Titelmasterformat durch Klicken bearbeiten</a:t>
            </a:r>
          </a:p>
        </p:txBody>
      </p:sp>
      <p:sp>
        <p:nvSpPr>
          <p:cNvPr id="3" name="Vertikaler Textplatzhalter 2"/>
          <p:cNvSpPr>
            <a:spLocks noGrp="1"/>
          </p:cNvSpPr>
          <p:nvPr>
            <p:ph type="body" orient="vert" idx="1"/>
          </p:nvPr>
        </p:nvSpPr>
        <p:spPr/>
        <p:txBody>
          <a:bodyPr vert="eaVert"/>
          <a:lstStyle>
            <a:lvl1pPr>
              <a:buClr>
                <a:srgbClr val="00B050"/>
              </a:buClr>
              <a:defRPr/>
            </a:lvl1pPr>
          </a:lstStyle>
          <a:p>
            <a:pPr lvl="0"/>
            <a:r>
              <a:rPr lang="de-DE" dirty="0"/>
              <a:t>Textmasterformate durch Klicken bearbeiten</a:t>
            </a:r>
          </a:p>
          <a:p>
            <a:pPr lvl="1"/>
            <a:r>
              <a:rPr lang="de-DE" dirty="0"/>
              <a:t>Zweite Ebene</a:t>
            </a:r>
          </a:p>
          <a:p>
            <a:pPr lvl="2"/>
            <a:r>
              <a:rPr lang="de-DE" dirty="0"/>
              <a:t>Dritte Ebene</a:t>
            </a:r>
          </a:p>
          <a:p>
            <a:pPr lvl="3"/>
            <a:r>
              <a:rPr lang="de-DE" dirty="0"/>
              <a:t>Vierte Ebene</a:t>
            </a:r>
          </a:p>
          <a:p>
            <a:pPr lvl="4"/>
            <a:r>
              <a:rPr lang="de-DE" dirty="0"/>
              <a:t>Fünfte Ebene</a:t>
            </a:r>
          </a:p>
        </p:txBody>
      </p:sp>
    </p:spTree>
    <p:extLst>
      <p:ext uri="{BB962C8B-B14F-4D97-AF65-F5344CB8AC3E}">
        <p14:creationId xmlns:p14="http://schemas.microsoft.com/office/powerpoint/2010/main" val="280014182"/>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kaler Titel und Text">
    <p:spTree>
      <p:nvGrpSpPr>
        <p:cNvPr id="1" name=""/>
        <p:cNvGrpSpPr/>
        <p:nvPr/>
      </p:nvGrpSpPr>
      <p:grpSpPr>
        <a:xfrm>
          <a:off x="0" y="0"/>
          <a:ext cx="0" cy="0"/>
          <a:chOff x="0" y="0"/>
          <a:chExt cx="0" cy="0"/>
        </a:xfrm>
      </p:grpSpPr>
      <p:sp>
        <p:nvSpPr>
          <p:cNvPr id="2" name="Vertikaler Titel 1"/>
          <p:cNvSpPr>
            <a:spLocks noGrp="1"/>
          </p:cNvSpPr>
          <p:nvPr>
            <p:ph type="title" orient="vert"/>
          </p:nvPr>
        </p:nvSpPr>
        <p:spPr>
          <a:xfrm>
            <a:off x="6627813" y="534988"/>
            <a:ext cx="2055812" cy="5330825"/>
          </a:xfrm>
        </p:spPr>
        <p:txBody>
          <a:bodyPr vert="eaVert"/>
          <a:lstStyle/>
          <a:p>
            <a:r>
              <a:rPr lang="de-DE"/>
              <a:t>Titelmasterformat durch Klicken bearbeiten</a:t>
            </a:r>
          </a:p>
        </p:txBody>
      </p:sp>
      <p:sp>
        <p:nvSpPr>
          <p:cNvPr id="3" name="Vertikaler Textplatzhalter 2"/>
          <p:cNvSpPr>
            <a:spLocks noGrp="1"/>
          </p:cNvSpPr>
          <p:nvPr>
            <p:ph type="body" orient="vert" idx="1"/>
          </p:nvPr>
        </p:nvSpPr>
        <p:spPr>
          <a:xfrm>
            <a:off x="460375" y="534988"/>
            <a:ext cx="6015038" cy="5330825"/>
          </a:xfrm>
        </p:spPr>
        <p:txBody>
          <a:bodyPr vert="eaVert"/>
          <a:lstStyle>
            <a:lvl1pPr>
              <a:buClr>
                <a:srgbClr val="00B050"/>
              </a:buClr>
              <a:defRPr/>
            </a:lvl1pPr>
          </a:lstStyle>
          <a:p>
            <a:pPr lvl="0"/>
            <a:r>
              <a:rPr lang="de-DE" dirty="0"/>
              <a:t>Textmasterformate durch Klicken bearbeiten</a:t>
            </a:r>
          </a:p>
          <a:p>
            <a:pPr lvl="1"/>
            <a:r>
              <a:rPr lang="de-DE" dirty="0"/>
              <a:t>Zweite Ebene</a:t>
            </a:r>
          </a:p>
          <a:p>
            <a:pPr lvl="2"/>
            <a:r>
              <a:rPr lang="de-DE" dirty="0"/>
              <a:t>Dritte Ebene</a:t>
            </a:r>
          </a:p>
          <a:p>
            <a:pPr lvl="3"/>
            <a:r>
              <a:rPr lang="de-DE" dirty="0"/>
              <a:t>Vierte Ebene</a:t>
            </a:r>
          </a:p>
          <a:p>
            <a:pPr lvl="4"/>
            <a:r>
              <a:rPr lang="de-DE" dirty="0"/>
              <a:t>Fünfte Ebene</a:t>
            </a:r>
          </a:p>
        </p:txBody>
      </p:sp>
    </p:spTree>
    <p:extLst>
      <p:ext uri="{BB962C8B-B14F-4D97-AF65-F5344CB8AC3E}">
        <p14:creationId xmlns:p14="http://schemas.microsoft.com/office/powerpoint/2010/main" val="348791877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jpeg"/></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image" Target="../media/image1.jpeg"/><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image" Target="../media/image2.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460375" y="382588"/>
            <a:ext cx="8223250" cy="43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lvl="0"/>
            <a:r>
              <a:rPr lang="de-DE"/>
              <a:t>Mastertitelformat bearbeiten</a:t>
            </a:r>
          </a:p>
        </p:txBody>
      </p:sp>
      <p:sp>
        <p:nvSpPr>
          <p:cNvPr id="1027" name="Rectangle 3"/>
          <p:cNvSpPr>
            <a:spLocks noGrp="1" noChangeArrowheads="1"/>
          </p:cNvSpPr>
          <p:nvPr>
            <p:ph type="body" idx="1"/>
          </p:nvPr>
        </p:nvSpPr>
        <p:spPr bwMode="auto">
          <a:xfrm>
            <a:off x="460375" y="1773238"/>
            <a:ext cx="8223250" cy="4092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1028" name="Line 7"/>
          <p:cNvSpPr>
            <a:spLocks noChangeShapeType="1"/>
          </p:cNvSpPr>
          <p:nvPr/>
        </p:nvSpPr>
        <p:spPr bwMode="auto">
          <a:xfrm>
            <a:off x="460375" y="6113463"/>
            <a:ext cx="8223250" cy="0"/>
          </a:xfrm>
          <a:prstGeom prst="line">
            <a:avLst/>
          </a:prstGeom>
          <a:noFill/>
          <a:ln w="31750">
            <a:solidFill>
              <a:srgbClr val="FF0000"/>
            </a:solidFill>
            <a:round/>
            <a:headEnd/>
            <a:tailEnd/>
          </a:ln>
          <a:extLst>
            <a:ext uri="{909E8E84-426E-40DD-AFC4-6F175D3DCCD1}">
              <a14:hiddenFill xmlns:a14="http://schemas.microsoft.com/office/drawing/2010/main">
                <a:noFill/>
              </a14:hiddenFill>
            </a:ext>
          </a:extLst>
        </p:spPr>
        <p:txBody>
          <a:bodyPr/>
          <a:lstStyle/>
          <a:p>
            <a:endParaRPr lang="de-DE"/>
          </a:p>
        </p:txBody>
      </p:sp>
      <p:sp>
        <p:nvSpPr>
          <p:cNvPr id="8" name="Foliennummernplatzhalter 5"/>
          <p:cNvSpPr>
            <a:spLocks noGrp="1"/>
          </p:cNvSpPr>
          <p:nvPr>
            <p:ph type="sldNum" sz="quarter" idx="4"/>
          </p:nvPr>
        </p:nvSpPr>
        <p:spPr>
          <a:xfrm>
            <a:off x="3505907" y="6322681"/>
            <a:ext cx="2133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fld id="{678EF7AC-325E-49D0-8897-E637594B55B4}" type="slidenum">
              <a:rPr lang="de-DE" smtClean="0"/>
              <a:pPr/>
              <a:t>‹#›</a:t>
            </a:fld>
            <a:endParaRPr lang="de-DE" dirty="0"/>
          </a:p>
        </p:txBody>
      </p:sp>
      <p:pic>
        <p:nvPicPr>
          <p:cNvPr id="9" name="Picture 2" descr="C:\Backup\Lancaster University\Templates\scitech_logo_275.jpg"/>
          <p:cNvPicPr>
            <a:picLocks noChangeAspect="1" noChangeArrowheads="1"/>
          </p:cNvPicPr>
          <p:nvPr/>
        </p:nvPicPr>
        <p:blipFill>
          <a:blip r:embed="rId13" cstate="print">
            <a:extLst>
              <a:ext uri="{28A0092B-C50C-407E-A947-70E740481C1C}">
                <a14:useLocalDpi xmlns:a14="http://schemas.microsoft.com/office/drawing/2010/main" val="0"/>
              </a:ext>
            </a:extLst>
          </a:blip>
          <a:srcRect/>
          <a:stretch>
            <a:fillRect/>
          </a:stretch>
        </p:blipFill>
        <p:spPr bwMode="auto">
          <a:xfrm>
            <a:off x="530657" y="6170382"/>
            <a:ext cx="995363" cy="608076"/>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9" descr="C:\Users\montazer\Backup\Lancaster University\Teaching\ENGR228_Digital Electronic\Digital Electronics 2016\NewLogo1.jpg"/>
          <p:cNvPicPr>
            <a:picLocks noChangeAspect="1" noChangeArrowheads="1"/>
          </p:cNvPicPr>
          <p:nvPr userDrawn="1"/>
        </p:nvPicPr>
        <p:blipFill>
          <a:blip r:embed="rId14" cstate="print">
            <a:extLst>
              <a:ext uri="{28A0092B-C50C-407E-A947-70E740481C1C}">
                <a14:useLocalDpi xmlns:a14="http://schemas.microsoft.com/office/drawing/2010/main" val="0"/>
              </a:ext>
            </a:extLst>
          </a:blip>
          <a:srcRect/>
          <a:stretch>
            <a:fillRect/>
          </a:stretch>
        </p:blipFill>
        <p:spPr bwMode="auto">
          <a:xfrm>
            <a:off x="7465681" y="6170382"/>
            <a:ext cx="1078179" cy="666000"/>
          </a:xfrm>
          <a:prstGeom prst="rect">
            <a:avLst/>
          </a:prstGeom>
          <a:noFill/>
          <a:extLst>
            <a:ext uri="{909E8E84-426E-40DD-AFC4-6F175D3DCCD1}">
              <a14:hiddenFill xmlns:a14="http://schemas.microsoft.com/office/drawing/2010/main">
                <a:solidFill>
                  <a:srgbClr val="FFFFFF"/>
                </a:solidFill>
              </a14:hiddenFill>
            </a:ext>
          </a:extLst>
        </p:spPr>
      </p:pic>
    </p:spTree>
  </p:cSld>
  <p:clrMap bg1="lt1" tx1="dk1" bg2="lt2" tx2="dk2" accent1="accent1" accent2="accent2" accent3="accent3" accent4="accent4" accent5="accent5" accent6="accent6" hlink="hlink" folHlink="folHlink"/>
  <p:sldLayoutIdLst>
    <p:sldLayoutId id="2147483740" r:id="rId1"/>
    <p:sldLayoutId id="2147483719" r:id="rId2"/>
    <p:sldLayoutId id="2147483720" r:id="rId3"/>
    <p:sldLayoutId id="2147483721" r:id="rId4"/>
    <p:sldLayoutId id="2147483722" r:id="rId5"/>
    <p:sldLayoutId id="2147483723" r:id="rId6"/>
    <p:sldLayoutId id="2147483724" r:id="rId7"/>
    <p:sldLayoutId id="2147483725" r:id="rId8"/>
    <p:sldLayoutId id="2147483726" r:id="rId9"/>
    <p:sldLayoutId id="2147483727" r:id="rId10"/>
    <p:sldLayoutId id="2147483728" r:id="rId11"/>
  </p:sldLayoutIdLst>
  <p:txStyles>
    <p:titleStyle>
      <a:lvl1pPr algn="l" rtl="0" eaLnBrk="0" fontAlgn="base" hangingPunct="0">
        <a:spcBef>
          <a:spcPct val="0"/>
        </a:spcBef>
        <a:spcAft>
          <a:spcPct val="0"/>
        </a:spcAft>
        <a:defRPr sz="2400" b="1">
          <a:solidFill>
            <a:schemeClr val="tx1"/>
          </a:solidFill>
          <a:latin typeface="+mj-lt"/>
          <a:ea typeface="+mj-ea"/>
          <a:cs typeface="+mj-cs"/>
        </a:defRPr>
      </a:lvl1pPr>
      <a:lvl2pPr algn="l" rtl="0" eaLnBrk="0" fontAlgn="base" hangingPunct="0">
        <a:spcBef>
          <a:spcPct val="0"/>
        </a:spcBef>
        <a:spcAft>
          <a:spcPct val="0"/>
        </a:spcAft>
        <a:defRPr sz="2400" b="1">
          <a:solidFill>
            <a:schemeClr val="tx1"/>
          </a:solidFill>
          <a:latin typeface="Frutiger LT Com 45 Light" pitchFamily="1" charset="0"/>
        </a:defRPr>
      </a:lvl2pPr>
      <a:lvl3pPr algn="l" rtl="0" eaLnBrk="0" fontAlgn="base" hangingPunct="0">
        <a:spcBef>
          <a:spcPct val="0"/>
        </a:spcBef>
        <a:spcAft>
          <a:spcPct val="0"/>
        </a:spcAft>
        <a:defRPr sz="2400" b="1">
          <a:solidFill>
            <a:schemeClr val="tx1"/>
          </a:solidFill>
          <a:latin typeface="Frutiger LT Com 45 Light" pitchFamily="1" charset="0"/>
        </a:defRPr>
      </a:lvl3pPr>
      <a:lvl4pPr algn="l" rtl="0" eaLnBrk="0" fontAlgn="base" hangingPunct="0">
        <a:spcBef>
          <a:spcPct val="0"/>
        </a:spcBef>
        <a:spcAft>
          <a:spcPct val="0"/>
        </a:spcAft>
        <a:defRPr sz="2400" b="1">
          <a:solidFill>
            <a:schemeClr val="tx1"/>
          </a:solidFill>
          <a:latin typeface="Frutiger LT Com 45 Light" pitchFamily="1" charset="0"/>
        </a:defRPr>
      </a:lvl4pPr>
      <a:lvl5pPr algn="l" rtl="0" eaLnBrk="0" fontAlgn="base" hangingPunct="0">
        <a:spcBef>
          <a:spcPct val="0"/>
        </a:spcBef>
        <a:spcAft>
          <a:spcPct val="0"/>
        </a:spcAft>
        <a:defRPr sz="2400" b="1">
          <a:solidFill>
            <a:schemeClr val="tx1"/>
          </a:solidFill>
          <a:latin typeface="Frutiger LT Com 45 Light" pitchFamily="1" charset="0"/>
        </a:defRPr>
      </a:lvl5pPr>
      <a:lvl6pPr marL="457200" algn="l" rtl="0" fontAlgn="base">
        <a:spcBef>
          <a:spcPct val="0"/>
        </a:spcBef>
        <a:spcAft>
          <a:spcPct val="0"/>
        </a:spcAft>
        <a:defRPr sz="2400" b="1">
          <a:solidFill>
            <a:schemeClr val="tx1"/>
          </a:solidFill>
          <a:latin typeface="Frutiger LT Com 45 Light" pitchFamily="1" charset="0"/>
        </a:defRPr>
      </a:lvl6pPr>
      <a:lvl7pPr marL="914400" algn="l" rtl="0" fontAlgn="base">
        <a:spcBef>
          <a:spcPct val="0"/>
        </a:spcBef>
        <a:spcAft>
          <a:spcPct val="0"/>
        </a:spcAft>
        <a:defRPr sz="2400" b="1">
          <a:solidFill>
            <a:schemeClr val="tx1"/>
          </a:solidFill>
          <a:latin typeface="Frutiger LT Com 45 Light" pitchFamily="1" charset="0"/>
        </a:defRPr>
      </a:lvl7pPr>
      <a:lvl8pPr marL="1371600" algn="l" rtl="0" fontAlgn="base">
        <a:spcBef>
          <a:spcPct val="0"/>
        </a:spcBef>
        <a:spcAft>
          <a:spcPct val="0"/>
        </a:spcAft>
        <a:defRPr sz="2400" b="1">
          <a:solidFill>
            <a:schemeClr val="tx1"/>
          </a:solidFill>
          <a:latin typeface="Frutiger LT Com 45 Light" pitchFamily="1" charset="0"/>
        </a:defRPr>
      </a:lvl8pPr>
      <a:lvl9pPr marL="1828800" algn="l" rtl="0" fontAlgn="base">
        <a:spcBef>
          <a:spcPct val="0"/>
        </a:spcBef>
        <a:spcAft>
          <a:spcPct val="0"/>
        </a:spcAft>
        <a:defRPr sz="2400" b="1">
          <a:solidFill>
            <a:schemeClr val="tx1"/>
          </a:solidFill>
          <a:latin typeface="Frutiger LT Com 45 Light" pitchFamily="1" charset="0"/>
        </a:defRPr>
      </a:lvl9pPr>
    </p:titleStyle>
    <p:bodyStyle>
      <a:lvl1pPr marL="342900" indent="-342900" algn="l" rtl="0" eaLnBrk="0" fontAlgn="base" hangingPunct="0">
        <a:spcBef>
          <a:spcPct val="0"/>
        </a:spcBef>
        <a:spcAft>
          <a:spcPct val="40000"/>
        </a:spcAft>
        <a:buClr>
          <a:schemeClr val="tx2"/>
        </a:buClr>
        <a:buFont typeface="Wingdings" pitchFamily="1" charset="2"/>
        <a:defRPr>
          <a:solidFill>
            <a:schemeClr val="tx1"/>
          </a:solidFill>
          <a:latin typeface="+mn-lt"/>
          <a:ea typeface="+mn-ea"/>
          <a:cs typeface="+mn-cs"/>
        </a:defRPr>
      </a:lvl1pPr>
      <a:lvl2pPr marL="268288" indent="-266700" algn="l" rtl="0" eaLnBrk="0" fontAlgn="base" hangingPunct="0">
        <a:spcBef>
          <a:spcPct val="0"/>
        </a:spcBef>
        <a:spcAft>
          <a:spcPct val="40000"/>
        </a:spcAft>
        <a:buClr>
          <a:srgbClr val="FF0000"/>
        </a:buClr>
        <a:buFont typeface="Wingdings" pitchFamily="1" charset="2"/>
        <a:buChar char="n"/>
        <a:defRPr>
          <a:solidFill>
            <a:schemeClr val="tx1"/>
          </a:solidFill>
          <a:latin typeface="+mn-lt"/>
        </a:defRPr>
      </a:lvl2pPr>
      <a:lvl3pPr marL="531813" indent="-261938" algn="l" rtl="0" eaLnBrk="0" fontAlgn="base" hangingPunct="0">
        <a:spcBef>
          <a:spcPct val="0"/>
        </a:spcBef>
        <a:spcAft>
          <a:spcPct val="40000"/>
        </a:spcAft>
        <a:buClr>
          <a:schemeClr val="bg2"/>
        </a:buClr>
        <a:buFont typeface="Wingdings" pitchFamily="1" charset="2"/>
        <a:buChar char="n"/>
        <a:defRPr>
          <a:solidFill>
            <a:schemeClr val="tx1"/>
          </a:solidFill>
          <a:latin typeface="+mn-lt"/>
        </a:defRPr>
      </a:lvl3pPr>
      <a:lvl4pPr marL="800100" indent="-266700" algn="l" rtl="0" eaLnBrk="0" fontAlgn="base" hangingPunct="0">
        <a:spcBef>
          <a:spcPct val="0"/>
        </a:spcBef>
        <a:spcAft>
          <a:spcPct val="40000"/>
        </a:spcAft>
        <a:buClr>
          <a:schemeClr val="bg2"/>
        </a:buClr>
        <a:buFont typeface="Wingdings" pitchFamily="1" charset="2"/>
        <a:buChar char="n"/>
        <a:defRPr>
          <a:solidFill>
            <a:schemeClr val="tx1"/>
          </a:solidFill>
          <a:latin typeface="+mn-lt"/>
        </a:defRPr>
      </a:lvl4pPr>
      <a:lvl5pPr marL="1079500" indent="-277813" algn="l" rtl="0" eaLnBrk="0" fontAlgn="base" hangingPunct="0">
        <a:spcBef>
          <a:spcPct val="0"/>
        </a:spcBef>
        <a:spcAft>
          <a:spcPct val="40000"/>
        </a:spcAft>
        <a:buClr>
          <a:schemeClr val="bg2"/>
        </a:buClr>
        <a:buFont typeface="Wingdings" pitchFamily="1" charset="2"/>
        <a:buChar char="n"/>
        <a:defRPr>
          <a:solidFill>
            <a:schemeClr val="tx1"/>
          </a:solidFill>
          <a:latin typeface="+mn-lt"/>
        </a:defRPr>
      </a:lvl5pPr>
      <a:lvl6pPr marL="1536700" indent="-277813" algn="l" rtl="0" fontAlgn="base">
        <a:spcBef>
          <a:spcPct val="0"/>
        </a:spcBef>
        <a:spcAft>
          <a:spcPct val="40000"/>
        </a:spcAft>
        <a:buClr>
          <a:schemeClr val="bg2"/>
        </a:buClr>
        <a:buFont typeface="Wingdings" pitchFamily="1" charset="2"/>
        <a:buChar char="n"/>
        <a:defRPr>
          <a:solidFill>
            <a:schemeClr val="tx1"/>
          </a:solidFill>
          <a:latin typeface="+mn-lt"/>
        </a:defRPr>
      </a:lvl6pPr>
      <a:lvl7pPr marL="1993900" indent="-277813" algn="l" rtl="0" fontAlgn="base">
        <a:spcBef>
          <a:spcPct val="0"/>
        </a:spcBef>
        <a:spcAft>
          <a:spcPct val="40000"/>
        </a:spcAft>
        <a:buClr>
          <a:schemeClr val="bg2"/>
        </a:buClr>
        <a:buFont typeface="Wingdings" pitchFamily="1" charset="2"/>
        <a:buChar char="n"/>
        <a:defRPr>
          <a:solidFill>
            <a:schemeClr val="tx1"/>
          </a:solidFill>
          <a:latin typeface="+mn-lt"/>
        </a:defRPr>
      </a:lvl7pPr>
      <a:lvl8pPr marL="2451100" indent="-277813" algn="l" rtl="0" fontAlgn="base">
        <a:spcBef>
          <a:spcPct val="0"/>
        </a:spcBef>
        <a:spcAft>
          <a:spcPct val="40000"/>
        </a:spcAft>
        <a:buClr>
          <a:schemeClr val="bg2"/>
        </a:buClr>
        <a:buFont typeface="Wingdings" pitchFamily="1" charset="2"/>
        <a:buChar char="n"/>
        <a:defRPr>
          <a:solidFill>
            <a:schemeClr val="tx1"/>
          </a:solidFill>
          <a:latin typeface="+mn-lt"/>
        </a:defRPr>
      </a:lvl8pPr>
      <a:lvl9pPr marL="2908300" indent="-277813" algn="l" rtl="0" fontAlgn="base">
        <a:spcBef>
          <a:spcPct val="0"/>
        </a:spcBef>
        <a:spcAft>
          <a:spcPct val="40000"/>
        </a:spcAft>
        <a:buClr>
          <a:schemeClr val="bg2"/>
        </a:buClr>
        <a:buFont typeface="Wingdings" pitchFamily="1" charset="2"/>
        <a:buChar char="n"/>
        <a:defRPr>
          <a:solidFill>
            <a:schemeClr val="tx1"/>
          </a:solidFill>
          <a:latin typeface="+mn-lt"/>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50" name="Rectangle 2"/>
          <p:cNvSpPr>
            <a:spLocks noGrp="1" noChangeArrowheads="1"/>
          </p:cNvSpPr>
          <p:nvPr>
            <p:ph type="title"/>
          </p:nvPr>
        </p:nvSpPr>
        <p:spPr bwMode="auto">
          <a:xfrm>
            <a:off x="460375" y="534988"/>
            <a:ext cx="8223250"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lvl="0"/>
            <a:r>
              <a:rPr lang="de-DE"/>
              <a:t>Mastertitelformat bearbeiten</a:t>
            </a:r>
          </a:p>
        </p:txBody>
      </p:sp>
      <p:sp>
        <p:nvSpPr>
          <p:cNvPr id="2051" name="Rectangle 3"/>
          <p:cNvSpPr>
            <a:spLocks noGrp="1" noChangeArrowheads="1"/>
          </p:cNvSpPr>
          <p:nvPr>
            <p:ph type="body" idx="1"/>
          </p:nvPr>
        </p:nvSpPr>
        <p:spPr bwMode="auto">
          <a:xfrm>
            <a:off x="460375" y="1906588"/>
            <a:ext cx="8223250" cy="3959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2052" name="Line 4"/>
          <p:cNvSpPr>
            <a:spLocks noChangeShapeType="1"/>
          </p:cNvSpPr>
          <p:nvPr/>
        </p:nvSpPr>
        <p:spPr bwMode="auto">
          <a:xfrm>
            <a:off x="460375" y="6113463"/>
            <a:ext cx="8223250" cy="0"/>
          </a:xfrm>
          <a:prstGeom prst="line">
            <a:avLst/>
          </a:prstGeom>
          <a:noFill/>
          <a:ln w="31750">
            <a:solidFill>
              <a:srgbClr val="FF0000"/>
            </a:solidFill>
            <a:round/>
            <a:headEnd/>
            <a:tailEnd/>
          </a:ln>
          <a:extLst>
            <a:ext uri="{909E8E84-426E-40DD-AFC4-6F175D3DCCD1}">
              <a14:hiddenFill xmlns:a14="http://schemas.microsoft.com/office/drawing/2010/main">
                <a:noFill/>
              </a14:hiddenFill>
            </a:ext>
          </a:extLst>
        </p:spPr>
        <p:txBody>
          <a:bodyPr/>
          <a:lstStyle/>
          <a:p>
            <a:endParaRPr lang="de-DE"/>
          </a:p>
        </p:txBody>
      </p:sp>
      <p:sp>
        <p:nvSpPr>
          <p:cNvPr id="2054" name="Line 7"/>
          <p:cNvSpPr>
            <a:spLocks noChangeShapeType="1"/>
          </p:cNvSpPr>
          <p:nvPr/>
        </p:nvSpPr>
        <p:spPr bwMode="auto">
          <a:xfrm>
            <a:off x="460375" y="1601788"/>
            <a:ext cx="8223250" cy="0"/>
          </a:xfrm>
          <a:prstGeom prst="line">
            <a:avLst/>
          </a:prstGeom>
          <a:noFill/>
          <a:ln w="12700">
            <a:solidFill>
              <a:srgbClr val="FF0000"/>
            </a:solidFill>
            <a:round/>
            <a:headEnd/>
            <a:tailEnd/>
          </a:ln>
          <a:extLst>
            <a:ext uri="{909E8E84-426E-40DD-AFC4-6F175D3DCCD1}">
              <a14:hiddenFill xmlns:a14="http://schemas.microsoft.com/office/drawing/2010/main">
                <a:noFill/>
              </a14:hiddenFill>
            </a:ext>
          </a:extLst>
        </p:spPr>
        <p:txBody>
          <a:bodyPr/>
          <a:lstStyle/>
          <a:p>
            <a:endParaRPr lang="de-DE"/>
          </a:p>
        </p:txBody>
      </p:sp>
      <p:sp>
        <p:nvSpPr>
          <p:cNvPr id="2055" name="Line 8"/>
          <p:cNvSpPr>
            <a:spLocks noChangeShapeType="1"/>
          </p:cNvSpPr>
          <p:nvPr/>
        </p:nvSpPr>
        <p:spPr bwMode="auto">
          <a:xfrm>
            <a:off x="460375" y="476250"/>
            <a:ext cx="8223250" cy="0"/>
          </a:xfrm>
          <a:prstGeom prst="line">
            <a:avLst/>
          </a:prstGeom>
          <a:noFill/>
          <a:ln w="50800">
            <a:solidFill>
              <a:srgbClr val="FF0000"/>
            </a:solidFill>
            <a:round/>
            <a:headEnd/>
            <a:tailEnd/>
          </a:ln>
          <a:extLst>
            <a:ext uri="{909E8E84-426E-40DD-AFC4-6F175D3DCCD1}">
              <a14:hiddenFill xmlns:a14="http://schemas.microsoft.com/office/drawing/2010/main">
                <a:noFill/>
              </a14:hiddenFill>
            </a:ext>
          </a:extLst>
        </p:spPr>
        <p:txBody>
          <a:bodyPr/>
          <a:lstStyle/>
          <a:p>
            <a:endParaRPr lang="de-DE"/>
          </a:p>
        </p:txBody>
      </p:sp>
      <p:sp>
        <p:nvSpPr>
          <p:cNvPr id="11" name="Foliennummernplatzhalter 5"/>
          <p:cNvSpPr>
            <a:spLocks noGrp="1"/>
          </p:cNvSpPr>
          <p:nvPr>
            <p:ph type="sldNum" sz="quarter" idx="4"/>
          </p:nvPr>
        </p:nvSpPr>
        <p:spPr>
          <a:xfrm>
            <a:off x="3505907" y="6322681"/>
            <a:ext cx="2133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fld id="{678EF7AC-325E-49D0-8897-E637594B55B4}" type="slidenum">
              <a:rPr lang="de-DE" smtClean="0"/>
              <a:pPr/>
              <a:t>‹#›</a:t>
            </a:fld>
            <a:endParaRPr lang="de-DE" dirty="0"/>
          </a:p>
        </p:txBody>
      </p:sp>
      <p:pic>
        <p:nvPicPr>
          <p:cNvPr id="69634" name="Picture 2" descr="C:\Backup\Lancaster University\Templates\scitech_logo_275.jpg"/>
          <p:cNvPicPr>
            <a:picLocks noChangeAspect="1" noChangeArrowheads="1"/>
          </p:cNvPicPr>
          <p:nvPr/>
        </p:nvPicPr>
        <p:blipFill>
          <a:blip r:embed="rId13" cstate="print">
            <a:extLst>
              <a:ext uri="{28A0092B-C50C-407E-A947-70E740481C1C}">
                <a14:useLocalDpi xmlns:a14="http://schemas.microsoft.com/office/drawing/2010/main" val="0"/>
              </a:ext>
            </a:extLst>
          </a:blip>
          <a:srcRect/>
          <a:stretch>
            <a:fillRect/>
          </a:stretch>
        </p:blipFill>
        <p:spPr bwMode="auto">
          <a:xfrm>
            <a:off x="530657" y="6170382"/>
            <a:ext cx="995363" cy="608076"/>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9" descr="C:\Users\montazer\Backup\Lancaster University\Teaching\ENGR228_Digital Electronic\Digital Electronics 2016\NewLogo1.jpg"/>
          <p:cNvPicPr>
            <a:picLocks noChangeAspect="1" noChangeArrowheads="1"/>
          </p:cNvPicPr>
          <p:nvPr userDrawn="1"/>
        </p:nvPicPr>
        <p:blipFill>
          <a:blip r:embed="rId14" cstate="print">
            <a:extLst>
              <a:ext uri="{28A0092B-C50C-407E-A947-70E740481C1C}">
                <a14:useLocalDpi xmlns:a14="http://schemas.microsoft.com/office/drawing/2010/main" val="0"/>
              </a:ext>
            </a:extLst>
          </a:blip>
          <a:srcRect/>
          <a:stretch>
            <a:fillRect/>
          </a:stretch>
        </p:blipFill>
        <p:spPr bwMode="auto">
          <a:xfrm>
            <a:off x="7465681" y="6170382"/>
            <a:ext cx="1078179" cy="666000"/>
          </a:xfrm>
          <a:prstGeom prst="rect">
            <a:avLst/>
          </a:prstGeom>
          <a:noFill/>
          <a:extLst>
            <a:ext uri="{909E8E84-426E-40DD-AFC4-6F175D3DCCD1}">
              <a14:hiddenFill xmlns:a14="http://schemas.microsoft.com/office/drawing/2010/main">
                <a:solidFill>
                  <a:srgbClr val="FFFFFF"/>
                </a:solidFill>
              </a14:hiddenFill>
            </a:ext>
          </a:extLst>
        </p:spPr>
      </p:pic>
    </p:spTree>
  </p:cSld>
  <p:clrMap bg1="lt1" tx1="dk1" bg2="lt2" tx2="dk2" accent1="accent1" accent2="accent2" accent3="accent3" accent4="accent4" accent5="accent5" accent6="accent6" hlink="hlink" folHlink="folHlink"/>
  <p:sldLayoutIdLst>
    <p:sldLayoutId id="2147483729" r:id="rId1"/>
    <p:sldLayoutId id="2147483730" r:id="rId2"/>
    <p:sldLayoutId id="2147483731" r:id="rId3"/>
    <p:sldLayoutId id="2147483732" r:id="rId4"/>
    <p:sldLayoutId id="2147483733" r:id="rId5"/>
    <p:sldLayoutId id="2147483734" r:id="rId6"/>
    <p:sldLayoutId id="2147483735" r:id="rId7"/>
    <p:sldLayoutId id="2147483736" r:id="rId8"/>
    <p:sldLayoutId id="2147483737" r:id="rId9"/>
    <p:sldLayoutId id="2147483738" r:id="rId10"/>
    <p:sldLayoutId id="2147483739" r:id="rId11"/>
  </p:sldLayoutIdLst>
  <p:txStyles>
    <p:titleStyle>
      <a:lvl1pPr algn="l" rtl="0" eaLnBrk="0" fontAlgn="base" hangingPunct="0">
        <a:spcBef>
          <a:spcPct val="0"/>
        </a:spcBef>
        <a:spcAft>
          <a:spcPct val="0"/>
        </a:spcAft>
        <a:defRPr sz="3200" b="1">
          <a:solidFill>
            <a:schemeClr val="tx1"/>
          </a:solidFill>
          <a:latin typeface="+mj-lt"/>
          <a:ea typeface="+mj-ea"/>
          <a:cs typeface="+mj-cs"/>
        </a:defRPr>
      </a:lvl1pPr>
      <a:lvl2pPr algn="l" rtl="0" eaLnBrk="0" fontAlgn="base" hangingPunct="0">
        <a:spcBef>
          <a:spcPct val="0"/>
        </a:spcBef>
        <a:spcAft>
          <a:spcPct val="0"/>
        </a:spcAft>
        <a:defRPr sz="3200" b="1">
          <a:solidFill>
            <a:schemeClr val="tx1"/>
          </a:solidFill>
          <a:latin typeface="Frutiger LT Com 45 Light" pitchFamily="1" charset="0"/>
        </a:defRPr>
      </a:lvl2pPr>
      <a:lvl3pPr algn="l" rtl="0" eaLnBrk="0" fontAlgn="base" hangingPunct="0">
        <a:spcBef>
          <a:spcPct val="0"/>
        </a:spcBef>
        <a:spcAft>
          <a:spcPct val="0"/>
        </a:spcAft>
        <a:defRPr sz="3200" b="1">
          <a:solidFill>
            <a:schemeClr val="tx1"/>
          </a:solidFill>
          <a:latin typeface="Frutiger LT Com 45 Light" pitchFamily="1" charset="0"/>
        </a:defRPr>
      </a:lvl3pPr>
      <a:lvl4pPr algn="l" rtl="0" eaLnBrk="0" fontAlgn="base" hangingPunct="0">
        <a:spcBef>
          <a:spcPct val="0"/>
        </a:spcBef>
        <a:spcAft>
          <a:spcPct val="0"/>
        </a:spcAft>
        <a:defRPr sz="3200" b="1">
          <a:solidFill>
            <a:schemeClr val="tx1"/>
          </a:solidFill>
          <a:latin typeface="Frutiger LT Com 45 Light" pitchFamily="1" charset="0"/>
        </a:defRPr>
      </a:lvl4pPr>
      <a:lvl5pPr algn="l" rtl="0" eaLnBrk="0" fontAlgn="base" hangingPunct="0">
        <a:spcBef>
          <a:spcPct val="0"/>
        </a:spcBef>
        <a:spcAft>
          <a:spcPct val="0"/>
        </a:spcAft>
        <a:defRPr sz="3200" b="1">
          <a:solidFill>
            <a:schemeClr val="tx1"/>
          </a:solidFill>
          <a:latin typeface="Frutiger LT Com 45 Light" pitchFamily="1" charset="0"/>
        </a:defRPr>
      </a:lvl5pPr>
      <a:lvl6pPr marL="457200" algn="l" rtl="0" fontAlgn="base">
        <a:spcBef>
          <a:spcPct val="0"/>
        </a:spcBef>
        <a:spcAft>
          <a:spcPct val="0"/>
        </a:spcAft>
        <a:defRPr sz="3200" b="1">
          <a:solidFill>
            <a:schemeClr val="tx1"/>
          </a:solidFill>
          <a:latin typeface="Frutiger LT Com 45 Light" pitchFamily="1" charset="0"/>
        </a:defRPr>
      </a:lvl6pPr>
      <a:lvl7pPr marL="914400" algn="l" rtl="0" fontAlgn="base">
        <a:spcBef>
          <a:spcPct val="0"/>
        </a:spcBef>
        <a:spcAft>
          <a:spcPct val="0"/>
        </a:spcAft>
        <a:defRPr sz="3200" b="1">
          <a:solidFill>
            <a:schemeClr val="tx1"/>
          </a:solidFill>
          <a:latin typeface="Frutiger LT Com 45 Light" pitchFamily="1" charset="0"/>
        </a:defRPr>
      </a:lvl7pPr>
      <a:lvl8pPr marL="1371600" algn="l" rtl="0" fontAlgn="base">
        <a:spcBef>
          <a:spcPct val="0"/>
        </a:spcBef>
        <a:spcAft>
          <a:spcPct val="0"/>
        </a:spcAft>
        <a:defRPr sz="3200" b="1">
          <a:solidFill>
            <a:schemeClr val="tx1"/>
          </a:solidFill>
          <a:latin typeface="Frutiger LT Com 45 Light" pitchFamily="1" charset="0"/>
        </a:defRPr>
      </a:lvl8pPr>
      <a:lvl9pPr marL="1828800" algn="l" rtl="0" fontAlgn="base">
        <a:spcBef>
          <a:spcPct val="0"/>
        </a:spcBef>
        <a:spcAft>
          <a:spcPct val="0"/>
        </a:spcAft>
        <a:defRPr sz="3200" b="1">
          <a:solidFill>
            <a:schemeClr val="tx1"/>
          </a:solidFill>
          <a:latin typeface="Frutiger LT Com 45 Light" pitchFamily="1" charset="0"/>
        </a:defRPr>
      </a:lvl9pPr>
    </p:titleStyle>
    <p:bodyStyle>
      <a:lvl1pPr marL="268288" indent="-268288" algn="l" rtl="0" eaLnBrk="0" fontAlgn="base" hangingPunct="0">
        <a:spcBef>
          <a:spcPct val="0"/>
        </a:spcBef>
        <a:spcAft>
          <a:spcPct val="40000"/>
        </a:spcAft>
        <a:buClr>
          <a:srgbClr val="FF0000"/>
        </a:buClr>
        <a:buFont typeface="Wingdings" pitchFamily="1" charset="2"/>
        <a:buChar char="n"/>
        <a:defRPr>
          <a:solidFill>
            <a:schemeClr val="tx1"/>
          </a:solidFill>
          <a:latin typeface="+mn-lt"/>
          <a:ea typeface="+mn-ea"/>
          <a:cs typeface="+mn-cs"/>
        </a:defRPr>
      </a:lvl1pPr>
      <a:lvl2pPr marL="1219200" indent="-234950" algn="l" rtl="0" eaLnBrk="0" fontAlgn="base" hangingPunct="0">
        <a:spcBef>
          <a:spcPct val="0"/>
        </a:spcBef>
        <a:spcAft>
          <a:spcPct val="40000"/>
        </a:spcAft>
        <a:buClr>
          <a:schemeClr val="bg2"/>
        </a:buClr>
        <a:buFont typeface="Wingdings" pitchFamily="1" charset="2"/>
        <a:buChar char="n"/>
        <a:defRPr>
          <a:solidFill>
            <a:schemeClr val="tx1"/>
          </a:solidFill>
          <a:latin typeface="+mn-lt"/>
        </a:defRPr>
      </a:lvl2pPr>
      <a:lvl3pPr marL="1644650" indent="-246063" algn="l" rtl="0" eaLnBrk="0" fontAlgn="base" hangingPunct="0">
        <a:spcBef>
          <a:spcPct val="0"/>
        </a:spcBef>
        <a:spcAft>
          <a:spcPct val="40000"/>
        </a:spcAft>
        <a:buClr>
          <a:schemeClr val="bg2"/>
        </a:buClr>
        <a:buFont typeface="Wingdings" pitchFamily="1" charset="2"/>
        <a:buChar char="n"/>
        <a:defRPr>
          <a:solidFill>
            <a:schemeClr val="tx1"/>
          </a:solidFill>
          <a:latin typeface="+mn-lt"/>
        </a:defRPr>
      </a:lvl3pPr>
      <a:lvl4pPr marL="2066925" indent="-242888" algn="l" rtl="0" eaLnBrk="0" fontAlgn="base" hangingPunct="0">
        <a:spcBef>
          <a:spcPct val="0"/>
        </a:spcBef>
        <a:spcAft>
          <a:spcPct val="40000"/>
        </a:spcAft>
        <a:buClr>
          <a:schemeClr val="bg2"/>
        </a:buClr>
        <a:buFont typeface="Wingdings" pitchFamily="1" charset="2"/>
        <a:buChar char="n"/>
        <a:defRPr>
          <a:solidFill>
            <a:schemeClr val="tx1"/>
          </a:solidFill>
          <a:latin typeface="+mn-lt"/>
        </a:defRPr>
      </a:lvl4pPr>
      <a:lvl5pPr marL="2489200" indent="-242888" algn="l" rtl="0" eaLnBrk="0" fontAlgn="base" hangingPunct="0">
        <a:spcBef>
          <a:spcPct val="0"/>
        </a:spcBef>
        <a:spcAft>
          <a:spcPct val="40000"/>
        </a:spcAft>
        <a:buClr>
          <a:schemeClr val="bg2"/>
        </a:buClr>
        <a:buFont typeface="Wingdings" pitchFamily="1" charset="2"/>
        <a:buChar char="n"/>
        <a:defRPr>
          <a:solidFill>
            <a:schemeClr val="tx1"/>
          </a:solidFill>
          <a:latin typeface="+mn-lt"/>
        </a:defRPr>
      </a:lvl5pPr>
      <a:lvl6pPr marL="2946400" indent="-242888" algn="l" rtl="0" fontAlgn="base">
        <a:spcBef>
          <a:spcPct val="0"/>
        </a:spcBef>
        <a:spcAft>
          <a:spcPct val="40000"/>
        </a:spcAft>
        <a:buClr>
          <a:schemeClr val="bg2"/>
        </a:buClr>
        <a:buFont typeface="Wingdings" pitchFamily="1" charset="2"/>
        <a:buChar char="n"/>
        <a:defRPr>
          <a:solidFill>
            <a:schemeClr val="tx1"/>
          </a:solidFill>
          <a:latin typeface="+mn-lt"/>
        </a:defRPr>
      </a:lvl6pPr>
      <a:lvl7pPr marL="3403600" indent="-242888" algn="l" rtl="0" fontAlgn="base">
        <a:spcBef>
          <a:spcPct val="0"/>
        </a:spcBef>
        <a:spcAft>
          <a:spcPct val="40000"/>
        </a:spcAft>
        <a:buClr>
          <a:schemeClr val="bg2"/>
        </a:buClr>
        <a:buFont typeface="Wingdings" pitchFamily="1" charset="2"/>
        <a:buChar char="n"/>
        <a:defRPr>
          <a:solidFill>
            <a:schemeClr val="tx1"/>
          </a:solidFill>
          <a:latin typeface="+mn-lt"/>
        </a:defRPr>
      </a:lvl7pPr>
      <a:lvl8pPr marL="3860800" indent="-242888" algn="l" rtl="0" fontAlgn="base">
        <a:spcBef>
          <a:spcPct val="0"/>
        </a:spcBef>
        <a:spcAft>
          <a:spcPct val="40000"/>
        </a:spcAft>
        <a:buClr>
          <a:schemeClr val="bg2"/>
        </a:buClr>
        <a:buFont typeface="Wingdings" pitchFamily="1" charset="2"/>
        <a:buChar char="n"/>
        <a:defRPr>
          <a:solidFill>
            <a:schemeClr val="tx1"/>
          </a:solidFill>
          <a:latin typeface="+mn-lt"/>
        </a:defRPr>
      </a:lvl8pPr>
      <a:lvl9pPr marL="4318000" indent="-242888" algn="l" rtl="0" fontAlgn="base">
        <a:spcBef>
          <a:spcPct val="0"/>
        </a:spcBef>
        <a:spcAft>
          <a:spcPct val="40000"/>
        </a:spcAft>
        <a:buClr>
          <a:schemeClr val="bg2"/>
        </a:buClr>
        <a:buFont typeface="Wingdings" pitchFamily="1" charset="2"/>
        <a:buChar char="n"/>
        <a:defRPr>
          <a:solidFill>
            <a:schemeClr val="tx1"/>
          </a:solidFill>
          <a:latin typeface="+mn-lt"/>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3.xml"/><Relationship Id="rId1" Type="http://schemas.openxmlformats.org/officeDocument/2006/relationships/tags" Target="../tags/tag1.xml"/><Relationship Id="rId5" Type="http://schemas.openxmlformats.org/officeDocument/2006/relationships/image" Target="../media/image4.png"/><Relationship Id="rId4" Type="http://schemas.openxmlformats.org/officeDocument/2006/relationships/image" Target="../media/image3.emf"/></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notesSlide" Target="../notesSlides/notesSlide11.xml"/><Relationship Id="rId1" Type="http://schemas.openxmlformats.org/officeDocument/2006/relationships/slideLayout" Target="../slideLayouts/slideLayout13.xml"/><Relationship Id="rId4" Type="http://schemas.openxmlformats.org/officeDocument/2006/relationships/image" Target="../media/image5.jpeg"/></Relationships>
</file>

<file path=ppt/slides/_rels/slide13.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6.jpeg"/><Relationship Id="rId1" Type="http://schemas.openxmlformats.org/officeDocument/2006/relationships/slideLayout" Target="../slideLayouts/slideLayout17.xml"/><Relationship Id="rId4" Type="http://schemas.openxmlformats.org/officeDocument/2006/relationships/image" Target="../media/image7.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15.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7.xml"/></Relationships>
</file>

<file path=ppt/slides/_rels/slide17.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17.xml"/></Relationships>
</file>

<file path=ppt/slides/_rels/slide18.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slideLayout" Target="../slideLayouts/slideLayout17.xml"/><Relationship Id="rId1" Type="http://schemas.openxmlformats.org/officeDocument/2006/relationships/tags" Target="../tags/tag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7.xml"/><Relationship Id="rId5" Type="http://schemas.openxmlformats.org/officeDocument/2006/relationships/image" Target="../media/image3.emf"/><Relationship Id="rId4" Type="http://schemas.openxmlformats.org/officeDocument/2006/relationships/image" Target="../media/image100.png"/></Relationships>
</file>

<file path=ppt/slides/_rels/slide20.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17.xml"/></Relationships>
</file>

<file path=ppt/slides/_rels/slide21.xml.rels><?xml version="1.0" encoding="UTF-8" standalone="yes"?>
<Relationships xmlns="http://schemas.openxmlformats.org/package/2006/relationships"><Relationship Id="rId3" Type="http://schemas.openxmlformats.org/officeDocument/2006/relationships/image" Target="../media/image11.emf"/><Relationship Id="rId2" Type="http://schemas.openxmlformats.org/officeDocument/2006/relationships/notesSlide" Target="../notesSlides/notesSlide12.xml"/><Relationship Id="rId1" Type="http://schemas.openxmlformats.org/officeDocument/2006/relationships/slideLayout" Target="../slideLayouts/slideLayout13.xml"/><Relationship Id="rId4" Type="http://schemas.openxmlformats.org/officeDocument/2006/relationships/image" Target="../media/image12.jpeg"/></Relationships>
</file>

<file path=ppt/slides/_rels/slide22.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13.xml"/><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Subtitle 2">
            <a:extLst>
              <a:ext uri="{FF2B5EF4-FFF2-40B4-BE49-F238E27FC236}">
                <a16:creationId xmlns:a16="http://schemas.microsoft.com/office/drawing/2014/main" id="{46EF130D-BB3D-6943-9100-7FE97F78E09D}"/>
              </a:ext>
            </a:extLst>
          </p:cNvPr>
          <p:cNvSpPr txBox="1">
            <a:spLocks/>
          </p:cNvSpPr>
          <p:nvPr/>
        </p:nvSpPr>
        <p:spPr bwMode="auto">
          <a:xfrm>
            <a:off x="1371600" y="2819804"/>
            <a:ext cx="6400800" cy="243678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vert="horz" wrap="square" lIns="0" tIns="0" rIns="0" bIns="0" numCol="1" anchor="t" anchorCtr="0" compatLnSpc="1">
            <a:prstTxWarp prst="textNoShape">
              <a:avLst/>
            </a:prstTxWarp>
            <a:noAutofit/>
          </a:bodyPr>
          <a:lstStyle>
            <a:lvl1pPr marL="342900" indent="-342900" algn="l" rtl="0" eaLnBrk="0" fontAlgn="base" hangingPunct="0">
              <a:spcBef>
                <a:spcPct val="0"/>
              </a:spcBef>
              <a:spcAft>
                <a:spcPct val="40000"/>
              </a:spcAft>
              <a:buClr>
                <a:schemeClr val="tx2"/>
              </a:buClr>
              <a:buFont typeface="Wingdings" pitchFamily="1" charset="2"/>
              <a:defRPr>
                <a:solidFill>
                  <a:schemeClr val="tx1"/>
                </a:solidFill>
                <a:latin typeface="+mn-lt"/>
                <a:ea typeface="+mn-ea"/>
                <a:cs typeface="+mn-cs"/>
              </a:defRPr>
            </a:lvl1pPr>
            <a:lvl2pPr marL="268288" indent="-266700" algn="l" rtl="0" eaLnBrk="0" fontAlgn="base" hangingPunct="0">
              <a:spcBef>
                <a:spcPct val="0"/>
              </a:spcBef>
              <a:spcAft>
                <a:spcPct val="40000"/>
              </a:spcAft>
              <a:buClr>
                <a:srgbClr val="FF0000"/>
              </a:buClr>
              <a:buFont typeface="Wingdings" pitchFamily="1" charset="2"/>
              <a:buChar char="n"/>
              <a:defRPr>
                <a:solidFill>
                  <a:schemeClr val="tx1"/>
                </a:solidFill>
                <a:latin typeface="+mn-lt"/>
              </a:defRPr>
            </a:lvl2pPr>
            <a:lvl3pPr marL="531813" indent="-261938" algn="l" rtl="0" eaLnBrk="0" fontAlgn="base" hangingPunct="0">
              <a:spcBef>
                <a:spcPct val="0"/>
              </a:spcBef>
              <a:spcAft>
                <a:spcPct val="40000"/>
              </a:spcAft>
              <a:buClr>
                <a:schemeClr val="bg2"/>
              </a:buClr>
              <a:buFont typeface="Wingdings" pitchFamily="1" charset="2"/>
              <a:buChar char="n"/>
              <a:defRPr>
                <a:solidFill>
                  <a:schemeClr val="tx1"/>
                </a:solidFill>
                <a:latin typeface="+mn-lt"/>
              </a:defRPr>
            </a:lvl3pPr>
            <a:lvl4pPr marL="800100" indent="-266700" algn="l" rtl="0" eaLnBrk="0" fontAlgn="base" hangingPunct="0">
              <a:spcBef>
                <a:spcPct val="0"/>
              </a:spcBef>
              <a:spcAft>
                <a:spcPct val="40000"/>
              </a:spcAft>
              <a:buClr>
                <a:schemeClr val="bg2"/>
              </a:buClr>
              <a:buFont typeface="Wingdings" pitchFamily="1" charset="2"/>
              <a:buChar char="n"/>
              <a:defRPr>
                <a:solidFill>
                  <a:schemeClr val="tx1"/>
                </a:solidFill>
                <a:latin typeface="+mn-lt"/>
              </a:defRPr>
            </a:lvl4pPr>
            <a:lvl5pPr marL="1079500" indent="-277813" algn="l" rtl="0" eaLnBrk="0" fontAlgn="base" hangingPunct="0">
              <a:spcBef>
                <a:spcPct val="0"/>
              </a:spcBef>
              <a:spcAft>
                <a:spcPct val="40000"/>
              </a:spcAft>
              <a:buClr>
                <a:schemeClr val="bg2"/>
              </a:buClr>
              <a:buFont typeface="Wingdings" pitchFamily="1" charset="2"/>
              <a:buChar char="n"/>
              <a:defRPr>
                <a:solidFill>
                  <a:schemeClr val="tx1"/>
                </a:solidFill>
                <a:latin typeface="+mn-lt"/>
              </a:defRPr>
            </a:lvl5pPr>
            <a:lvl6pPr marL="1536700" indent="-277813" algn="l" rtl="0" fontAlgn="base">
              <a:spcBef>
                <a:spcPct val="0"/>
              </a:spcBef>
              <a:spcAft>
                <a:spcPct val="40000"/>
              </a:spcAft>
              <a:buClr>
                <a:schemeClr val="bg2"/>
              </a:buClr>
              <a:buFont typeface="Wingdings" pitchFamily="1" charset="2"/>
              <a:buChar char="n"/>
              <a:defRPr>
                <a:solidFill>
                  <a:schemeClr val="tx1"/>
                </a:solidFill>
                <a:latin typeface="+mn-lt"/>
              </a:defRPr>
            </a:lvl6pPr>
            <a:lvl7pPr marL="1993900" indent="-277813" algn="l" rtl="0" fontAlgn="base">
              <a:spcBef>
                <a:spcPct val="0"/>
              </a:spcBef>
              <a:spcAft>
                <a:spcPct val="40000"/>
              </a:spcAft>
              <a:buClr>
                <a:schemeClr val="bg2"/>
              </a:buClr>
              <a:buFont typeface="Wingdings" pitchFamily="1" charset="2"/>
              <a:buChar char="n"/>
              <a:defRPr>
                <a:solidFill>
                  <a:schemeClr val="tx1"/>
                </a:solidFill>
                <a:latin typeface="+mn-lt"/>
              </a:defRPr>
            </a:lvl7pPr>
            <a:lvl8pPr marL="2451100" indent="-277813" algn="l" rtl="0" fontAlgn="base">
              <a:spcBef>
                <a:spcPct val="0"/>
              </a:spcBef>
              <a:spcAft>
                <a:spcPct val="40000"/>
              </a:spcAft>
              <a:buClr>
                <a:schemeClr val="bg2"/>
              </a:buClr>
              <a:buFont typeface="Wingdings" pitchFamily="1" charset="2"/>
              <a:buChar char="n"/>
              <a:defRPr>
                <a:solidFill>
                  <a:schemeClr val="tx1"/>
                </a:solidFill>
                <a:latin typeface="+mn-lt"/>
              </a:defRPr>
            </a:lvl8pPr>
            <a:lvl9pPr marL="2908300" indent="-277813" algn="l" rtl="0" fontAlgn="base">
              <a:spcBef>
                <a:spcPct val="0"/>
              </a:spcBef>
              <a:spcAft>
                <a:spcPct val="40000"/>
              </a:spcAft>
              <a:buClr>
                <a:schemeClr val="bg2"/>
              </a:buClr>
              <a:buFont typeface="Wingdings" pitchFamily="1" charset="2"/>
              <a:buChar char="n"/>
              <a:defRPr>
                <a:solidFill>
                  <a:schemeClr val="tx1"/>
                </a:solidFill>
                <a:latin typeface="+mn-lt"/>
              </a:defRPr>
            </a:lvl9pPr>
          </a:lstStyle>
          <a:p>
            <a:pPr algn="ctr"/>
            <a:r>
              <a:rPr lang="en-US" sz="2400" b="1" kern="0" dirty="0">
                <a:solidFill>
                  <a:schemeClr val="bg1">
                    <a:lumMod val="50000"/>
                  </a:schemeClr>
                </a:solidFill>
              </a:rPr>
              <a:t>Dr </a:t>
            </a:r>
            <a:r>
              <a:rPr lang="en-US" sz="2400" b="1" kern="0" dirty="0" err="1">
                <a:solidFill>
                  <a:schemeClr val="bg1">
                    <a:lumMod val="50000"/>
                  </a:schemeClr>
                </a:solidFill>
              </a:rPr>
              <a:t>Zhongming</a:t>
            </a:r>
            <a:r>
              <a:rPr lang="en-US" sz="2400" b="1" kern="0" dirty="0">
                <a:solidFill>
                  <a:schemeClr val="bg1">
                    <a:lumMod val="50000"/>
                  </a:schemeClr>
                </a:solidFill>
              </a:rPr>
              <a:t> Zhang</a:t>
            </a:r>
          </a:p>
          <a:p>
            <a:pPr algn="ctr"/>
            <a:r>
              <a:rPr lang="en-US" sz="2400" b="1" kern="0" dirty="0" err="1">
                <a:solidFill>
                  <a:schemeClr val="bg1">
                    <a:lumMod val="50000"/>
                  </a:schemeClr>
                </a:solidFill>
              </a:rPr>
              <a:t>Zhongming.zhang@Lancaster.ac.uk</a:t>
            </a:r>
            <a:endParaRPr lang="en-US" sz="2400" b="1" kern="0" dirty="0">
              <a:solidFill>
                <a:schemeClr val="bg1">
                  <a:lumMod val="50000"/>
                </a:schemeClr>
              </a:solidFill>
            </a:endParaRPr>
          </a:p>
          <a:p>
            <a:pPr algn="ctr"/>
            <a:endParaRPr lang="en-US" sz="2400" kern="0" dirty="0">
              <a:solidFill>
                <a:schemeClr val="bg1">
                  <a:lumMod val="50000"/>
                </a:schemeClr>
              </a:solidFill>
            </a:endParaRPr>
          </a:p>
          <a:p>
            <a:pPr algn="ctr"/>
            <a:r>
              <a:rPr lang="en-US" sz="2400" kern="0" dirty="0">
                <a:solidFill>
                  <a:schemeClr val="bg1">
                    <a:lumMod val="50000"/>
                  </a:schemeClr>
                </a:solidFill>
              </a:rPr>
              <a:t>School of Engineering</a:t>
            </a:r>
          </a:p>
          <a:p>
            <a:pPr algn="ctr"/>
            <a:r>
              <a:rPr lang="en-US" sz="2400" kern="0" dirty="0">
                <a:solidFill>
                  <a:schemeClr val="bg1">
                    <a:lumMod val="50000"/>
                  </a:schemeClr>
                </a:solidFill>
              </a:rPr>
              <a:t>Lancaster University</a:t>
            </a:r>
          </a:p>
        </p:txBody>
      </p:sp>
      <p:sp>
        <p:nvSpPr>
          <p:cNvPr id="11" name="Rectangle 6">
            <a:extLst>
              <a:ext uri="{FF2B5EF4-FFF2-40B4-BE49-F238E27FC236}">
                <a16:creationId xmlns:a16="http://schemas.microsoft.com/office/drawing/2014/main" id="{4EEFC555-6355-DA42-BA3B-45171004A7F1}"/>
              </a:ext>
            </a:extLst>
          </p:cNvPr>
          <p:cNvSpPr txBox="1">
            <a:spLocks noChangeArrowheads="1"/>
          </p:cNvSpPr>
          <p:nvPr/>
        </p:nvSpPr>
        <p:spPr bwMode="auto">
          <a:xfrm>
            <a:off x="460375" y="535319"/>
            <a:ext cx="8223250" cy="10660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lvl1pPr algn="l" rtl="0" eaLnBrk="0" fontAlgn="base" hangingPunct="0">
              <a:spcBef>
                <a:spcPct val="0"/>
              </a:spcBef>
              <a:spcAft>
                <a:spcPct val="0"/>
              </a:spcAft>
              <a:defRPr sz="3200" b="1">
                <a:solidFill>
                  <a:schemeClr val="tx1"/>
                </a:solidFill>
                <a:latin typeface="+mj-lt"/>
                <a:ea typeface="+mj-ea"/>
                <a:cs typeface="+mj-cs"/>
              </a:defRPr>
            </a:lvl1pPr>
            <a:lvl2pPr algn="l" rtl="0" eaLnBrk="0" fontAlgn="base" hangingPunct="0">
              <a:spcBef>
                <a:spcPct val="0"/>
              </a:spcBef>
              <a:spcAft>
                <a:spcPct val="0"/>
              </a:spcAft>
              <a:defRPr sz="2400" b="1">
                <a:solidFill>
                  <a:schemeClr val="tx1"/>
                </a:solidFill>
                <a:latin typeface="Frutiger LT Com 45 Light" pitchFamily="1" charset="0"/>
              </a:defRPr>
            </a:lvl2pPr>
            <a:lvl3pPr algn="l" rtl="0" eaLnBrk="0" fontAlgn="base" hangingPunct="0">
              <a:spcBef>
                <a:spcPct val="0"/>
              </a:spcBef>
              <a:spcAft>
                <a:spcPct val="0"/>
              </a:spcAft>
              <a:defRPr sz="2400" b="1">
                <a:solidFill>
                  <a:schemeClr val="tx1"/>
                </a:solidFill>
                <a:latin typeface="Frutiger LT Com 45 Light" pitchFamily="1" charset="0"/>
              </a:defRPr>
            </a:lvl3pPr>
            <a:lvl4pPr algn="l" rtl="0" eaLnBrk="0" fontAlgn="base" hangingPunct="0">
              <a:spcBef>
                <a:spcPct val="0"/>
              </a:spcBef>
              <a:spcAft>
                <a:spcPct val="0"/>
              </a:spcAft>
              <a:defRPr sz="2400" b="1">
                <a:solidFill>
                  <a:schemeClr val="tx1"/>
                </a:solidFill>
                <a:latin typeface="Frutiger LT Com 45 Light" pitchFamily="1" charset="0"/>
              </a:defRPr>
            </a:lvl4pPr>
            <a:lvl5pPr algn="l" rtl="0" eaLnBrk="0" fontAlgn="base" hangingPunct="0">
              <a:spcBef>
                <a:spcPct val="0"/>
              </a:spcBef>
              <a:spcAft>
                <a:spcPct val="0"/>
              </a:spcAft>
              <a:defRPr sz="2400" b="1">
                <a:solidFill>
                  <a:schemeClr val="tx1"/>
                </a:solidFill>
                <a:latin typeface="Frutiger LT Com 45 Light" pitchFamily="1" charset="0"/>
              </a:defRPr>
            </a:lvl5pPr>
            <a:lvl6pPr marL="457200" algn="l" rtl="0" fontAlgn="base">
              <a:spcBef>
                <a:spcPct val="0"/>
              </a:spcBef>
              <a:spcAft>
                <a:spcPct val="0"/>
              </a:spcAft>
              <a:defRPr sz="2400" b="1">
                <a:solidFill>
                  <a:schemeClr val="tx1"/>
                </a:solidFill>
                <a:latin typeface="Frutiger LT Com 45 Light" pitchFamily="1" charset="0"/>
              </a:defRPr>
            </a:lvl6pPr>
            <a:lvl7pPr marL="914400" algn="l" rtl="0" fontAlgn="base">
              <a:spcBef>
                <a:spcPct val="0"/>
              </a:spcBef>
              <a:spcAft>
                <a:spcPct val="0"/>
              </a:spcAft>
              <a:defRPr sz="2400" b="1">
                <a:solidFill>
                  <a:schemeClr val="tx1"/>
                </a:solidFill>
                <a:latin typeface="Frutiger LT Com 45 Light" pitchFamily="1" charset="0"/>
              </a:defRPr>
            </a:lvl7pPr>
            <a:lvl8pPr marL="1371600" algn="l" rtl="0" fontAlgn="base">
              <a:spcBef>
                <a:spcPct val="0"/>
              </a:spcBef>
              <a:spcAft>
                <a:spcPct val="0"/>
              </a:spcAft>
              <a:defRPr sz="2400" b="1">
                <a:solidFill>
                  <a:schemeClr val="tx1"/>
                </a:solidFill>
                <a:latin typeface="Frutiger LT Com 45 Light" pitchFamily="1" charset="0"/>
              </a:defRPr>
            </a:lvl8pPr>
            <a:lvl9pPr marL="1828800" algn="l" rtl="0" fontAlgn="base">
              <a:spcBef>
                <a:spcPct val="0"/>
              </a:spcBef>
              <a:spcAft>
                <a:spcPct val="0"/>
              </a:spcAft>
              <a:defRPr sz="2400" b="1">
                <a:solidFill>
                  <a:schemeClr val="tx1"/>
                </a:solidFill>
                <a:latin typeface="Frutiger LT Com 45 Light" pitchFamily="1" charset="0"/>
              </a:defRPr>
            </a:lvl9pPr>
          </a:lstStyle>
          <a:p>
            <a:pPr algn="ctr" eaLnBrk="1" hangingPunct="1"/>
            <a:r>
              <a:rPr lang="de-DE" kern="0" dirty="0"/>
              <a:t>CNENGR 228</a:t>
            </a:r>
            <a:br>
              <a:rPr lang="de-DE" kern="0" dirty="0"/>
            </a:br>
            <a:r>
              <a:rPr lang="de-DE" kern="0" dirty="0"/>
              <a:t>Digital Electronics</a:t>
            </a:r>
          </a:p>
        </p:txBody>
      </p:sp>
      <p:sp>
        <p:nvSpPr>
          <p:cNvPr id="12" name="Rectangle 3">
            <a:extLst>
              <a:ext uri="{FF2B5EF4-FFF2-40B4-BE49-F238E27FC236}">
                <a16:creationId xmlns:a16="http://schemas.microsoft.com/office/drawing/2014/main" id="{1C9BB87F-11DC-594C-BF4E-0E43D8D8993C}"/>
              </a:ext>
            </a:extLst>
          </p:cNvPr>
          <p:cNvSpPr>
            <a:spLocks noGrp="1" noChangeArrowheads="1"/>
          </p:cNvSpPr>
          <p:nvPr>
            <p:ph type="subTitle" idx="1"/>
          </p:nvPr>
        </p:nvSpPr>
        <p:spPr>
          <a:xfrm>
            <a:off x="460375" y="1601412"/>
            <a:ext cx="8223250" cy="913794"/>
          </a:xfrm>
        </p:spPr>
        <p:txBody>
          <a:bodyPr/>
          <a:lstStyle/>
          <a:p>
            <a:pPr algn="ctr">
              <a:spcAft>
                <a:spcPts val="0"/>
              </a:spcAft>
            </a:pPr>
            <a:r>
              <a:rPr lang="en-GB" sz="2400" b="1" dirty="0"/>
              <a:t>Lecture</a:t>
            </a:r>
            <a:r>
              <a:rPr lang="de-DE" sz="2400" b="1" dirty="0"/>
              <a:t> 3 </a:t>
            </a:r>
            <a:r>
              <a:rPr lang="en-GB" sz="2400" b="1" kern="1200" dirty="0">
                <a:latin typeface="Frutiger LT Com 55 Roman" pitchFamily="1" charset="0"/>
              </a:rPr>
              <a:t>– Electronic Design Automation</a:t>
            </a:r>
            <a:endParaRPr lang="en-GB" sz="2200" b="1" dirty="0"/>
          </a:p>
          <a:p>
            <a:endParaRPr lang="en-GB" sz="2400" b="1" kern="1200" dirty="0">
              <a:latin typeface="Frutiger LT Com 55 Roman" pitchFamily="1" charset="0"/>
            </a:endParaRPr>
          </a:p>
          <a:p>
            <a:endParaRPr lang="en-GB" sz="2400" b="1" kern="1200" dirty="0">
              <a:latin typeface="Frutiger LT Com 55 Roman" pitchFamily="1" charset="0"/>
            </a:endParaRPr>
          </a:p>
        </p:txBody>
      </p:sp>
    </p:spTree>
  </p:cSld>
  <p:clrMapOvr>
    <a:masterClrMapping/>
  </p:clrMapOvr>
  <mc:AlternateContent xmlns:mc="http://schemas.openxmlformats.org/markup-compatibility/2006" xmlns:p14="http://schemas.microsoft.com/office/powerpoint/2010/main">
    <mc:Choice Requires="p14">
      <p:transition spd="slow" p14:dur="2000" advTm="11271"/>
    </mc:Choice>
    <mc:Fallback xmlns="">
      <p:transition spd="slow" advTm="11271"/>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de-DE" dirty="0">
                <a:solidFill>
                  <a:srgbClr val="000000"/>
                </a:solidFill>
              </a:rPr>
              <a:t>Objectives</a:t>
            </a:r>
            <a:endParaRPr lang="en-GB" dirty="0"/>
          </a:p>
        </p:txBody>
      </p:sp>
      <p:sp>
        <p:nvSpPr>
          <p:cNvPr id="3" name="Content Placeholder 2"/>
          <p:cNvSpPr>
            <a:spLocks noGrp="1"/>
          </p:cNvSpPr>
          <p:nvPr>
            <p:ph idx="1"/>
          </p:nvPr>
        </p:nvSpPr>
        <p:spPr/>
        <p:txBody>
          <a:bodyPr/>
          <a:lstStyle/>
          <a:p>
            <a:pPr marL="0" lvl="1" indent="0">
              <a:buClr>
                <a:srgbClr val="00B050"/>
              </a:buClr>
              <a:buNone/>
            </a:pPr>
            <a:endParaRPr lang="en-US" sz="2000" b="1" dirty="0"/>
          </a:p>
          <a:p>
            <a:pPr marL="268288" lvl="1" indent="-268288">
              <a:buClr>
                <a:srgbClr val="00B050"/>
              </a:buClr>
            </a:pPr>
            <a:r>
              <a:rPr lang="en-GB" sz="2000" dirty="0"/>
              <a:t>Understand the concept of Hardware Description Language (HDL)</a:t>
            </a:r>
          </a:p>
          <a:p>
            <a:pPr marL="268288" lvl="1" indent="-268288">
              <a:buClr>
                <a:srgbClr val="00B050"/>
              </a:buClr>
            </a:pPr>
            <a:r>
              <a:rPr lang="en-GB" sz="2000" dirty="0"/>
              <a:t>Recognize the steps for design of logic circuits using EDA tools</a:t>
            </a:r>
          </a:p>
          <a:p>
            <a:pPr marL="268288" lvl="1" indent="-268288">
              <a:buClr>
                <a:srgbClr val="00B050"/>
              </a:buClr>
            </a:pPr>
            <a:r>
              <a:rPr lang="en-GB" sz="2000" dirty="0"/>
              <a:t>Learn how to work with Quartus Prime software</a:t>
            </a:r>
          </a:p>
        </p:txBody>
      </p:sp>
      <p:sp>
        <p:nvSpPr>
          <p:cNvPr id="4" name="Slide Number Placeholder 3"/>
          <p:cNvSpPr>
            <a:spLocks noGrp="1"/>
          </p:cNvSpPr>
          <p:nvPr>
            <p:ph type="sldNum" sz="quarter" idx="4"/>
          </p:nvPr>
        </p:nvSpPr>
        <p:spPr/>
        <p:txBody>
          <a:bodyPr/>
          <a:lstStyle/>
          <a:p>
            <a:fld id="{678EF7AC-325E-49D0-8897-E637594B55B4}" type="slidenum">
              <a:rPr lang="de-DE" smtClean="0"/>
              <a:pPr/>
              <a:t>2</a:t>
            </a:fld>
            <a:endParaRPr lang="de-DE" dirty="0"/>
          </a:p>
        </p:txBody>
      </p:sp>
    </p:spTree>
    <p:extLst>
      <p:ext uri="{BB962C8B-B14F-4D97-AF65-F5344CB8AC3E}">
        <p14:creationId xmlns:p14="http://schemas.microsoft.com/office/powerpoint/2010/main" val="4020801864"/>
      </p:ext>
    </p:extLst>
  </p:cSld>
  <p:clrMapOvr>
    <a:masterClrMapping/>
  </p:clrMapOvr>
  <mc:AlternateContent xmlns:mc="http://schemas.openxmlformats.org/markup-compatibility/2006" xmlns:p14="http://schemas.microsoft.com/office/powerpoint/2010/main">
    <mc:Choice Requires="p14">
      <p:transition spd="slow" p14:dur="2000" advTm="18697"/>
    </mc:Choice>
    <mc:Fallback xmlns="">
      <p:transition spd="slow" advTm="18697"/>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Content Placeholder 2"/>
          <p:cNvSpPr txBox="1">
            <a:spLocks/>
          </p:cNvSpPr>
          <p:nvPr/>
        </p:nvSpPr>
        <p:spPr>
          <a:xfrm>
            <a:off x="459927" y="1906010"/>
            <a:ext cx="4535070" cy="2132186"/>
          </a:xfrm>
          <a:prstGeom prst="rect">
            <a:avLst/>
          </a:prstGeom>
        </p:spPr>
        <p:txBody>
          <a:bodyPr/>
          <a:lstStyle>
            <a:lvl1pPr marL="268288" indent="-268288" algn="l" rtl="0" eaLnBrk="0" fontAlgn="base" hangingPunct="0">
              <a:spcBef>
                <a:spcPct val="0"/>
              </a:spcBef>
              <a:spcAft>
                <a:spcPct val="40000"/>
              </a:spcAft>
              <a:buClr>
                <a:srgbClr val="FF0000"/>
              </a:buClr>
              <a:buFont typeface="Wingdings" pitchFamily="1" charset="2"/>
              <a:buChar char="n"/>
              <a:defRPr>
                <a:solidFill>
                  <a:schemeClr val="tx1"/>
                </a:solidFill>
                <a:latin typeface="+mn-lt"/>
                <a:ea typeface="+mn-ea"/>
                <a:cs typeface="+mn-cs"/>
              </a:defRPr>
            </a:lvl1pPr>
            <a:lvl2pPr marL="1219200" indent="-234950" algn="l" rtl="0" eaLnBrk="0" fontAlgn="base" hangingPunct="0">
              <a:spcBef>
                <a:spcPct val="0"/>
              </a:spcBef>
              <a:spcAft>
                <a:spcPct val="40000"/>
              </a:spcAft>
              <a:buClr>
                <a:schemeClr val="bg2"/>
              </a:buClr>
              <a:buFont typeface="Wingdings" pitchFamily="1" charset="2"/>
              <a:buChar char="n"/>
              <a:defRPr>
                <a:solidFill>
                  <a:schemeClr val="tx1"/>
                </a:solidFill>
                <a:latin typeface="+mn-lt"/>
              </a:defRPr>
            </a:lvl2pPr>
            <a:lvl3pPr marL="1644650" indent="-246063" algn="l" rtl="0" eaLnBrk="0" fontAlgn="base" hangingPunct="0">
              <a:spcBef>
                <a:spcPct val="0"/>
              </a:spcBef>
              <a:spcAft>
                <a:spcPct val="40000"/>
              </a:spcAft>
              <a:buClr>
                <a:schemeClr val="bg2"/>
              </a:buClr>
              <a:buFont typeface="Wingdings" pitchFamily="1" charset="2"/>
              <a:buChar char="n"/>
              <a:defRPr>
                <a:solidFill>
                  <a:schemeClr val="tx1"/>
                </a:solidFill>
                <a:latin typeface="+mn-lt"/>
              </a:defRPr>
            </a:lvl3pPr>
            <a:lvl4pPr marL="2066925" indent="-242888" algn="l" rtl="0" eaLnBrk="0" fontAlgn="base" hangingPunct="0">
              <a:spcBef>
                <a:spcPct val="0"/>
              </a:spcBef>
              <a:spcAft>
                <a:spcPct val="40000"/>
              </a:spcAft>
              <a:buClr>
                <a:schemeClr val="bg2"/>
              </a:buClr>
              <a:buFont typeface="Wingdings" pitchFamily="1" charset="2"/>
              <a:buChar char="n"/>
              <a:defRPr>
                <a:solidFill>
                  <a:schemeClr val="tx1"/>
                </a:solidFill>
                <a:latin typeface="+mn-lt"/>
              </a:defRPr>
            </a:lvl4pPr>
            <a:lvl5pPr marL="2489200" indent="-242888" algn="l" rtl="0" eaLnBrk="0" fontAlgn="base" hangingPunct="0">
              <a:spcBef>
                <a:spcPct val="0"/>
              </a:spcBef>
              <a:spcAft>
                <a:spcPct val="40000"/>
              </a:spcAft>
              <a:buClr>
                <a:schemeClr val="bg2"/>
              </a:buClr>
              <a:buFont typeface="Wingdings" pitchFamily="1" charset="2"/>
              <a:buChar char="n"/>
              <a:defRPr>
                <a:solidFill>
                  <a:schemeClr val="tx1"/>
                </a:solidFill>
                <a:latin typeface="+mn-lt"/>
              </a:defRPr>
            </a:lvl5pPr>
            <a:lvl6pPr marL="2946400" indent="-242888" algn="l" rtl="0" fontAlgn="base">
              <a:spcBef>
                <a:spcPct val="0"/>
              </a:spcBef>
              <a:spcAft>
                <a:spcPct val="40000"/>
              </a:spcAft>
              <a:buClr>
                <a:schemeClr val="bg2"/>
              </a:buClr>
              <a:buFont typeface="Wingdings" pitchFamily="1" charset="2"/>
              <a:buChar char="n"/>
              <a:defRPr>
                <a:solidFill>
                  <a:schemeClr val="tx1"/>
                </a:solidFill>
                <a:latin typeface="+mn-lt"/>
              </a:defRPr>
            </a:lvl6pPr>
            <a:lvl7pPr marL="3403600" indent="-242888" algn="l" rtl="0" fontAlgn="base">
              <a:spcBef>
                <a:spcPct val="0"/>
              </a:spcBef>
              <a:spcAft>
                <a:spcPct val="40000"/>
              </a:spcAft>
              <a:buClr>
                <a:schemeClr val="bg2"/>
              </a:buClr>
              <a:buFont typeface="Wingdings" pitchFamily="1" charset="2"/>
              <a:buChar char="n"/>
              <a:defRPr>
                <a:solidFill>
                  <a:schemeClr val="tx1"/>
                </a:solidFill>
                <a:latin typeface="+mn-lt"/>
              </a:defRPr>
            </a:lvl7pPr>
            <a:lvl8pPr marL="3860800" indent="-242888" algn="l" rtl="0" fontAlgn="base">
              <a:spcBef>
                <a:spcPct val="0"/>
              </a:spcBef>
              <a:spcAft>
                <a:spcPct val="40000"/>
              </a:spcAft>
              <a:buClr>
                <a:schemeClr val="bg2"/>
              </a:buClr>
              <a:buFont typeface="Wingdings" pitchFamily="1" charset="2"/>
              <a:buChar char="n"/>
              <a:defRPr>
                <a:solidFill>
                  <a:schemeClr val="tx1"/>
                </a:solidFill>
                <a:latin typeface="+mn-lt"/>
              </a:defRPr>
            </a:lvl8pPr>
            <a:lvl9pPr marL="4318000" indent="-242888" algn="l" rtl="0" fontAlgn="base">
              <a:spcBef>
                <a:spcPct val="0"/>
              </a:spcBef>
              <a:spcAft>
                <a:spcPct val="40000"/>
              </a:spcAft>
              <a:buClr>
                <a:schemeClr val="bg2"/>
              </a:buClr>
              <a:buFont typeface="Wingdings" pitchFamily="1" charset="2"/>
              <a:buChar char="n"/>
              <a:defRPr>
                <a:solidFill>
                  <a:schemeClr val="tx1"/>
                </a:solidFill>
                <a:latin typeface="+mn-lt"/>
              </a:defRPr>
            </a:lvl9pPr>
          </a:lstStyle>
          <a:p>
            <a:pPr>
              <a:buClr>
                <a:srgbClr val="00B050"/>
              </a:buClr>
            </a:pPr>
            <a:r>
              <a:rPr lang="en-CA" b="1" dirty="0"/>
              <a:t>FPGA design process</a:t>
            </a:r>
          </a:p>
          <a:p>
            <a:pPr lvl="1"/>
            <a:r>
              <a:rPr lang="en-CA" sz="1600" dirty="0"/>
              <a:t>Step 1: Design Entry</a:t>
            </a:r>
          </a:p>
          <a:p>
            <a:pPr lvl="1"/>
            <a:r>
              <a:rPr lang="en-CA" sz="1600" dirty="0"/>
              <a:t>Step 2: Synthesis</a:t>
            </a:r>
          </a:p>
          <a:p>
            <a:pPr lvl="1"/>
            <a:r>
              <a:rPr lang="en-CA" sz="1600" dirty="0"/>
              <a:t>Step 3: Physical Design (Fitting)</a:t>
            </a:r>
          </a:p>
          <a:p>
            <a:pPr lvl="1"/>
            <a:r>
              <a:rPr lang="en-CA" sz="1600" dirty="0"/>
              <a:t>Step 4: Verification</a:t>
            </a:r>
          </a:p>
          <a:p>
            <a:pPr lvl="1"/>
            <a:r>
              <a:rPr lang="en-CA" sz="1600" dirty="0"/>
              <a:t>Step 5: Testing</a:t>
            </a:r>
          </a:p>
          <a:p>
            <a:pPr lvl="1"/>
            <a:endParaRPr lang="en-CA" sz="1600" dirty="0"/>
          </a:p>
          <a:p>
            <a:pPr lvl="1"/>
            <a:endParaRPr lang="en-CA" sz="1600" dirty="0"/>
          </a:p>
          <a:p>
            <a:pPr lvl="1"/>
            <a:endParaRPr lang="en-CA" sz="1600" kern="0" dirty="0"/>
          </a:p>
          <a:p>
            <a:pPr lvl="1"/>
            <a:endParaRPr lang="en-CA" kern="0" dirty="0"/>
          </a:p>
        </p:txBody>
      </p:sp>
      <p:sp>
        <p:nvSpPr>
          <p:cNvPr id="7172" name="Rectangle 3"/>
          <p:cNvSpPr>
            <a:spLocks noChangeArrowheads="1"/>
          </p:cNvSpPr>
          <p:nvPr/>
        </p:nvSpPr>
        <p:spPr bwMode="auto">
          <a:xfrm>
            <a:off x="4876597" y="3050799"/>
            <a:ext cx="951823" cy="763533"/>
          </a:xfrm>
          <a:prstGeom prst="rect">
            <a:avLst/>
          </a:prstGeom>
          <a:solidFill>
            <a:srgbClr val="3366CC"/>
          </a:solidFill>
          <a:ln>
            <a:noFill/>
          </a:ln>
          <a:extLst>
            <a:ext uri="{91240B29-F687-4F45-9708-019B960494DF}">
              <a14:hiddenLine xmlns:a14="http://schemas.microsoft.com/office/drawing/2010/main" w="28575">
                <a:solidFill>
                  <a:srgbClr val="000000"/>
                </a:solidFill>
                <a:miter lim="800000"/>
                <a:headEnd/>
                <a:tailEnd/>
              </a14:hiddenLine>
            </a:ext>
          </a:extLst>
        </p:spPr>
        <p:txBody>
          <a:bodyPr wrap="none" anchor="ctr"/>
          <a:lstStyle/>
          <a:p>
            <a:pPr algn="ctr"/>
            <a:r>
              <a:rPr lang="en-US" sz="2000" b="1" dirty="0">
                <a:solidFill>
                  <a:schemeClr val="bg1"/>
                </a:solidFill>
              </a:rPr>
              <a:t>CAD</a:t>
            </a:r>
          </a:p>
          <a:p>
            <a:pPr algn="ctr"/>
            <a:r>
              <a:rPr lang="en-US" b="1" dirty="0">
                <a:solidFill>
                  <a:schemeClr val="bg1"/>
                </a:solidFill>
              </a:rPr>
              <a:t>Tools</a:t>
            </a:r>
          </a:p>
        </p:txBody>
      </p:sp>
      <p:sp>
        <p:nvSpPr>
          <p:cNvPr id="7173" name="Line 4"/>
          <p:cNvSpPr>
            <a:spLocks noChangeShapeType="1"/>
          </p:cNvSpPr>
          <p:nvPr/>
        </p:nvSpPr>
        <p:spPr bwMode="auto">
          <a:xfrm>
            <a:off x="5181283" y="2772000"/>
            <a:ext cx="0" cy="288000"/>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CA"/>
          </a:p>
        </p:txBody>
      </p:sp>
      <p:pic>
        <p:nvPicPr>
          <p:cNvPr id="7174" name="Picture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75883" y="1687917"/>
            <a:ext cx="1143000" cy="1131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176" name="Text Box 7"/>
          <p:cNvSpPr txBox="1">
            <a:spLocks noChangeArrowheads="1"/>
          </p:cNvSpPr>
          <p:nvPr/>
        </p:nvSpPr>
        <p:spPr bwMode="auto">
          <a:xfrm>
            <a:off x="5942778" y="1753711"/>
            <a:ext cx="1651029" cy="1200329"/>
          </a:xfrm>
          <a:prstGeom prst="rect">
            <a:avLst/>
          </a:prstGeom>
          <a:noFill/>
          <a:ln>
            <a:noFill/>
          </a:ln>
        </p:spPr>
        <p:txBody>
          <a:bodyPr wrap="none">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eaLnBrk="1" hangingPunct="1"/>
            <a:r>
              <a:rPr lang="en-US" dirty="0"/>
              <a:t>User’s design:</a:t>
            </a:r>
          </a:p>
          <a:p>
            <a:pPr eaLnBrk="1" hangingPunct="1"/>
            <a:r>
              <a:rPr lang="en-US" dirty="0"/>
              <a:t>- Schematic </a:t>
            </a:r>
          </a:p>
          <a:p>
            <a:pPr eaLnBrk="1" hangingPunct="1"/>
            <a:r>
              <a:rPr lang="en-US" dirty="0"/>
              <a:t>- Verilog HDL</a:t>
            </a:r>
          </a:p>
          <a:p>
            <a:pPr eaLnBrk="1" hangingPunct="1"/>
            <a:r>
              <a:rPr lang="en-US" dirty="0"/>
              <a:t>- VHDL</a:t>
            </a:r>
          </a:p>
        </p:txBody>
      </p:sp>
      <p:pic>
        <p:nvPicPr>
          <p:cNvPr id="7177" name="Picture 8"/>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145545" y="3730596"/>
            <a:ext cx="2843213" cy="2135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grpSp>
        <p:nvGrpSpPr>
          <p:cNvPr id="2" name="Group 9"/>
          <p:cNvGrpSpPr>
            <a:grpSpLocks/>
          </p:cNvGrpSpPr>
          <p:nvPr/>
        </p:nvGrpSpPr>
        <p:grpSpPr bwMode="auto">
          <a:xfrm>
            <a:off x="5804608" y="3519112"/>
            <a:ext cx="833062" cy="295220"/>
            <a:chOff x="2238" y="2009"/>
            <a:chExt cx="802" cy="337"/>
          </a:xfrm>
        </p:grpSpPr>
        <p:sp>
          <p:nvSpPr>
            <p:cNvPr id="7181" name="Line 10"/>
            <p:cNvSpPr>
              <a:spLocks noChangeShapeType="1"/>
            </p:cNvSpPr>
            <p:nvPr/>
          </p:nvSpPr>
          <p:spPr bwMode="auto">
            <a:xfrm>
              <a:off x="2238" y="2009"/>
              <a:ext cx="802"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nchor="ctr"/>
            <a:lstStyle/>
            <a:p>
              <a:endParaRPr lang="en-CA"/>
            </a:p>
          </p:txBody>
        </p:sp>
        <p:sp>
          <p:nvSpPr>
            <p:cNvPr id="7182" name="Line 11"/>
            <p:cNvSpPr>
              <a:spLocks noChangeShapeType="1"/>
            </p:cNvSpPr>
            <p:nvPr/>
          </p:nvSpPr>
          <p:spPr bwMode="auto">
            <a:xfrm flipV="1">
              <a:off x="3040" y="2009"/>
              <a:ext cx="0" cy="337"/>
            </a:xfrm>
            <a:prstGeom prst="line">
              <a:avLst/>
            </a:prstGeom>
            <a:noFill/>
            <a:ln w="28575">
              <a:solidFill>
                <a:schemeClr val="tx1"/>
              </a:solidFill>
              <a:round/>
              <a:headEnd type="triangle" w="med" len="med"/>
              <a:tailEnd/>
            </a:ln>
            <a:extLst>
              <a:ext uri="{909E8E84-426E-40DD-AFC4-6F175D3DCCD1}">
                <a14:hiddenFill xmlns:a14="http://schemas.microsoft.com/office/drawing/2010/main">
                  <a:noFill/>
                </a14:hiddenFill>
              </a:ext>
            </a:extLst>
          </p:spPr>
          <p:txBody>
            <a:bodyPr/>
            <a:lstStyle/>
            <a:p>
              <a:endParaRPr lang="en-CA"/>
            </a:p>
          </p:txBody>
        </p:sp>
      </p:grpSp>
      <p:sp>
        <p:nvSpPr>
          <p:cNvPr id="7180" name="TextBox 13"/>
          <p:cNvSpPr txBox="1">
            <a:spLocks noChangeArrowheads="1"/>
          </p:cNvSpPr>
          <p:nvPr/>
        </p:nvSpPr>
        <p:spPr bwMode="auto">
          <a:xfrm>
            <a:off x="3631969" y="5727929"/>
            <a:ext cx="2258952"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eaLnBrk="1" hangingPunct="1"/>
            <a:r>
              <a:rPr lang="en-US" sz="1600" dirty="0"/>
              <a:t>Altera DE-series board</a:t>
            </a:r>
          </a:p>
        </p:txBody>
      </p:sp>
      <p:sp>
        <p:nvSpPr>
          <p:cNvPr id="15" name="Title 1"/>
          <p:cNvSpPr>
            <a:spLocks noGrp="1"/>
          </p:cNvSpPr>
          <p:nvPr>
            <p:ph type="title"/>
          </p:nvPr>
        </p:nvSpPr>
        <p:spPr>
          <a:xfrm>
            <a:off x="460375" y="534988"/>
            <a:ext cx="8223250" cy="914400"/>
          </a:xfrm>
        </p:spPr>
        <p:txBody>
          <a:bodyPr/>
          <a:lstStyle/>
          <a:p>
            <a:r>
              <a:rPr lang="en-GB" dirty="0"/>
              <a:t>1. Electronic Design Automation (EDA) Tools</a:t>
            </a:r>
          </a:p>
        </p:txBody>
      </p:sp>
      <p:sp>
        <p:nvSpPr>
          <p:cNvPr id="17" name="Text Box 7"/>
          <p:cNvSpPr txBox="1">
            <a:spLocks noChangeArrowheads="1"/>
          </p:cNvSpPr>
          <p:nvPr/>
        </p:nvSpPr>
        <p:spPr bwMode="auto">
          <a:xfrm>
            <a:off x="4354581" y="3821393"/>
            <a:ext cx="1915081" cy="646331"/>
          </a:xfrm>
          <a:prstGeom prst="rect">
            <a:avLst/>
          </a:prstGeom>
          <a:noFill/>
          <a:ln>
            <a:noFill/>
          </a:ln>
        </p:spPr>
        <p:txBody>
          <a:bodyPr wrap="square">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algn="ctr" eaLnBrk="1" hangingPunct="1"/>
            <a:r>
              <a:rPr lang="en-US" dirty="0">
                <a:solidFill>
                  <a:srgbClr val="FF0000"/>
                </a:solidFill>
              </a:rPr>
              <a:t>Altera Quartus Prime Software</a:t>
            </a:r>
          </a:p>
        </p:txBody>
      </p:sp>
      <p:sp>
        <p:nvSpPr>
          <p:cNvPr id="18" name="Slide Number Placeholder 3"/>
          <p:cNvSpPr>
            <a:spLocks noGrp="1"/>
          </p:cNvSpPr>
          <p:nvPr>
            <p:ph type="sldNum" sz="quarter" idx="4"/>
          </p:nvPr>
        </p:nvSpPr>
        <p:spPr>
          <a:xfrm>
            <a:off x="3505907" y="6322681"/>
            <a:ext cx="2133600" cy="365125"/>
          </a:xfrm>
        </p:spPr>
        <p:txBody>
          <a:bodyPr/>
          <a:lstStyle/>
          <a:p>
            <a:fld id="{678EF7AC-325E-49D0-8897-E637594B55B4}" type="slidenum">
              <a:rPr lang="de-DE" smtClean="0"/>
              <a:pPr/>
              <a:t>3</a:t>
            </a:fld>
            <a:endParaRPr lang="de-DE" dirty="0"/>
          </a:p>
        </p:txBody>
      </p:sp>
      <p:sp>
        <p:nvSpPr>
          <p:cNvPr id="3" name="Rectangle 2"/>
          <p:cNvSpPr/>
          <p:nvPr/>
        </p:nvSpPr>
        <p:spPr>
          <a:xfrm>
            <a:off x="2535952" y="4495093"/>
            <a:ext cx="3516412" cy="369332"/>
          </a:xfrm>
          <a:prstGeom prst="rect">
            <a:avLst/>
          </a:prstGeom>
        </p:spPr>
        <p:txBody>
          <a:bodyPr wrap="none">
            <a:spAutoFit/>
          </a:bodyPr>
          <a:lstStyle/>
          <a:p>
            <a:pPr>
              <a:buClr>
                <a:srgbClr val="00B050"/>
              </a:buClr>
            </a:pPr>
            <a:r>
              <a:rPr lang="en-CA" dirty="0"/>
              <a:t>A fully integrated development tool</a:t>
            </a:r>
          </a:p>
        </p:txBody>
      </p:sp>
      <p:sp>
        <p:nvSpPr>
          <p:cNvPr id="4" name="TextBox 3">
            <a:extLst>
              <a:ext uri="{FF2B5EF4-FFF2-40B4-BE49-F238E27FC236}">
                <a16:creationId xmlns:a16="http://schemas.microsoft.com/office/drawing/2014/main" id="{C3CE7B10-384B-9C40-83DA-30BF6C0F52C6}"/>
              </a:ext>
            </a:extLst>
          </p:cNvPr>
          <p:cNvSpPr txBox="1"/>
          <p:nvPr/>
        </p:nvSpPr>
        <p:spPr>
          <a:xfrm>
            <a:off x="155242" y="4164106"/>
            <a:ext cx="2136115" cy="1754326"/>
          </a:xfrm>
          <a:prstGeom prst="rect">
            <a:avLst/>
          </a:prstGeom>
          <a:noFill/>
          <a:ln>
            <a:solidFill>
              <a:schemeClr val="accent1"/>
            </a:solidFill>
          </a:ln>
        </p:spPr>
        <p:txBody>
          <a:bodyPr wrap="square" rtlCol="0">
            <a:spAutoFit/>
          </a:bodyPr>
          <a:lstStyle/>
          <a:p>
            <a:r>
              <a:rPr lang="en-GB" dirty="0"/>
              <a:t>A VHDL program can be transformed with a synthesis tool into a netlist, that is, a detailed gate-level implementation.</a:t>
            </a:r>
            <a:endParaRPr lang="en-US" dirty="0"/>
          </a:p>
        </p:txBody>
      </p:sp>
    </p:spTree>
    <p:custDataLst>
      <p:tags r:id="rId1"/>
    </p:custDataLst>
    <p:extLst>
      <p:ext uri="{BB962C8B-B14F-4D97-AF65-F5344CB8AC3E}">
        <p14:creationId xmlns:p14="http://schemas.microsoft.com/office/powerpoint/2010/main" val="40645816"/>
      </p:ext>
    </p:extLst>
  </p:cSld>
  <p:clrMapOvr>
    <a:masterClrMapping/>
  </p:clrMapOvr>
  <mc:AlternateContent xmlns:mc="http://schemas.openxmlformats.org/markup-compatibility/2006" xmlns:p14="http://schemas.microsoft.com/office/powerpoint/2010/main">
    <mc:Choice Requires="p14">
      <p:transition spd="slow" p14:dur="2000" advTm="63254"/>
    </mc:Choice>
    <mc:Fallback xmlns="">
      <p:transition spd="slow" advTm="63254"/>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repeatCount="500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linds(horizontal)">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Content Placeholder 2"/>
          <p:cNvSpPr txBox="1">
            <a:spLocks/>
          </p:cNvSpPr>
          <p:nvPr/>
        </p:nvSpPr>
        <p:spPr>
          <a:xfrm>
            <a:off x="459927" y="1906010"/>
            <a:ext cx="4535070" cy="2132186"/>
          </a:xfrm>
          <a:prstGeom prst="rect">
            <a:avLst/>
          </a:prstGeom>
        </p:spPr>
        <p:txBody>
          <a:bodyPr/>
          <a:lstStyle>
            <a:lvl1pPr marL="268288" indent="-268288" algn="l" rtl="0" eaLnBrk="0" fontAlgn="base" hangingPunct="0">
              <a:spcBef>
                <a:spcPct val="0"/>
              </a:spcBef>
              <a:spcAft>
                <a:spcPct val="40000"/>
              </a:spcAft>
              <a:buClr>
                <a:srgbClr val="FF0000"/>
              </a:buClr>
              <a:buFont typeface="Wingdings" pitchFamily="1" charset="2"/>
              <a:buChar char="n"/>
              <a:defRPr>
                <a:solidFill>
                  <a:schemeClr val="tx1"/>
                </a:solidFill>
                <a:latin typeface="+mn-lt"/>
                <a:ea typeface="+mn-ea"/>
                <a:cs typeface="+mn-cs"/>
              </a:defRPr>
            </a:lvl1pPr>
            <a:lvl2pPr marL="1219200" indent="-234950" algn="l" rtl="0" eaLnBrk="0" fontAlgn="base" hangingPunct="0">
              <a:spcBef>
                <a:spcPct val="0"/>
              </a:spcBef>
              <a:spcAft>
                <a:spcPct val="40000"/>
              </a:spcAft>
              <a:buClr>
                <a:schemeClr val="bg2"/>
              </a:buClr>
              <a:buFont typeface="Wingdings" pitchFamily="1" charset="2"/>
              <a:buChar char="n"/>
              <a:defRPr>
                <a:solidFill>
                  <a:schemeClr val="tx1"/>
                </a:solidFill>
                <a:latin typeface="+mn-lt"/>
              </a:defRPr>
            </a:lvl2pPr>
            <a:lvl3pPr marL="1644650" indent="-246063" algn="l" rtl="0" eaLnBrk="0" fontAlgn="base" hangingPunct="0">
              <a:spcBef>
                <a:spcPct val="0"/>
              </a:spcBef>
              <a:spcAft>
                <a:spcPct val="40000"/>
              </a:spcAft>
              <a:buClr>
                <a:schemeClr val="bg2"/>
              </a:buClr>
              <a:buFont typeface="Wingdings" pitchFamily="1" charset="2"/>
              <a:buChar char="n"/>
              <a:defRPr>
                <a:solidFill>
                  <a:schemeClr val="tx1"/>
                </a:solidFill>
                <a:latin typeface="+mn-lt"/>
              </a:defRPr>
            </a:lvl3pPr>
            <a:lvl4pPr marL="2066925" indent="-242888" algn="l" rtl="0" eaLnBrk="0" fontAlgn="base" hangingPunct="0">
              <a:spcBef>
                <a:spcPct val="0"/>
              </a:spcBef>
              <a:spcAft>
                <a:spcPct val="40000"/>
              </a:spcAft>
              <a:buClr>
                <a:schemeClr val="bg2"/>
              </a:buClr>
              <a:buFont typeface="Wingdings" pitchFamily="1" charset="2"/>
              <a:buChar char="n"/>
              <a:defRPr>
                <a:solidFill>
                  <a:schemeClr val="tx1"/>
                </a:solidFill>
                <a:latin typeface="+mn-lt"/>
              </a:defRPr>
            </a:lvl4pPr>
            <a:lvl5pPr marL="2489200" indent="-242888" algn="l" rtl="0" eaLnBrk="0" fontAlgn="base" hangingPunct="0">
              <a:spcBef>
                <a:spcPct val="0"/>
              </a:spcBef>
              <a:spcAft>
                <a:spcPct val="40000"/>
              </a:spcAft>
              <a:buClr>
                <a:schemeClr val="bg2"/>
              </a:buClr>
              <a:buFont typeface="Wingdings" pitchFamily="1" charset="2"/>
              <a:buChar char="n"/>
              <a:defRPr>
                <a:solidFill>
                  <a:schemeClr val="tx1"/>
                </a:solidFill>
                <a:latin typeface="+mn-lt"/>
              </a:defRPr>
            </a:lvl5pPr>
            <a:lvl6pPr marL="2946400" indent="-242888" algn="l" rtl="0" fontAlgn="base">
              <a:spcBef>
                <a:spcPct val="0"/>
              </a:spcBef>
              <a:spcAft>
                <a:spcPct val="40000"/>
              </a:spcAft>
              <a:buClr>
                <a:schemeClr val="bg2"/>
              </a:buClr>
              <a:buFont typeface="Wingdings" pitchFamily="1" charset="2"/>
              <a:buChar char="n"/>
              <a:defRPr>
                <a:solidFill>
                  <a:schemeClr val="tx1"/>
                </a:solidFill>
                <a:latin typeface="+mn-lt"/>
              </a:defRPr>
            </a:lvl6pPr>
            <a:lvl7pPr marL="3403600" indent="-242888" algn="l" rtl="0" fontAlgn="base">
              <a:spcBef>
                <a:spcPct val="0"/>
              </a:spcBef>
              <a:spcAft>
                <a:spcPct val="40000"/>
              </a:spcAft>
              <a:buClr>
                <a:schemeClr val="bg2"/>
              </a:buClr>
              <a:buFont typeface="Wingdings" pitchFamily="1" charset="2"/>
              <a:buChar char="n"/>
              <a:defRPr>
                <a:solidFill>
                  <a:schemeClr val="tx1"/>
                </a:solidFill>
                <a:latin typeface="+mn-lt"/>
              </a:defRPr>
            </a:lvl7pPr>
            <a:lvl8pPr marL="3860800" indent="-242888" algn="l" rtl="0" fontAlgn="base">
              <a:spcBef>
                <a:spcPct val="0"/>
              </a:spcBef>
              <a:spcAft>
                <a:spcPct val="40000"/>
              </a:spcAft>
              <a:buClr>
                <a:schemeClr val="bg2"/>
              </a:buClr>
              <a:buFont typeface="Wingdings" pitchFamily="1" charset="2"/>
              <a:buChar char="n"/>
              <a:defRPr>
                <a:solidFill>
                  <a:schemeClr val="tx1"/>
                </a:solidFill>
                <a:latin typeface="+mn-lt"/>
              </a:defRPr>
            </a:lvl8pPr>
            <a:lvl9pPr marL="4318000" indent="-242888" algn="l" rtl="0" fontAlgn="base">
              <a:spcBef>
                <a:spcPct val="0"/>
              </a:spcBef>
              <a:spcAft>
                <a:spcPct val="40000"/>
              </a:spcAft>
              <a:buClr>
                <a:schemeClr val="bg2"/>
              </a:buClr>
              <a:buFont typeface="Wingdings" pitchFamily="1" charset="2"/>
              <a:buChar char="n"/>
              <a:defRPr>
                <a:solidFill>
                  <a:schemeClr val="tx1"/>
                </a:solidFill>
                <a:latin typeface="+mn-lt"/>
              </a:defRPr>
            </a:lvl9pPr>
          </a:lstStyle>
          <a:p>
            <a:pPr>
              <a:buClr>
                <a:srgbClr val="00B050"/>
              </a:buClr>
            </a:pPr>
            <a:r>
              <a:rPr lang="en-CA" b="1" dirty="0"/>
              <a:t>FPGA design process</a:t>
            </a:r>
          </a:p>
          <a:p>
            <a:pPr lvl="1"/>
            <a:r>
              <a:rPr lang="en-CA" sz="1600" dirty="0"/>
              <a:t>Step 1: Design Entry</a:t>
            </a:r>
          </a:p>
          <a:p>
            <a:pPr lvl="1"/>
            <a:r>
              <a:rPr lang="en-CA" sz="1600" dirty="0"/>
              <a:t>Step 2: Synthesis</a:t>
            </a:r>
          </a:p>
          <a:p>
            <a:pPr lvl="1"/>
            <a:r>
              <a:rPr lang="en-CA" sz="1600" dirty="0"/>
              <a:t>Step 3: Physical Design (Fitting)</a:t>
            </a:r>
          </a:p>
          <a:p>
            <a:pPr lvl="1"/>
            <a:r>
              <a:rPr lang="en-CA" sz="1600" dirty="0"/>
              <a:t>Step 4: Verification</a:t>
            </a:r>
          </a:p>
          <a:p>
            <a:pPr lvl="1"/>
            <a:r>
              <a:rPr lang="en-CA" sz="1600" dirty="0"/>
              <a:t>Step 5: Testing</a:t>
            </a:r>
          </a:p>
          <a:p>
            <a:pPr lvl="1"/>
            <a:endParaRPr lang="en-CA" sz="1600" dirty="0"/>
          </a:p>
          <a:p>
            <a:pPr lvl="1"/>
            <a:endParaRPr lang="en-CA" sz="1600" dirty="0"/>
          </a:p>
          <a:p>
            <a:pPr lvl="1"/>
            <a:endParaRPr lang="en-CA" sz="1600" kern="0" dirty="0"/>
          </a:p>
          <a:p>
            <a:pPr lvl="1"/>
            <a:endParaRPr lang="en-CA" kern="0" dirty="0"/>
          </a:p>
        </p:txBody>
      </p:sp>
      <p:sp>
        <p:nvSpPr>
          <p:cNvPr id="15" name="Title 1"/>
          <p:cNvSpPr>
            <a:spLocks noGrp="1"/>
          </p:cNvSpPr>
          <p:nvPr>
            <p:ph type="title"/>
          </p:nvPr>
        </p:nvSpPr>
        <p:spPr>
          <a:xfrm>
            <a:off x="460375" y="534988"/>
            <a:ext cx="8223250" cy="914400"/>
          </a:xfrm>
        </p:spPr>
        <p:txBody>
          <a:bodyPr/>
          <a:lstStyle/>
          <a:p>
            <a:r>
              <a:rPr lang="en-GB" dirty="0"/>
              <a:t>1. Electronic Design Automation (EDA) Tools</a:t>
            </a:r>
          </a:p>
        </p:txBody>
      </p:sp>
      <p:sp>
        <p:nvSpPr>
          <p:cNvPr id="18" name="Slide Number Placeholder 3"/>
          <p:cNvSpPr>
            <a:spLocks noGrp="1"/>
          </p:cNvSpPr>
          <p:nvPr>
            <p:ph type="sldNum" sz="quarter" idx="4"/>
          </p:nvPr>
        </p:nvSpPr>
        <p:spPr>
          <a:xfrm>
            <a:off x="3505907" y="6322681"/>
            <a:ext cx="2133600" cy="365125"/>
          </a:xfrm>
        </p:spPr>
        <p:txBody>
          <a:bodyPr/>
          <a:lstStyle/>
          <a:p>
            <a:fld id="{678EF7AC-325E-49D0-8897-E637594B55B4}" type="slidenum">
              <a:rPr lang="de-DE" smtClean="0"/>
              <a:pPr/>
              <a:t>4</a:t>
            </a:fld>
            <a:endParaRPr lang="de-DE" dirty="0"/>
          </a:p>
        </p:txBody>
      </p:sp>
      <p:sp>
        <p:nvSpPr>
          <p:cNvPr id="4" name="TextBox 3">
            <a:extLst>
              <a:ext uri="{FF2B5EF4-FFF2-40B4-BE49-F238E27FC236}">
                <a16:creationId xmlns:a16="http://schemas.microsoft.com/office/drawing/2014/main" id="{C3CE7B10-384B-9C40-83DA-30BF6C0F52C6}"/>
              </a:ext>
            </a:extLst>
          </p:cNvPr>
          <p:cNvSpPr txBox="1"/>
          <p:nvPr/>
        </p:nvSpPr>
        <p:spPr>
          <a:xfrm>
            <a:off x="4724299" y="1991482"/>
            <a:ext cx="4126903" cy="4093428"/>
          </a:xfrm>
          <a:prstGeom prst="rect">
            <a:avLst/>
          </a:prstGeom>
          <a:noFill/>
        </p:spPr>
        <p:txBody>
          <a:bodyPr wrap="square" rtlCol="0">
            <a:spAutoFit/>
          </a:bodyPr>
          <a:lstStyle/>
          <a:p>
            <a:r>
              <a:rPr lang="en-GB" sz="2200" dirty="0"/>
              <a:t>What is synthesis in digital design?</a:t>
            </a:r>
          </a:p>
          <a:p>
            <a:endParaRPr lang="en-GB" sz="2200" dirty="0"/>
          </a:p>
          <a:p>
            <a:r>
              <a:rPr lang="en-GB" sz="2200" dirty="0"/>
              <a:t>In electronics, logic </a:t>
            </a:r>
            <a:r>
              <a:rPr lang="en-GB" sz="2200" b="1" dirty="0"/>
              <a:t>synthesis </a:t>
            </a:r>
            <a:r>
              <a:rPr lang="en-GB" sz="2200" dirty="0"/>
              <a:t>is a process by which an abstract specification of desired circuit behaviour, typically at register transfer level (RTL), is turned into a </a:t>
            </a:r>
            <a:r>
              <a:rPr lang="en-GB" sz="2200" b="1" dirty="0"/>
              <a:t>design</a:t>
            </a:r>
            <a:r>
              <a:rPr lang="en-GB" sz="2200" dirty="0"/>
              <a:t> implementation in terms of logic gates, typically by a computer program called a </a:t>
            </a:r>
            <a:r>
              <a:rPr lang="en-GB" sz="2200" b="1" dirty="0"/>
              <a:t>synthesis</a:t>
            </a:r>
            <a:r>
              <a:rPr lang="en-GB" sz="2200" dirty="0"/>
              <a:t> tool.</a:t>
            </a:r>
          </a:p>
          <a:p>
            <a:endParaRPr lang="en-US" dirty="0"/>
          </a:p>
        </p:txBody>
      </p:sp>
    </p:spTree>
    <p:extLst>
      <p:ext uri="{BB962C8B-B14F-4D97-AF65-F5344CB8AC3E}">
        <p14:creationId xmlns:p14="http://schemas.microsoft.com/office/powerpoint/2010/main" val="1808469573"/>
      </p:ext>
    </p:extLst>
  </p:cSld>
  <p:clrMapOvr>
    <a:masterClrMapping/>
  </p:clrMapOvr>
  <mc:AlternateContent xmlns:mc="http://schemas.openxmlformats.org/markup-compatibility/2006" xmlns:p14="http://schemas.microsoft.com/office/powerpoint/2010/main">
    <mc:Choice Requires="p14">
      <p:transition spd="slow" p14:dur="2000" advTm="28718"/>
    </mc:Choice>
    <mc:Fallback xmlns="">
      <p:transition spd="slow" advTm="28718"/>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rapezium 2">
            <a:extLst>
              <a:ext uri="{FF2B5EF4-FFF2-40B4-BE49-F238E27FC236}">
                <a16:creationId xmlns:a16="http://schemas.microsoft.com/office/drawing/2014/main" id="{2C8E9348-D5F5-DC42-8F8F-2FC4DF8A36A9}"/>
              </a:ext>
            </a:extLst>
          </p:cNvPr>
          <p:cNvSpPr/>
          <p:nvPr/>
        </p:nvSpPr>
        <p:spPr>
          <a:xfrm>
            <a:off x="627952" y="3124402"/>
            <a:ext cx="3030254" cy="2436784"/>
          </a:xfrm>
          <a:prstGeom prst="trapezoid">
            <a:avLst/>
          </a:prstGeom>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16200000" scaled="1"/>
            <a:tileRect/>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itle 1"/>
          <p:cNvSpPr>
            <a:spLocks noGrp="1"/>
          </p:cNvSpPr>
          <p:nvPr>
            <p:ph type="title"/>
          </p:nvPr>
        </p:nvSpPr>
        <p:spPr>
          <a:xfrm>
            <a:off x="460375" y="534988"/>
            <a:ext cx="8223250" cy="914400"/>
          </a:xfrm>
        </p:spPr>
        <p:txBody>
          <a:bodyPr/>
          <a:lstStyle/>
          <a:p>
            <a:r>
              <a:rPr lang="en-GB" dirty="0"/>
              <a:t>1. Electronic Design Automation (EDA) Tools</a:t>
            </a:r>
            <a:br>
              <a:rPr lang="en-GB" dirty="0"/>
            </a:br>
            <a:r>
              <a:rPr lang="en-GB" dirty="0"/>
              <a:t>(Abstraction levels)</a:t>
            </a:r>
          </a:p>
        </p:txBody>
      </p:sp>
      <p:sp>
        <p:nvSpPr>
          <p:cNvPr id="18" name="Slide Number Placeholder 3"/>
          <p:cNvSpPr>
            <a:spLocks noGrp="1"/>
          </p:cNvSpPr>
          <p:nvPr>
            <p:ph type="sldNum" sz="quarter" idx="4"/>
          </p:nvPr>
        </p:nvSpPr>
        <p:spPr>
          <a:xfrm>
            <a:off x="3505907" y="6322681"/>
            <a:ext cx="2133600" cy="365125"/>
          </a:xfrm>
        </p:spPr>
        <p:txBody>
          <a:bodyPr/>
          <a:lstStyle/>
          <a:p>
            <a:fld id="{678EF7AC-325E-49D0-8897-E637594B55B4}" type="slidenum">
              <a:rPr lang="de-DE" smtClean="0"/>
              <a:pPr/>
              <a:t>5</a:t>
            </a:fld>
            <a:endParaRPr lang="de-DE" dirty="0"/>
          </a:p>
        </p:txBody>
      </p:sp>
      <p:sp>
        <p:nvSpPr>
          <p:cNvPr id="4" name="TextBox 3">
            <a:extLst>
              <a:ext uri="{FF2B5EF4-FFF2-40B4-BE49-F238E27FC236}">
                <a16:creationId xmlns:a16="http://schemas.microsoft.com/office/drawing/2014/main" id="{C3CE7B10-384B-9C40-83DA-30BF6C0F52C6}"/>
              </a:ext>
            </a:extLst>
          </p:cNvPr>
          <p:cNvSpPr txBox="1"/>
          <p:nvPr/>
        </p:nvSpPr>
        <p:spPr>
          <a:xfrm>
            <a:off x="4115103" y="1991482"/>
            <a:ext cx="4736099" cy="1384995"/>
          </a:xfrm>
          <a:prstGeom prst="rect">
            <a:avLst/>
          </a:prstGeom>
          <a:noFill/>
        </p:spPr>
        <p:txBody>
          <a:bodyPr wrap="square" rtlCol="0">
            <a:spAutoFit/>
          </a:bodyPr>
          <a:lstStyle/>
          <a:p>
            <a:r>
              <a:rPr lang="en-GB" sz="2200" dirty="0"/>
              <a:t>Connecting transistors into circuits to build gates or other components is called </a:t>
            </a:r>
            <a:r>
              <a:rPr lang="en-GB" sz="2200" b="1" i="1" dirty="0"/>
              <a:t>transistor-level design</a:t>
            </a:r>
          </a:p>
          <a:p>
            <a:endParaRPr lang="en-US" dirty="0"/>
          </a:p>
        </p:txBody>
      </p:sp>
      <p:sp>
        <p:nvSpPr>
          <p:cNvPr id="2" name="Rectangle 1">
            <a:extLst>
              <a:ext uri="{FF2B5EF4-FFF2-40B4-BE49-F238E27FC236}">
                <a16:creationId xmlns:a16="http://schemas.microsoft.com/office/drawing/2014/main" id="{04189BD0-A8A3-C64F-B4C7-B54C8D64C301}"/>
              </a:ext>
            </a:extLst>
          </p:cNvPr>
          <p:cNvSpPr/>
          <p:nvPr/>
        </p:nvSpPr>
        <p:spPr>
          <a:xfrm>
            <a:off x="579920" y="2851667"/>
            <a:ext cx="3110591" cy="2677656"/>
          </a:xfrm>
          <a:prstGeom prst="rect">
            <a:avLst/>
          </a:prstGeom>
          <a:ln>
            <a:noFill/>
          </a:ln>
        </p:spPr>
        <p:txBody>
          <a:bodyPr wrap="square">
            <a:spAutoFit/>
          </a:bodyPr>
          <a:lstStyle/>
          <a:p>
            <a:pPr marL="0" lvl="1" indent="0" algn="ctr">
              <a:buClr>
                <a:srgbClr val="00B050"/>
              </a:buClr>
            </a:pPr>
            <a:endParaRPr lang="en-US" altLang="en-US" sz="2400" dirty="0"/>
          </a:p>
          <a:p>
            <a:pPr marL="0" lvl="1" indent="0" algn="ctr">
              <a:buClr>
                <a:srgbClr val="00B050"/>
              </a:buClr>
            </a:pPr>
            <a:r>
              <a:rPr lang="en-US" altLang="en-US" sz="2400" dirty="0"/>
              <a:t>Register </a:t>
            </a:r>
          </a:p>
          <a:p>
            <a:pPr marL="0" lvl="1" indent="0" algn="ctr">
              <a:buClr>
                <a:srgbClr val="00B050"/>
              </a:buClr>
            </a:pPr>
            <a:r>
              <a:rPr lang="en-US" altLang="en-US" sz="2400" dirty="0"/>
              <a:t>transfer level</a:t>
            </a:r>
          </a:p>
          <a:p>
            <a:pPr marL="0" lvl="1" indent="0" algn="ctr">
              <a:buClr>
                <a:srgbClr val="00B050"/>
              </a:buClr>
            </a:pPr>
            <a:endParaRPr lang="en-US" altLang="en-US" sz="2400" dirty="0"/>
          </a:p>
          <a:p>
            <a:pPr marL="0" lvl="1" indent="0" algn="ctr">
              <a:buClr>
                <a:srgbClr val="00B050"/>
              </a:buClr>
            </a:pPr>
            <a:r>
              <a:rPr lang="en-US" altLang="en-US" sz="2400" dirty="0"/>
              <a:t>Logic level</a:t>
            </a:r>
          </a:p>
          <a:p>
            <a:pPr marL="0" lvl="1" indent="0" algn="ctr">
              <a:buClr>
                <a:srgbClr val="00B050"/>
              </a:buClr>
            </a:pPr>
            <a:endParaRPr lang="en-US" altLang="en-US" sz="2400" dirty="0"/>
          </a:p>
          <a:p>
            <a:pPr marL="0" lvl="1" indent="0" algn="ctr">
              <a:buClr>
                <a:srgbClr val="00B050"/>
              </a:buClr>
            </a:pPr>
            <a:r>
              <a:rPr lang="en-US" altLang="en-US" sz="2400" dirty="0"/>
              <a:t>Transistor level</a:t>
            </a:r>
          </a:p>
        </p:txBody>
      </p:sp>
      <p:cxnSp>
        <p:nvCxnSpPr>
          <p:cNvPr id="10" name="Straight Connector 9">
            <a:extLst>
              <a:ext uri="{FF2B5EF4-FFF2-40B4-BE49-F238E27FC236}">
                <a16:creationId xmlns:a16="http://schemas.microsoft.com/office/drawing/2014/main" id="{13660E5D-29AF-0A48-A87F-83575BD54486}"/>
              </a:ext>
            </a:extLst>
          </p:cNvPr>
          <p:cNvCxnSpPr>
            <a:cxnSpLocks/>
          </p:cNvCxnSpPr>
          <p:nvPr/>
        </p:nvCxnSpPr>
        <p:spPr>
          <a:xfrm>
            <a:off x="975440" y="4190495"/>
            <a:ext cx="2225869" cy="0"/>
          </a:xfrm>
          <a:prstGeom prst="line">
            <a:avLst/>
          </a:prstGeom>
          <a:ln w="28575">
            <a:solidFill>
              <a:srgbClr val="AD4C08"/>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12D068E4-859C-C24B-A057-906CC4049D6A}"/>
              </a:ext>
            </a:extLst>
          </p:cNvPr>
          <p:cNvCxnSpPr>
            <a:cxnSpLocks/>
          </p:cNvCxnSpPr>
          <p:nvPr/>
        </p:nvCxnSpPr>
        <p:spPr>
          <a:xfrm>
            <a:off x="764525" y="4951990"/>
            <a:ext cx="2741382" cy="0"/>
          </a:xfrm>
          <a:prstGeom prst="line">
            <a:avLst/>
          </a:prstGeom>
          <a:ln w="28575">
            <a:solidFill>
              <a:srgbClr val="AD4C08"/>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6C02342A-AA4E-494B-AC8F-F5DA1F0DA871}"/>
              </a:ext>
            </a:extLst>
          </p:cNvPr>
          <p:cNvCxnSpPr>
            <a:cxnSpLocks/>
          </p:cNvCxnSpPr>
          <p:nvPr/>
        </p:nvCxnSpPr>
        <p:spPr>
          <a:xfrm flipV="1">
            <a:off x="587783" y="3276701"/>
            <a:ext cx="0" cy="1979887"/>
          </a:xfrm>
          <a:prstGeom prst="line">
            <a:avLst/>
          </a:prstGeom>
          <a:ln w="57150">
            <a:solidFill>
              <a:srgbClr val="AD4C08"/>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21" name="TextBox 20">
            <a:extLst>
              <a:ext uri="{FF2B5EF4-FFF2-40B4-BE49-F238E27FC236}">
                <a16:creationId xmlns:a16="http://schemas.microsoft.com/office/drawing/2014/main" id="{F4BE2311-4F26-E44E-A58F-BE6F267865BB}"/>
              </a:ext>
            </a:extLst>
          </p:cNvPr>
          <p:cNvSpPr txBox="1"/>
          <p:nvPr/>
        </p:nvSpPr>
        <p:spPr>
          <a:xfrm rot="16200000">
            <a:off x="-1071861" y="3861373"/>
            <a:ext cx="2725695" cy="369332"/>
          </a:xfrm>
          <a:prstGeom prst="rect">
            <a:avLst/>
          </a:prstGeom>
          <a:noFill/>
        </p:spPr>
        <p:txBody>
          <a:bodyPr wrap="square" rtlCol="0">
            <a:spAutoFit/>
          </a:bodyPr>
          <a:lstStyle/>
          <a:p>
            <a:r>
              <a:rPr lang="en-US" dirty="0"/>
              <a:t>Higher abstraction levels</a:t>
            </a:r>
          </a:p>
        </p:txBody>
      </p:sp>
      <p:cxnSp>
        <p:nvCxnSpPr>
          <p:cNvPr id="24" name="Straight Connector 23">
            <a:extLst>
              <a:ext uri="{FF2B5EF4-FFF2-40B4-BE49-F238E27FC236}">
                <a16:creationId xmlns:a16="http://schemas.microsoft.com/office/drawing/2014/main" id="{DC588F1A-B03E-6C48-8921-39DB2BCCC465}"/>
              </a:ext>
            </a:extLst>
          </p:cNvPr>
          <p:cNvCxnSpPr>
            <a:cxnSpLocks/>
          </p:cNvCxnSpPr>
          <p:nvPr/>
        </p:nvCxnSpPr>
        <p:spPr>
          <a:xfrm>
            <a:off x="975440" y="4190495"/>
            <a:ext cx="2284485" cy="0"/>
          </a:xfrm>
          <a:prstGeom prst="line">
            <a:avLst/>
          </a:prstGeom>
          <a:ln w="28575">
            <a:solidFill>
              <a:srgbClr val="AD4C08"/>
            </a:solidFill>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4849BCA7-115F-384B-B264-29DE4371D423}"/>
              </a:ext>
            </a:extLst>
          </p:cNvPr>
          <p:cNvCxnSpPr>
            <a:cxnSpLocks/>
          </p:cNvCxnSpPr>
          <p:nvPr/>
        </p:nvCxnSpPr>
        <p:spPr>
          <a:xfrm flipV="1">
            <a:off x="1006701" y="4189046"/>
            <a:ext cx="2307022" cy="1449"/>
          </a:xfrm>
          <a:prstGeom prst="line">
            <a:avLst/>
          </a:prstGeom>
          <a:ln w="28575">
            <a:solidFill>
              <a:srgbClr val="AD4C08"/>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32550542"/>
      </p:ext>
    </p:extLst>
  </p:cSld>
  <p:clrMapOvr>
    <a:masterClrMapping/>
  </p:clrMapOvr>
  <mc:AlternateContent xmlns:mc="http://schemas.openxmlformats.org/markup-compatibility/2006" xmlns:p14="http://schemas.microsoft.com/office/powerpoint/2010/main">
    <mc:Choice Requires="p14">
      <p:transition spd="slow" p14:dur="2000" advTm="31773"/>
    </mc:Choice>
    <mc:Fallback xmlns="">
      <p:transition spd="slow" advTm="31773"/>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itle 1"/>
          <p:cNvSpPr>
            <a:spLocks noGrp="1"/>
          </p:cNvSpPr>
          <p:nvPr>
            <p:ph type="title"/>
          </p:nvPr>
        </p:nvSpPr>
        <p:spPr>
          <a:xfrm>
            <a:off x="460375" y="534988"/>
            <a:ext cx="8223250" cy="914400"/>
          </a:xfrm>
        </p:spPr>
        <p:txBody>
          <a:bodyPr/>
          <a:lstStyle/>
          <a:p>
            <a:r>
              <a:rPr lang="en-GB" dirty="0"/>
              <a:t>1. Electronic Design Automation (EDA) Tools</a:t>
            </a:r>
            <a:br>
              <a:rPr lang="en-GB" dirty="0"/>
            </a:br>
            <a:r>
              <a:rPr lang="en-GB" dirty="0"/>
              <a:t>(Abstraction levels)</a:t>
            </a:r>
          </a:p>
        </p:txBody>
      </p:sp>
      <p:sp>
        <p:nvSpPr>
          <p:cNvPr id="18" name="Slide Number Placeholder 3"/>
          <p:cNvSpPr>
            <a:spLocks noGrp="1"/>
          </p:cNvSpPr>
          <p:nvPr>
            <p:ph type="sldNum" sz="quarter" idx="4"/>
          </p:nvPr>
        </p:nvSpPr>
        <p:spPr>
          <a:xfrm>
            <a:off x="3505907" y="6322681"/>
            <a:ext cx="2133600" cy="365125"/>
          </a:xfrm>
        </p:spPr>
        <p:txBody>
          <a:bodyPr/>
          <a:lstStyle/>
          <a:p>
            <a:fld id="{678EF7AC-325E-49D0-8897-E637594B55B4}" type="slidenum">
              <a:rPr lang="de-DE" smtClean="0"/>
              <a:pPr/>
              <a:t>6</a:t>
            </a:fld>
            <a:endParaRPr lang="de-DE" dirty="0"/>
          </a:p>
        </p:txBody>
      </p:sp>
      <p:sp>
        <p:nvSpPr>
          <p:cNvPr id="4" name="TextBox 3">
            <a:extLst>
              <a:ext uri="{FF2B5EF4-FFF2-40B4-BE49-F238E27FC236}">
                <a16:creationId xmlns:a16="http://schemas.microsoft.com/office/drawing/2014/main" id="{C3CE7B10-384B-9C40-83DA-30BF6C0F52C6}"/>
              </a:ext>
            </a:extLst>
          </p:cNvPr>
          <p:cNvSpPr txBox="1"/>
          <p:nvPr/>
        </p:nvSpPr>
        <p:spPr>
          <a:xfrm>
            <a:off x="4115103" y="1991482"/>
            <a:ext cx="4736099" cy="1785104"/>
          </a:xfrm>
          <a:prstGeom prst="rect">
            <a:avLst/>
          </a:prstGeom>
          <a:noFill/>
        </p:spPr>
        <p:txBody>
          <a:bodyPr wrap="square" rtlCol="0">
            <a:spAutoFit/>
          </a:bodyPr>
          <a:lstStyle/>
          <a:p>
            <a:r>
              <a:rPr lang="en-GB" sz="2200" dirty="0"/>
              <a:t>Designing combinational or sequential circuits involves circuits whose building blocks are primarily logic gates, and thus called </a:t>
            </a:r>
            <a:r>
              <a:rPr lang="en-GB" sz="2200" b="1" i="1" dirty="0"/>
              <a:t>logic-level design</a:t>
            </a:r>
          </a:p>
          <a:p>
            <a:endParaRPr lang="en-GB" sz="2200" dirty="0"/>
          </a:p>
        </p:txBody>
      </p:sp>
      <p:sp>
        <p:nvSpPr>
          <p:cNvPr id="12" name="Trapezium 11">
            <a:extLst>
              <a:ext uri="{FF2B5EF4-FFF2-40B4-BE49-F238E27FC236}">
                <a16:creationId xmlns:a16="http://schemas.microsoft.com/office/drawing/2014/main" id="{3F27303D-219C-9547-97D5-35723E276CBA}"/>
              </a:ext>
            </a:extLst>
          </p:cNvPr>
          <p:cNvSpPr/>
          <p:nvPr/>
        </p:nvSpPr>
        <p:spPr>
          <a:xfrm>
            <a:off x="627952" y="3124402"/>
            <a:ext cx="3030254" cy="2436784"/>
          </a:xfrm>
          <a:prstGeom prst="trapezoid">
            <a:avLst/>
          </a:prstGeom>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16200000" scaled="1"/>
            <a:tileRect/>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66E32673-B180-C844-9A89-552ABC1035C2}"/>
              </a:ext>
            </a:extLst>
          </p:cNvPr>
          <p:cNvSpPr/>
          <p:nvPr/>
        </p:nvSpPr>
        <p:spPr>
          <a:xfrm>
            <a:off x="579920" y="2851667"/>
            <a:ext cx="3110591" cy="2677656"/>
          </a:xfrm>
          <a:prstGeom prst="rect">
            <a:avLst/>
          </a:prstGeom>
          <a:ln>
            <a:noFill/>
          </a:ln>
        </p:spPr>
        <p:txBody>
          <a:bodyPr wrap="square">
            <a:spAutoFit/>
          </a:bodyPr>
          <a:lstStyle/>
          <a:p>
            <a:pPr marL="0" lvl="1" indent="0" algn="ctr">
              <a:buClr>
                <a:srgbClr val="00B050"/>
              </a:buClr>
            </a:pPr>
            <a:endParaRPr lang="en-US" altLang="en-US" sz="2400" dirty="0"/>
          </a:p>
          <a:p>
            <a:pPr marL="0" lvl="1" indent="0" algn="ctr">
              <a:buClr>
                <a:srgbClr val="00B050"/>
              </a:buClr>
            </a:pPr>
            <a:r>
              <a:rPr lang="en-US" altLang="en-US" sz="2400" dirty="0"/>
              <a:t>Register </a:t>
            </a:r>
          </a:p>
          <a:p>
            <a:pPr marL="0" lvl="1" indent="0" algn="ctr">
              <a:buClr>
                <a:srgbClr val="00B050"/>
              </a:buClr>
            </a:pPr>
            <a:r>
              <a:rPr lang="en-US" altLang="en-US" sz="2400" dirty="0"/>
              <a:t>transfer level</a:t>
            </a:r>
          </a:p>
          <a:p>
            <a:pPr marL="0" lvl="1" indent="0" algn="ctr">
              <a:buClr>
                <a:srgbClr val="00B050"/>
              </a:buClr>
            </a:pPr>
            <a:endParaRPr lang="en-US" altLang="en-US" sz="2400" dirty="0"/>
          </a:p>
          <a:p>
            <a:pPr marL="0" lvl="1" indent="0" algn="ctr">
              <a:buClr>
                <a:srgbClr val="00B050"/>
              </a:buClr>
            </a:pPr>
            <a:r>
              <a:rPr lang="en-US" altLang="en-US" sz="2400" dirty="0"/>
              <a:t>Logic level</a:t>
            </a:r>
          </a:p>
          <a:p>
            <a:pPr marL="0" lvl="1" indent="0" algn="ctr">
              <a:buClr>
                <a:srgbClr val="00B050"/>
              </a:buClr>
            </a:pPr>
            <a:endParaRPr lang="en-US" altLang="en-US" sz="2400" dirty="0"/>
          </a:p>
          <a:p>
            <a:pPr marL="0" lvl="1" indent="0" algn="ctr">
              <a:buClr>
                <a:srgbClr val="00B050"/>
              </a:buClr>
            </a:pPr>
            <a:r>
              <a:rPr lang="en-US" altLang="en-US" sz="2400" dirty="0"/>
              <a:t>Transistor level</a:t>
            </a:r>
          </a:p>
        </p:txBody>
      </p:sp>
      <p:cxnSp>
        <p:nvCxnSpPr>
          <p:cNvPr id="14" name="Straight Connector 13">
            <a:extLst>
              <a:ext uri="{FF2B5EF4-FFF2-40B4-BE49-F238E27FC236}">
                <a16:creationId xmlns:a16="http://schemas.microsoft.com/office/drawing/2014/main" id="{9632BB12-9107-074B-9583-156400DE56F5}"/>
              </a:ext>
            </a:extLst>
          </p:cNvPr>
          <p:cNvCxnSpPr>
            <a:cxnSpLocks/>
          </p:cNvCxnSpPr>
          <p:nvPr/>
        </p:nvCxnSpPr>
        <p:spPr>
          <a:xfrm>
            <a:off x="975440" y="4190495"/>
            <a:ext cx="2225869" cy="0"/>
          </a:xfrm>
          <a:prstGeom prst="line">
            <a:avLst/>
          </a:prstGeom>
          <a:ln w="28575">
            <a:solidFill>
              <a:srgbClr val="AD4C08"/>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CBA135B2-3A64-A44D-829F-B69898493BF8}"/>
              </a:ext>
            </a:extLst>
          </p:cNvPr>
          <p:cNvCxnSpPr>
            <a:cxnSpLocks/>
          </p:cNvCxnSpPr>
          <p:nvPr/>
        </p:nvCxnSpPr>
        <p:spPr>
          <a:xfrm>
            <a:off x="764525" y="4951990"/>
            <a:ext cx="2741382" cy="0"/>
          </a:xfrm>
          <a:prstGeom prst="line">
            <a:avLst/>
          </a:prstGeom>
          <a:ln w="28575">
            <a:solidFill>
              <a:srgbClr val="AD4C08"/>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CA009975-8521-A54E-80A2-7832F5632268}"/>
              </a:ext>
            </a:extLst>
          </p:cNvPr>
          <p:cNvCxnSpPr>
            <a:cxnSpLocks/>
          </p:cNvCxnSpPr>
          <p:nvPr/>
        </p:nvCxnSpPr>
        <p:spPr>
          <a:xfrm flipV="1">
            <a:off x="587783" y="3276701"/>
            <a:ext cx="0" cy="1979887"/>
          </a:xfrm>
          <a:prstGeom prst="line">
            <a:avLst/>
          </a:prstGeom>
          <a:ln w="57150">
            <a:solidFill>
              <a:srgbClr val="AD4C08"/>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19" name="TextBox 18">
            <a:extLst>
              <a:ext uri="{FF2B5EF4-FFF2-40B4-BE49-F238E27FC236}">
                <a16:creationId xmlns:a16="http://schemas.microsoft.com/office/drawing/2014/main" id="{5F2F8CDC-3F69-1544-9F32-0A6FE73BB606}"/>
              </a:ext>
            </a:extLst>
          </p:cNvPr>
          <p:cNvSpPr txBox="1"/>
          <p:nvPr/>
        </p:nvSpPr>
        <p:spPr>
          <a:xfrm rot="16200000">
            <a:off x="-1071861" y="3861373"/>
            <a:ext cx="2725695" cy="369332"/>
          </a:xfrm>
          <a:prstGeom prst="rect">
            <a:avLst/>
          </a:prstGeom>
          <a:noFill/>
        </p:spPr>
        <p:txBody>
          <a:bodyPr wrap="square" rtlCol="0">
            <a:spAutoFit/>
          </a:bodyPr>
          <a:lstStyle/>
          <a:p>
            <a:r>
              <a:rPr lang="en-US" dirty="0"/>
              <a:t>Higher abstraction levels</a:t>
            </a:r>
          </a:p>
        </p:txBody>
      </p:sp>
      <p:cxnSp>
        <p:nvCxnSpPr>
          <p:cNvPr id="22" name="Straight Connector 21">
            <a:extLst>
              <a:ext uri="{FF2B5EF4-FFF2-40B4-BE49-F238E27FC236}">
                <a16:creationId xmlns:a16="http://schemas.microsoft.com/office/drawing/2014/main" id="{83E69D2E-79A0-7749-AB85-BDBCE467CB0E}"/>
              </a:ext>
            </a:extLst>
          </p:cNvPr>
          <p:cNvCxnSpPr>
            <a:cxnSpLocks/>
          </p:cNvCxnSpPr>
          <p:nvPr/>
        </p:nvCxnSpPr>
        <p:spPr>
          <a:xfrm>
            <a:off x="975440" y="4190495"/>
            <a:ext cx="2284485" cy="0"/>
          </a:xfrm>
          <a:prstGeom prst="line">
            <a:avLst/>
          </a:prstGeom>
          <a:ln w="28575">
            <a:solidFill>
              <a:srgbClr val="AD4C08"/>
            </a:solidFill>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996870BC-E738-3249-96AD-256CD9636C87}"/>
              </a:ext>
            </a:extLst>
          </p:cNvPr>
          <p:cNvCxnSpPr>
            <a:cxnSpLocks/>
          </p:cNvCxnSpPr>
          <p:nvPr/>
        </p:nvCxnSpPr>
        <p:spPr>
          <a:xfrm flipV="1">
            <a:off x="1006701" y="4189046"/>
            <a:ext cx="2307022" cy="1449"/>
          </a:xfrm>
          <a:prstGeom prst="line">
            <a:avLst/>
          </a:prstGeom>
          <a:ln w="28575">
            <a:solidFill>
              <a:srgbClr val="AD4C08"/>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51769512"/>
      </p:ext>
    </p:extLst>
  </p:cSld>
  <p:clrMapOvr>
    <a:masterClrMapping/>
  </p:clrMapOvr>
  <mc:AlternateContent xmlns:mc="http://schemas.openxmlformats.org/markup-compatibility/2006" xmlns:p14="http://schemas.microsoft.com/office/powerpoint/2010/main">
    <mc:Choice Requires="p14">
      <p:transition spd="slow" p14:dur="2000" advTm="17609"/>
    </mc:Choice>
    <mc:Fallback xmlns="">
      <p:transition spd="slow" advTm="17609"/>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itle 1"/>
          <p:cNvSpPr>
            <a:spLocks noGrp="1"/>
          </p:cNvSpPr>
          <p:nvPr>
            <p:ph type="title"/>
          </p:nvPr>
        </p:nvSpPr>
        <p:spPr>
          <a:xfrm>
            <a:off x="460375" y="534988"/>
            <a:ext cx="8223250" cy="914400"/>
          </a:xfrm>
        </p:spPr>
        <p:txBody>
          <a:bodyPr/>
          <a:lstStyle/>
          <a:p>
            <a:r>
              <a:rPr lang="en-GB" dirty="0"/>
              <a:t>1. Electronic Design Automation (EDA) Tools</a:t>
            </a:r>
            <a:br>
              <a:rPr lang="en-GB" dirty="0"/>
            </a:br>
            <a:r>
              <a:rPr lang="en-GB" dirty="0"/>
              <a:t>(Abstraction levels)</a:t>
            </a:r>
          </a:p>
        </p:txBody>
      </p:sp>
      <p:sp>
        <p:nvSpPr>
          <p:cNvPr id="18" name="Slide Number Placeholder 3"/>
          <p:cNvSpPr>
            <a:spLocks noGrp="1"/>
          </p:cNvSpPr>
          <p:nvPr>
            <p:ph type="sldNum" sz="quarter" idx="4"/>
          </p:nvPr>
        </p:nvSpPr>
        <p:spPr>
          <a:xfrm>
            <a:off x="3505907" y="6322681"/>
            <a:ext cx="2133600" cy="365125"/>
          </a:xfrm>
        </p:spPr>
        <p:txBody>
          <a:bodyPr/>
          <a:lstStyle/>
          <a:p>
            <a:fld id="{678EF7AC-325E-49D0-8897-E637594B55B4}" type="slidenum">
              <a:rPr lang="de-DE" smtClean="0"/>
              <a:pPr/>
              <a:t>7</a:t>
            </a:fld>
            <a:endParaRPr lang="de-DE" dirty="0"/>
          </a:p>
        </p:txBody>
      </p:sp>
      <p:sp>
        <p:nvSpPr>
          <p:cNvPr id="4" name="TextBox 3">
            <a:extLst>
              <a:ext uri="{FF2B5EF4-FFF2-40B4-BE49-F238E27FC236}">
                <a16:creationId xmlns:a16="http://schemas.microsoft.com/office/drawing/2014/main" id="{C3CE7B10-384B-9C40-83DA-30BF6C0F52C6}"/>
              </a:ext>
            </a:extLst>
          </p:cNvPr>
          <p:cNvSpPr txBox="1"/>
          <p:nvPr/>
        </p:nvSpPr>
        <p:spPr>
          <a:xfrm>
            <a:off x="4115103" y="1991482"/>
            <a:ext cx="4736099" cy="4493538"/>
          </a:xfrm>
          <a:prstGeom prst="rect">
            <a:avLst/>
          </a:prstGeom>
          <a:noFill/>
        </p:spPr>
        <p:txBody>
          <a:bodyPr wrap="square" rtlCol="0">
            <a:spAutoFit/>
          </a:bodyPr>
          <a:lstStyle/>
          <a:p>
            <a:r>
              <a:rPr lang="en-GB" sz="2200" dirty="0"/>
              <a:t>Designing processors involves circuits whose building blocks are registers and other </a:t>
            </a:r>
            <a:r>
              <a:rPr lang="en-GB" sz="2200" dirty="0" err="1"/>
              <a:t>datapath</a:t>
            </a:r>
            <a:r>
              <a:rPr lang="en-GB" sz="2200" dirty="0"/>
              <a:t> components, and involves transferring data from registers, through other </a:t>
            </a:r>
            <a:r>
              <a:rPr lang="en-GB" sz="2200" dirty="0" err="1"/>
              <a:t>datapath</a:t>
            </a:r>
            <a:r>
              <a:rPr lang="en-GB" sz="2200" dirty="0"/>
              <a:t> components like adders, and back to registers, is thus called </a:t>
            </a:r>
            <a:r>
              <a:rPr lang="en-GB" sz="2200" b="1" i="1" dirty="0"/>
              <a:t>register-transfer level design </a:t>
            </a:r>
            <a:r>
              <a:rPr lang="en-GB" sz="2200" dirty="0"/>
              <a:t>or </a:t>
            </a:r>
            <a:r>
              <a:rPr lang="en-GB" sz="2200" b="1" i="1" dirty="0"/>
              <a:t>RTL design</a:t>
            </a:r>
            <a:r>
              <a:rPr lang="en-GB" sz="2200" dirty="0"/>
              <a:t>. </a:t>
            </a:r>
          </a:p>
          <a:p>
            <a:endParaRPr lang="en-GB" sz="2200" dirty="0"/>
          </a:p>
          <a:p>
            <a:r>
              <a:rPr lang="en-GB" sz="2200" dirty="0"/>
              <a:t>Any code that is synthesizable is called RTL code.</a:t>
            </a:r>
          </a:p>
          <a:p>
            <a:endParaRPr lang="en-GB" sz="2200" dirty="0"/>
          </a:p>
          <a:p>
            <a:endParaRPr lang="en-US" dirty="0"/>
          </a:p>
        </p:txBody>
      </p:sp>
      <p:sp>
        <p:nvSpPr>
          <p:cNvPr id="24" name="Trapezium 23">
            <a:extLst>
              <a:ext uri="{FF2B5EF4-FFF2-40B4-BE49-F238E27FC236}">
                <a16:creationId xmlns:a16="http://schemas.microsoft.com/office/drawing/2014/main" id="{593223BD-CA28-404E-88CD-ED59F10B12C2}"/>
              </a:ext>
            </a:extLst>
          </p:cNvPr>
          <p:cNvSpPr/>
          <p:nvPr/>
        </p:nvSpPr>
        <p:spPr>
          <a:xfrm>
            <a:off x="627952" y="3124402"/>
            <a:ext cx="3030254" cy="2436784"/>
          </a:xfrm>
          <a:prstGeom prst="trapezoid">
            <a:avLst/>
          </a:prstGeom>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16200000" scaled="1"/>
            <a:tileRect/>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D42A26FA-D16E-1F41-8330-DDE7602EA36B}"/>
              </a:ext>
            </a:extLst>
          </p:cNvPr>
          <p:cNvSpPr/>
          <p:nvPr/>
        </p:nvSpPr>
        <p:spPr>
          <a:xfrm>
            <a:off x="579920" y="2851667"/>
            <a:ext cx="3110591" cy="2677656"/>
          </a:xfrm>
          <a:prstGeom prst="rect">
            <a:avLst/>
          </a:prstGeom>
          <a:ln>
            <a:noFill/>
          </a:ln>
        </p:spPr>
        <p:txBody>
          <a:bodyPr wrap="square">
            <a:spAutoFit/>
          </a:bodyPr>
          <a:lstStyle/>
          <a:p>
            <a:pPr marL="0" lvl="1" indent="0" algn="ctr">
              <a:buClr>
                <a:srgbClr val="00B050"/>
              </a:buClr>
            </a:pPr>
            <a:endParaRPr lang="en-US" altLang="en-US" sz="2400" dirty="0"/>
          </a:p>
          <a:p>
            <a:pPr marL="0" lvl="1" indent="0" algn="ctr">
              <a:buClr>
                <a:srgbClr val="00B050"/>
              </a:buClr>
            </a:pPr>
            <a:r>
              <a:rPr lang="en-US" altLang="en-US" sz="2400" dirty="0"/>
              <a:t>Register </a:t>
            </a:r>
          </a:p>
          <a:p>
            <a:pPr marL="0" lvl="1" indent="0" algn="ctr">
              <a:buClr>
                <a:srgbClr val="00B050"/>
              </a:buClr>
            </a:pPr>
            <a:r>
              <a:rPr lang="en-US" altLang="en-US" sz="2400" dirty="0"/>
              <a:t>transfer level</a:t>
            </a:r>
          </a:p>
          <a:p>
            <a:pPr marL="0" lvl="1" indent="0" algn="ctr">
              <a:buClr>
                <a:srgbClr val="00B050"/>
              </a:buClr>
            </a:pPr>
            <a:endParaRPr lang="en-US" altLang="en-US" sz="2400" dirty="0"/>
          </a:p>
          <a:p>
            <a:pPr marL="0" lvl="1" indent="0" algn="ctr">
              <a:buClr>
                <a:srgbClr val="00B050"/>
              </a:buClr>
            </a:pPr>
            <a:r>
              <a:rPr lang="en-US" altLang="en-US" sz="2400" dirty="0"/>
              <a:t>Logic level</a:t>
            </a:r>
          </a:p>
          <a:p>
            <a:pPr marL="0" lvl="1" indent="0" algn="ctr">
              <a:buClr>
                <a:srgbClr val="00B050"/>
              </a:buClr>
            </a:pPr>
            <a:endParaRPr lang="en-US" altLang="en-US" sz="2400" dirty="0"/>
          </a:p>
          <a:p>
            <a:pPr marL="0" lvl="1" indent="0" algn="ctr">
              <a:buClr>
                <a:srgbClr val="00B050"/>
              </a:buClr>
            </a:pPr>
            <a:r>
              <a:rPr lang="en-US" altLang="en-US" sz="2400" dirty="0"/>
              <a:t>Transistor level</a:t>
            </a:r>
          </a:p>
        </p:txBody>
      </p:sp>
      <p:cxnSp>
        <p:nvCxnSpPr>
          <p:cNvPr id="26" name="Straight Connector 25">
            <a:extLst>
              <a:ext uri="{FF2B5EF4-FFF2-40B4-BE49-F238E27FC236}">
                <a16:creationId xmlns:a16="http://schemas.microsoft.com/office/drawing/2014/main" id="{BE48D9BF-0009-EF44-B546-D3DDB3070B06}"/>
              </a:ext>
            </a:extLst>
          </p:cNvPr>
          <p:cNvCxnSpPr>
            <a:cxnSpLocks/>
          </p:cNvCxnSpPr>
          <p:nvPr/>
        </p:nvCxnSpPr>
        <p:spPr>
          <a:xfrm>
            <a:off x="975440" y="4190495"/>
            <a:ext cx="2225869" cy="0"/>
          </a:xfrm>
          <a:prstGeom prst="line">
            <a:avLst/>
          </a:prstGeom>
          <a:ln w="28575">
            <a:solidFill>
              <a:srgbClr val="AD4C08"/>
            </a:solidFill>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561F378D-374B-D346-B8A6-58BE1619B9D7}"/>
              </a:ext>
            </a:extLst>
          </p:cNvPr>
          <p:cNvCxnSpPr>
            <a:cxnSpLocks/>
          </p:cNvCxnSpPr>
          <p:nvPr/>
        </p:nvCxnSpPr>
        <p:spPr>
          <a:xfrm>
            <a:off x="764525" y="4951990"/>
            <a:ext cx="2741382" cy="0"/>
          </a:xfrm>
          <a:prstGeom prst="line">
            <a:avLst/>
          </a:prstGeom>
          <a:ln w="28575">
            <a:solidFill>
              <a:srgbClr val="AD4C08"/>
            </a:solidFill>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A46A4C6A-D20A-6249-944E-DC06829A6F74}"/>
              </a:ext>
            </a:extLst>
          </p:cNvPr>
          <p:cNvCxnSpPr>
            <a:cxnSpLocks/>
          </p:cNvCxnSpPr>
          <p:nvPr/>
        </p:nvCxnSpPr>
        <p:spPr>
          <a:xfrm flipV="1">
            <a:off x="587783" y="3276701"/>
            <a:ext cx="0" cy="1979887"/>
          </a:xfrm>
          <a:prstGeom prst="line">
            <a:avLst/>
          </a:prstGeom>
          <a:ln w="57150">
            <a:solidFill>
              <a:srgbClr val="AD4C08"/>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29" name="TextBox 28">
            <a:extLst>
              <a:ext uri="{FF2B5EF4-FFF2-40B4-BE49-F238E27FC236}">
                <a16:creationId xmlns:a16="http://schemas.microsoft.com/office/drawing/2014/main" id="{C993EE56-242E-0049-ACEA-E8D6B6EEB711}"/>
              </a:ext>
            </a:extLst>
          </p:cNvPr>
          <p:cNvSpPr txBox="1"/>
          <p:nvPr/>
        </p:nvSpPr>
        <p:spPr>
          <a:xfrm rot="16200000">
            <a:off x="-1071861" y="3861373"/>
            <a:ext cx="2725695" cy="369332"/>
          </a:xfrm>
          <a:prstGeom prst="rect">
            <a:avLst/>
          </a:prstGeom>
          <a:noFill/>
        </p:spPr>
        <p:txBody>
          <a:bodyPr wrap="square" rtlCol="0">
            <a:spAutoFit/>
          </a:bodyPr>
          <a:lstStyle/>
          <a:p>
            <a:r>
              <a:rPr lang="en-US" dirty="0"/>
              <a:t>Higher abstraction levels</a:t>
            </a:r>
          </a:p>
        </p:txBody>
      </p:sp>
      <p:cxnSp>
        <p:nvCxnSpPr>
          <p:cNvPr id="30" name="Straight Connector 29">
            <a:extLst>
              <a:ext uri="{FF2B5EF4-FFF2-40B4-BE49-F238E27FC236}">
                <a16:creationId xmlns:a16="http://schemas.microsoft.com/office/drawing/2014/main" id="{709E8C2E-207B-114E-A8F0-B9F58C196688}"/>
              </a:ext>
            </a:extLst>
          </p:cNvPr>
          <p:cNvCxnSpPr>
            <a:cxnSpLocks/>
          </p:cNvCxnSpPr>
          <p:nvPr/>
        </p:nvCxnSpPr>
        <p:spPr>
          <a:xfrm>
            <a:off x="975440" y="4190495"/>
            <a:ext cx="2284485" cy="0"/>
          </a:xfrm>
          <a:prstGeom prst="line">
            <a:avLst/>
          </a:prstGeom>
          <a:ln w="28575">
            <a:solidFill>
              <a:srgbClr val="AD4C08"/>
            </a:solidFil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6C5E9956-A2FA-9741-B74B-B358CC9B8C71}"/>
              </a:ext>
            </a:extLst>
          </p:cNvPr>
          <p:cNvCxnSpPr>
            <a:cxnSpLocks/>
          </p:cNvCxnSpPr>
          <p:nvPr/>
        </p:nvCxnSpPr>
        <p:spPr>
          <a:xfrm flipV="1">
            <a:off x="1006701" y="4189046"/>
            <a:ext cx="2307022" cy="1449"/>
          </a:xfrm>
          <a:prstGeom prst="line">
            <a:avLst/>
          </a:prstGeom>
          <a:ln w="28575">
            <a:solidFill>
              <a:srgbClr val="AD4C08"/>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35275146"/>
      </p:ext>
    </p:extLst>
  </p:cSld>
  <p:clrMapOvr>
    <a:masterClrMapping/>
  </p:clrMapOvr>
  <mc:AlternateContent xmlns:mc="http://schemas.openxmlformats.org/markup-compatibility/2006" xmlns:p14="http://schemas.microsoft.com/office/powerpoint/2010/main">
    <mc:Choice Requires="p14">
      <p:transition spd="slow" p14:dur="2000" advTm="33408"/>
    </mc:Choice>
    <mc:Fallback xmlns="">
      <p:transition spd="slow" advTm="33408"/>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Content Placeholder 2"/>
          <p:cNvSpPr txBox="1">
            <a:spLocks/>
          </p:cNvSpPr>
          <p:nvPr/>
        </p:nvSpPr>
        <p:spPr>
          <a:xfrm>
            <a:off x="486514" y="1831020"/>
            <a:ext cx="8223249" cy="4187063"/>
          </a:xfrm>
          <a:prstGeom prst="rect">
            <a:avLst/>
          </a:prstGeom>
        </p:spPr>
        <p:txBody>
          <a:bodyPr/>
          <a:lstStyle>
            <a:lvl1pPr marL="268288" indent="-268288" algn="l" rtl="0" eaLnBrk="0" fontAlgn="base" hangingPunct="0">
              <a:spcBef>
                <a:spcPct val="0"/>
              </a:spcBef>
              <a:spcAft>
                <a:spcPct val="40000"/>
              </a:spcAft>
              <a:buClr>
                <a:srgbClr val="FF0000"/>
              </a:buClr>
              <a:buFont typeface="Wingdings" pitchFamily="1" charset="2"/>
              <a:buChar char="n"/>
              <a:defRPr>
                <a:solidFill>
                  <a:schemeClr val="tx1"/>
                </a:solidFill>
                <a:latin typeface="+mn-lt"/>
                <a:ea typeface="+mn-ea"/>
                <a:cs typeface="+mn-cs"/>
              </a:defRPr>
            </a:lvl1pPr>
            <a:lvl2pPr marL="1219200" indent="-234950" algn="l" rtl="0" eaLnBrk="0" fontAlgn="base" hangingPunct="0">
              <a:spcBef>
                <a:spcPct val="0"/>
              </a:spcBef>
              <a:spcAft>
                <a:spcPct val="40000"/>
              </a:spcAft>
              <a:buClr>
                <a:schemeClr val="bg2"/>
              </a:buClr>
              <a:buFont typeface="Wingdings" pitchFamily="1" charset="2"/>
              <a:buChar char="n"/>
              <a:defRPr>
                <a:solidFill>
                  <a:schemeClr val="tx1"/>
                </a:solidFill>
                <a:latin typeface="+mn-lt"/>
              </a:defRPr>
            </a:lvl2pPr>
            <a:lvl3pPr marL="1644650" indent="-246063" algn="l" rtl="0" eaLnBrk="0" fontAlgn="base" hangingPunct="0">
              <a:spcBef>
                <a:spcPct val="0"/>
              </a:spcBef>
              <a:spcAft>
                <a:spcPct val="40000"/>
              </a:spcAft>
              <a:buClr>
                <a:schemeClr val="bg2"/>
              </a:buClr>
              <a:buFont typeface="Wingdings" pitchFamily="1" charset="2"/>
              <a:buChar char="n"/>
              <a:defRPr>
                <a:solidFill>
                  <a:schemeClr val="tx1"/>
                </a:solidFill>
                <a:latin typeface="+mn-lt"/>
              </a:defRPr>
            </a:lvl3pPr>
            <a:lvl4pPr marL="2066925" indent="-242888" algn="l" rtl="0" eaLnBrk="0" fontAlgn="base" hangingPunct="0">
              <a:spcBef>
                <a:spcPct val="0"/>
              </a:spcBef>
              <a:spcAft>
                <a:spcPct val="40000"/>
              </a:spcAft>
              <a:buClr>
                <a:schemeClr val="bg2"/>
              </a:buClr>
              <a:buFont typeface="Wingdings" pitchFamily="1" charset="2"/>
              <a:buChar char="n"/>
              <a:defRPr>
                <a:solidFill>
                  <a:schemeClr val="tx1"/>
                </a:solidFill>
                <a:latin typeface="+mn-lt"/>
              </a:defRPr>
            </a:lvl4pPr>
            <a:lvl5pPr marL="2489200" indent="-242888" algn="l" rtl="0" eaLnBrk="0" fontAlgn="base" hangingPunct="0">
              <a:spcBef>
                <a:spcPct val="0"/>
              </a:spcBef>
              <a:spcAft>
                <a:spcPct val="40000"/>
              </a:spcAft>
              <a:buClr>
                <a:schemeClr val="bg2"/>
              </a:buClr>
              <a:buFont typeface="Wingdings" pitchFamily="1" charset="2"/>
              <a:buChar char="n"/>
              <a:defRPr>
                <a:solidFill>
                  <a:schemeClr val="tx1"/>
                </a:solidFill>
                <a:latin typeface="+mn-lt"/>
              </a:defRPr>
            </a:lvl5pPr>
            <a:lvl6pPr marL="2946400" indent="-242888" algn="l" rtl="0" fontAlgn="base">
              <a:spcBef>
                <a:spcPct val="0"/>
              </a:spcBef>
              <a:spcAft>
                <a:spcPct val="40000"/>
              </a:spcAft>
              <a:buClr>
                <a:schemeClr val="bg2"/>
              </a:buClr>
              <a:buFont typeface="Wingdings" pitchFamily="1" charset="2"/>
              <a:buChar char="n"/>
              <a:defRPr>
                <a:solidFill>
                  <a:schemeClr val="tx1"/>
                </a:solidFill>
                <a:latin typeface="+mn-lt"/>
              </a:defRPr>
            </a:lvl6pPr>
            <a:lvl7pPr marL="3403600" indent="-242888" algn="l" rtl="0" fontAlgn="base">
              <a:spcBef>
                <a:spcPct val="0"/>
              </a:spcBef>
              <a:spcAft>
                <a:spcPct val="40000"/>
              </a:spcAft>
              <a:buClr>
                <a:schemeClr val="bg2"/>
              </a:buClr>
              <a:buFont typeface="Wingdings" pitchFamily="1" charset="2"/>
              <a:buChar char="n"/>
              <a:defRPr>
                <a:solidFill>
                  <a:schemeClr val="tx1"/>
                </a:solidFill>
                <a:latin typeface="+mn-lt"/>
              </a:defRPr>
            </a:lvl7pPr>
            <a:lvl8pPr marL="3860800" indent="-242888" algn="l" rtl="0" fontAlgn="base">
              <a:spcBef>
                <a:spcPct val="0"/>
              </a:spcBef>
              <a:spcAft>
                <a:spcPct val="40000"/>
              </a:spcAft>
              <a:buClr>
                <a:schemeClr val="bg2"/>
              </a:buClr>
              <a:buFont typeface="Wingdings" pitchFamily="1" charset="2"/>
              <a:buChar char="n"/>
              <a:defRPr>
                <a:solidFill>
                  <a:schemeClr val="tx1"/>
                </a:solidFill>
                <a:latin typeface="+mn-lt"/>
              </a:defRPr>
            </a:lvl8pPr>
            <a:lvl9pPr marL="4318000" indent="-242888" algn="l" rtl="0" fontAlgn="base">
              <a:spcBef>
                <a:spcPct val="0"/>
              </a:spcBef>
              <a:spcAft>
                <a:spcPct val="40000"/>
              </a:spcAft>
              <a:buClr>
                <a:schemeClr val="bg2"/>
              </a:buClr>
              <a:buFont typeface="Wingdings" pitchFamily="1" charset="2"/>
              <a:buChar char="n"/>
              <a:defRPr>
                <a:solidFill>
                  <a:schemeClr val="tx1"/>
                </a:solidFill>
                <a:latin typeface="+mn-lt"/>
              </a:defRPr>
            </a:lvl9pPr>
          </a:lstStyle>
          <a:p>
            <a:pPr marL="0" lvl="1" indent="0">
              <a:buClr>
                <a:srgbClr val="00B050"/>
              </a:buClr>
              <a:buFont typeface="Wingdings" panose="05000000000000000000" pitchFamily="2" charset="2"/>
              <a:buChar char="n"/>
            </a:pPr>
            <a:r>
              <a:rPr lang="en-US" altLang="en-US" sz="2200" b="1" dirty="0" err="1"/>
              <a:t>Behavioural</a:t>
            </a:r>
            <a:r>
              <a:rPr lang="en-US" altLang="en-US" sz="2200" b="1" dirty="0"/>
              <a:t> level </a:t>
            </a:r>
            <a:r>
              <a:rPr lang="en-US" altLang="en-US" sz="2200" dirty="0"/>
              <a:t>– </a:t>
            </a:r>
            <a:r>
              <a:rPr lang="en-GB" sz="2200" dirty="0"/>
              <a:t>Designers may use the high-level programming constructs in a hardware description language, like VHDL or Verilog, to first capture the desired behaviour. This is known as behavioural-level design</a:t>
            </a:r>
          </a:p>
          <a:p>
            <a:pPr marL="0" lvl="1" indent="0">
              <a:buClr>
                <a:srgbClr val="00B050"/>
              </a:buClr>
              <a:buFont typeface="Wingdings" panose="05000000000000000000" pitchFamily="2" charset="2"/>
              <a:buChar char="n"/>
            </a:pPr>
            <a:r>
              <a:rPr lang="en-GB" sz="2200" dirty="0"/>
              <a:t>This level describes a system by concurrent algorithms (Behavioural). Each algorithm itself is sequential, that means it consists of a set of instructions that are executed one after the other. </a:t>
            </a:r>
            <a:r>
              <a:rPr lang="en-GB" sz="2200" dirty="0">
                <a:solidFill>
                  <a:srgbClr val="3366FF"/>
                </a:solidFill>
              </a:rPr>
              <a:t>Functions</a:t>
            </a:r>
            <a:r>
              <a:rPr lang="en-GB" sz="2200" dirty="0"/>
              <a:t>, </a:t>
            </a:r>
            <a:r>
              <a:rPr lang="en-GB" sz="2200" dirty="0">
                <a:solidFill>
                  <a:srgbClr val="3366FF"/>
                </a:solidFill>
              </a:rPr>
              <a:t>Procedures</a:t>
            </a:r>
            <a:r>
              <a:rPr lang="en-GB" sz="2200" dirty="0"/>
              <a:t> and </a:t>
            </a:r>
            <a:r>
              <a:rPr lang="en-GB" sz="2200" dirty="0">
                <a:solidFill>
                  <a:srgbClr val="3366FF"/>
                </a:solidFill>
              </a:rPr>
              <a:t>Process</a:t>
            </a:r>
            <a:r>
              <a:rPr lang="en-GB" sz="2200" dirty="0"/>
              <a:t> blocks are the main elements. There is no regard to the structure.</a:t>
            </a:r>
          </a:p>
          <a:p>
            <a:pPr marL="0" lvl="1" indent="0">
              <a:buClr>
                <a:srgbClr val="00B050"/>
              </a:buClr>
              <a:buFont typeface="Wingdings" panose="05000000000000000000" pitchFamily="2" charset="2"/>
              <a:buChar char="n"/>
            </a:pPr>
            <a:r>
              <a:rPr lang="en-GB" sz="2200" b="1" dirty="0"/>
              <a:t>Behavioural modelling describes the behaviour of how the desired circuit might work.</a:t>
            </a:r>
            <a:endParaRPr lang="en-US" altLang="en-US" sz="2200" b="1" dirty="0"/>
          </a:p>
          <a:p>
            <a:pPr marL="0" lvl="1" indent="0">
              <a:buClr>
                <a:srgbClr val="00B050"/>
              </a:buClr>
              <a:buFont typeface="Wingdings" panose="05000000000000000000" pitchFamily="2" charset="2"/>
              <a:buChar char="n"/>
            </a:pPr>
            <a:endParaRPr lang="en-CA" sz="1600" dirty="0"/>
          </a:p>
          <a:p>
            <a:pPr lvl="1"/>
            <a:endParaRPr lang="en-CA" sz="1600" dirty="0"/>
          </a:p>
          <a:p>
            <a:pPr lvl="1"/>
            <a:endParaRPr lang="en-CA" sz="1600" kern="0" dirty="0"/>
          </a:p>
          <a:p>
            <a:pPr lvl="1"/>
            <a:endParaRPr lang="en-CA" kern="0" dirty="0"/>
          </a:p>
        </p:txBody>
      </p:sp>
      <p:sp>
        <p:nvSpPr>
          <p:cNvPr id="15" name="Title 1"/>
          <p:cNvSpPr>
            <a:spLocks noGrp="1"/>
          </p:cNvSpPr>
          <p:nvPr>
            <p:ph type="title"/>
          </p:nvPr>
        </p:nvSpPr>
        <p:spPr>
          <a:xfrm>
            <a:off x="460375" y="534988"/>
            <a:ext cx="8223250" cy="914400"/>
          </a:xfrm>
        </p:spPr>
        <p:txBody>
          <a:bodyPr/>
          <a:lstStyle/>
          <a:p>
            <a:r>
              <a:rPr lang="en-GB" dirty="0"/>
              <a:t>1. Electronic Design Automation (EDA) Tools</a:t>
            </a:r>
            <a:br>
              <a:rPr lang="en-GB" dirty="0"/>
            </a:br>
            <a:r>
              <a:rPr lang="en-GB" dirty="0"/>
              <a:t>(Behavioural vs. Structural)</a:t>
            </a:r>
          </a:p>
        </p:txBody>
      </p:sp>
      <p:sp>
        <p:nvSpPr>
          <p:cNvPr id="18" name="Slide Number Placeholder 3"/>
          <p:cNvSpPr>
            <a:spLocks noGrp="1"/>
          </p:cNvSpPr>
          <p:nvPr>
            <p:ph type="sldNum" sz="quarter" idx="4"/>
          </p:nvPr>
        </p:nvSpPr>
        <p:spPr>
          <a:xfrm>
            <a:off x="3505907" y="6322681"/>
            <a:ext cx="2133600" cy="365125"/>
          </a:xfrm>
        </p:spPr>
        <p:txBody>
          <a:bodyPr/>
          <a:lstStyle/>
          <a:p>
            <a:fld id="{678EF7AC-325E-49D0-8897-E637594B55B4}" type="slidenum">
              <a:rPr lang="de-DE" smtClean="0"/>
              <a:pPr/>
              <a:t>8</a:t>
            </a:fld>
            <a:endParaRPr lang="de-DE" dirty="0"/>
          </a:p>
        </p:txBody>
      </p:sp>
    </p:spTree>
    <p:extLst>
      <p:ext uri="{BB962C8B-B14F-4D97-AF65-F5344CB8AC3E}">
        <p14:creationId xmlns:p14="http://schemas.microsoft.com/office/powerpoint/2010/main" val="1262159674"/>
      </p:ext>
    </p:extLst>
  </p:cSld>
  <p:clrMapOvr>
    <a:masterClrMapping/>
  </p:clrMapOvr>
  <mc:AlternateContent xmlns:mc="http://schemas.openxmlformats.org/markup-compatibility/2006" xmlns:p14="http://schemas.microsoft.com/office/powerpoint/2010/main">
    <mc:Choice Requires="p14">
      <p:transition spd="slow" p14:dur="2000" advTm="66540"/>
    </mc:Choice>
    <mc:Fallback xmlns="">
      <p:transition spd="slow" advTm="66540"/>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itle 1"/>
          <p:cNvSpPr>
            <a:spLocks noGrp="1"/>
          </p:cNvSpPr>
          <p:nvPr>
            <p:ph type="title"/>
          </p:nvPr>
        </p:nvSpPr>
        <p:spPr>
          <a:xfrm>
            <a:off x="460375" y="534988"/>
            <a:ext cx="8223250" cy="914400"/>
          </a:xfrm>
        </p:spPr>
        <p:txBody>
          <a:bodyPr/>
          <a:lstStyle/>
          <a:p>
            <a:r>
              <a:rPr lang="en-GB" dirty="0"/>
              <a:t>1. Electronic Design Automation (EDA) Tools</a:t>
            </a:r>
            <a:br>
              <a:rPr lang="en-GB" dirty="0"/>
            </a:br>
            <a:r>
              <a:rPr lang="en-GB" dirty="0"/>
              <a:t>(Behavioural vs. Structural)</a:t>
            </a:r>
          </a:p>
        </p:txBody>
      </p:sp>
      <p:sp>
        <p:nvSpPr>
          <p:cNvPr id="18" name="Slide Number Placeholder 3"/>
          <p:cNvSpPr>
            <a:spLocks noGrp="1"/>
          </p:cNvSpPr>
          <p:nvPr>
            <p:ph type="sldNum" sz="quarter" idx="4"/>
          </p:nvPr>
        </p:nvSpPr>
        <p:spPr>
          <a:xfrm>
            <a:off x="3505907" y="6322681"/>
            <a:ext cx="2133600" cy="365125"/>
          </a:xfrm>
        </p:spPr>
        <p:txBody>
          <a:bodyPr/>
          <a:lstStyle/>
          <a:p>
            <a:fld id="{678EF7AC-325E-49D0-8897-E637594B55B4}" type="slidenum">
              <a:rPr lang="de-DE" smtClean="0"/>
              <a:pPr/>
              <a:t>9</a:t>
            </a:fld>
            <a:endParaRPr lang="de-DE" dirty="0"/>
          </a:p>
        </p:txBody>
      </p:sp>
      <p:sp>
        <p:nvSpPr>
          <p:cNvPr id="5" name="Content Placeholder 2">
            <a:extLst>
              <a:ext uri="{FF2B5EF4-FFF2-40B4-BE49-F238E27FC236}">
                <a16:creationId xmlns:a16="http://schemas.microsoft.com/office/drawing/2014/main" id="{2EAC121A-3FC4-B343-8C0C-6454E4D5CCCD}"/>
              </a:ext>
            </a:extLst>
          </p:cNvPr>
          <p:cNvSpPr txBox="1">
            <a:spLocks/>
          </p:cNvSpPr>
          <p:nvPr/>
        </p:nvSpPr>
        <p:spPr>
          <a:xfrm>
            <a:off x="486514" y="1831020"/>
            <a:ext cx="8223249" cy="4187063"/>
          </a:xfrm>
          <a:prstGeom prst="rect">
            <a:avLst/>
          </a:prstGeom>
        </p:spPr>
        <p:txBody>
          <a:bodyPr/>
          <a:lstStyle>
            <a:lvl1pPr marL="268288" indent="-268288" algn="l" rtl="0" eaLnBrk="0" fontAlgn="base" hangingPunct="0">
              <a:spcBef>
                <a:spcPct val="0"/>
              </a:spcBef>
              <a:spcAft>
                <a:spcPct val="40000"/>
              </a:spcAft>
              <a:buClr>
                <a:srgbClr val="FF0000"/>
              </a:buClr>
              <a:buFont typeface="Wingdings" pitchFamily="1" charset="2"/>
              <a:buChar char="n"/>
              <a:defRPr>
                <a:solidFill>
                  <a:schemeClr val="tx1"/>
                </a:solidFill>
                <a:latin typeface="+mn-lt"/>
                <a:ea typeface="+mn-ea"/>
                <a:cs typeface="+mn-cs"/>
              </a:defRPr>
            </a:lvl1pPr>
            <a:lvl2pPr marL="1219200" indent="-234950" algn="l" rtl="0" eaLnBrk="0" fontAlgn="base" hangingPunct="0">
              <a:spcBef>
                <a:spcPct val="0"/>
              </a:spcBef>
              <a:spcAft>
                <a:spcPct val="40000"/>
              </a:spcAft>
              <a:buClr>
                <a:schemeClr val="bg2"/>
              </a:buClr>
              <a:buFont typeface="Wingdings" pitchFamily="1" charset="2"/>
              <a:buChar char="n"/>
              <a:defRPr>
                <a:solidFill>
                  <a:schemeClr val="tx1"/>
                </a:solidFill>
                <a:latin typeface="+mn-lt"/>
              </a:defRPr>
            </a:lvl2pPr>
            <a:lvl3pPr marL="1644650" indent="-246063" algn="l" rtl="0" eaLnBrk="0" fontAlgn="base" hangingPunct="0">
              <a:spcBef>
                <a:spcPct val="0"/>
              </a:spcBef>
              <a:spcAft>
                <a:spcPct val="40000"/>
              </a:spcAft>
              <a:buClr>
                <a:schemeClr val="bg2"/>
              </a:buClr>
              <a:buFont typeface="Wingdings" pitchFamily="1" charset="2"/>
              <a:buChar char="n"/>
              <a:defRPr>
                <a:solidFill>
                  <a:schemeClr val="tx1"/>
                </a:solidFill>
                <a:latin typeface="+mn-lt"/>
              </a:defRPr>
            </a:lvl3pPr>
            <a:lvl4pPr marL="2066925" indent="-242888" algn="l" rtl="0" eaLnBrk="0" fontAlgn="base" hangingPunct="0">
              <a:spcBef>
                <a:spcPct val="0"/>
              </a:spcBef>
              <a:spcAft>
                <a:spcPct val="40000"/>
              </a:spcAft>
              <a:buClr>
                <a:schemeClr val="bg2"/>
              </a:buClr>
              <a:buFont typeface="Wingdings" pitchFamily="1" charset="2"/>
              <a:buChar char="n"/>
              <a:defRPr>
                <a:solidFill>
                  <a:schemeClr val="tx1"/>
                </a:solidFill>
                <a:latin typeface="+mn-lt"/>
              </a:defRPr>
            </a:lvl4pPr>
            <a:lvl5pPr marL="2489200" indent="-242888" algn="l" rtl="0" eaLnBrk="0" fontAlgn="base" hangingPunct="0">
              <a:spcBef>
                <a:spcPct val="0"/>
              </a:spcBef>
              <a:spcAft>
                <a:spcPct val="40000"/>
              </a:spcAft>
              <a:buClr>
                <a:schemeClr val="bg2"/>
              </a:buClr>
              <a:buFont typeface="Wingdings" pitchFamily="1" charset="2"/>
              <a:buChar char="n"/>
              <a:defRPr>
                <a:solidFill>
                  <a:schemeClr val="tx1"/>
                </a:solidFill>
                <a:latin typeface="+mn-lt"/>
              </a:defRPr>
            </a:lvl5pPr>
            <a:lvl6pPr marL="2946400" indent="-242888" algn="l" rtl="0" fontAlgn="base">
              <a:spcBef>
                <a:spcPct val="0"/>
              </a:spcBef>
              <a:spcAft>
                <a:spcPct val="40000"/>
              </a:spcAft>
              <a:buClr>
                <a:schemeClr val="bg2"/>
              </a:buClr>
              <a:buFont typeface="Wingdings" pitchFamily="1" charset="2"/>
              <a:buChar char="n"/>
              <a:defRPr>
                <a:solidFill>
                  <a:schemeClr val="tx1"/>
                </a:solidFill>
                <a:latin typeface="+mn-lt"/>
              </a:defRPr>
            </a:lvl6pPr>
            <a:lvl7pPr marL="3403600" indent="-242888" algn="l" rtl="0" fontAlgn="base">
              <a:spcBef>
                <a:spcPct val="0"/>
              </a:spcBef>
              <a:spcAft>
                <a:spcPct val="40000"/>
              </a:spcAft>
              <a:buClr>
                <a:schemeClr val="bg2"/>
              </a:buClr>
              <a:buFont typeface="Wingdings" pitchFamily="1" charset="2"/>
              <a:buChar char="n"/>
              <a:defRPr>
                <a:solidFill>
                  <a:schemeClr val="tx1"/>
                </a:solidFill>
                <a:latin typeface="+mn-lt"/>
              </a:defRPr>
            </a:lvl7pPr>
            <a:lvl8pPr marL="3860800" indent="-242888" algn="l" rtl="0" fontAlgn="base">
              <a:spcBef>
                <a:spcPct val="0"/>
              </a:spcBef>
              <a:spcAft>
                <a:spcPct val="40000"/>
              </a:spcAft>
              <a:buClr>
                <a:schemeClr val="bg2"/>
              </a:buClr>
              <a:buFont typeface="Wingdings" pitchFamily="1" charset="2"/>
              <a:buChar char="n"/>
              <a:defRPr>
                <a:solidFill>
                  <a:schemeClr val="tx1"/>
                </a:solidFill>
                <a:latin typeface="+mn-lt"/>
              </a:defRPr>
            </a:lvl8pPr>
            <a:lvl9pPr marL="4318000" indent="-242888" algn="l" rtl="0" fontAlgn="base">
              <a:spcBef>
                <a:spcPct val="0"/>
              </a:spcBef>
              <a:spcAft>
                <a:spcPct val="40000"/>
              </a:spcAft>
              <a:buClr>
                <a:schemeClr val="bg2"/>
              </a:buClr>
              <a:buFont typeface="Wingdings" pitchFamily="1" charset="2"/>
              <a:buChar char="n"/>
              <a:defRPr>
                <a:solidFill>
                  <a:schemeClr val="tx1"/>
                </a:solidFill>
                <a:latin typeface="+mn-lt"/>
              </a:defRPr>
            </a:lvl9pPr>
          </a:lstStyle>
          <a:p>
            <a:pPr marL="0" lvl="1" indent="0">
              <a:buClr>
                <a:srgbClr val="00B050"/>
              </a:buClr>
              <a:buFont typeface="Wingdings" panose="05000000000000000000" pitchFamily="2" charset="2"/>
              <a:buChar char="n"/>
            </a:pPr>
            <a:r>
              <a:rPr lang="en-US" altLang="en-US" sz="2200" b="1" dirty="0"/>
              <a:t>Structural</a:t>
            </a:r>
            <a:r>
              <a:rPr lang="en-US" altLang="en-US" sz="2200" dirty="0"/>
              <a:t> refers to describing a design using module instances (especially for the lower-level building blocks such as AND gates and flip-flops), whereas </a:t>
            </a:r>
            <a:r>
              <a:rPr lang="en-US" altLang="en-US" sz="2200" dirty="0" err="1"/>
              <a:t>behavioural</a:t>
            </a:r>
            <a:r>
              <a:rPr lang="en-US" altLang="en-US" sz="2200" dirty="0"/>
              <a:t> refers to describing a design using </a:t>
            </a:r>
            <a:r>
              <a:rPr lang="en-US" altLang="en-US" sz="2200" dirty="0">
                <a:solidFill>
                  <a:srgbClr val="3366FF"/>
                </a:solidFill>
              </a:rPr>
              <a:t>Process</a:t>
            </a:r>
            <a:r>
              <a:rPr lang="en-US" altLang="en-US" sz="2200" dirty="0"/>
              <a:t> blocks. Gate netlists are always structural, and RTL code is typically </a:t>
            </a:r>
            <a:r>
              <a:rPr lang="en-US" altLang="en-US" sz="2200" dirty="0" err="1"/>
              <a:t>behavioural</a:t>
            </a:r>
            <a:r>
              <a:rPr lang="en-US" altLang="en-US" sz="2200" dirty="0"/>
              <a:t>.</a:t>
            </a:r>
          </a:p>
          <a:p>
            <a:pPr marL="0" lvl="1" indent="0">
              <a:buClr>
                <a:srgbClr val="00B050"/>
              </a:buClr>
              <a:buFont typeface="Wingdings" panose="05000000000000000000" pitchFamily="2" charset="2"/>
              <a:buChar char="n"/>
            </a:pPr>
            <a:r>
              <a:rPr lang="en-US" altLang="en-US" sz="2200" b="1" dirty="0"/>
              <a:t>Structural modelling describes how components are connected.</a:t>
            </a:r>
          </a:p>
          <a:p>
            <a:pPr marL="0" lvl="1" indent="0">
              <a:buClr>
                <a:srgbClr val="00B050"/>
              </a:buClr>
              <a:buFont typeface="Wingdings" panose="05000000000000000000" pitchFamily="2" charset="2"/>
              <a:buChar char="n"/>
            </a:pPr>
            <a:endParaRPr lang="en-CA" sz="1600" dirty="0"/>
          </a:p>
          <a:p>
            <a:pPr lvl="1"/>
            <a:endParaRPr lang="en-CA" sz="1600" dirty="0"/>
          </a:p>
          <a:p>
            <a:pPr lvl="1"/>
            <a:endParaRPr lang="en-CA" sz="1600" kern="0" dirty="0"/>
          </a:p>
          <a:p>
            <a:pPr lvl="1"/>
            <a:endParaRPr lang="en-CA" kern="0" dirty="0"/>
          </a:p>
        </p:txBody>
      </p:sp>
    </p:spTree>
    <p:extLst>
      <p:ext uri="{BB962C8B-B14F-4D97-AF65-F5344CB8AC3E}">
        <p14:creationId xmlns:p14="http://schemas.microsoft.com/office/powerpoint/2010/main" val="1949109431"/>
      </p:ext>
    </p:extLst>
  </p:cSld>
  <p:clrMapOvr>
    <a:masterClrMapping/>
  </p:clrMapOvr>
  <mc:AlternateContent xmlns:mc="http://schemas.openxmlformats.org/markup-compatibility/2006" xmlns:p14="http://schemas.microsoft.com/office/powerpoint/2010/main">
    <mc:Choice Requires="p14">
      <p:transition spd="slow" p14:dur="2000" advTm="36979"/>
    </mc:Choice>
    <mc:Fallback xmlns="">
      <p:transition spd="slow" advTm="36979"/>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Content Placeholder 2"/>
          <p:cNvSpPr txBox="1">
            <a:spLocks/>
          </p:cNvSpPr>
          <p:nvPr/>
        </p:nvSpPr>
        <p:spPr>
          <a:xfrm>
            <a:off x="459926" y="1906010"/>
            <a:ext cx="8223249" cy="3959774"/>
          </a:xfrm>
          <a:prstGeom prst="rect">
            <a:avLst/>
          </a:prstGeom>
        </p:spPr>
        <p:txBody>
          <a:bodyPr/>
          <a:lstStyle>
            <a:lvl1pPr marL="268288" indent="-268288" algn="l" rtl="0" eaLnBrk="0" fontAlgn="base" hangingPunct="0">
              <a:spcBef>
                <a:spcPct val="0"/>
              </a:spcBef>
              <a:spcAft>
                <a:spcPct val="40000"/>
              </a:spcAft>
              <a:buClr>
                <a:srgbClr val="FF0000"/>
              </a:buClr>
              <a:buFont typeface="Wingdings" pitchFamily="1" charset="2"/>
              <a:buChar char="n"/>
              <a:defRPr>
                <a:solidFill>
                  <a:schemeClr val="tx1"/>
                </a:solidFill>
                <a:latin typeface="+mn-lt"/>
                <a:ea typeface="+mn-ea"/>
                <a:cs typeface="+mn-cs"/>
              </a:defRPr>
            </a:lvl1pPr>
            <a:lvl2pPr marL="1219200" indent="-234950" algn="l" rtl="0" eaLnBrk="0" fontAlgn="base" hangingPunct="0">
              <a:spcBef>
                <a:spcPct val="0"/>
              </a:spcBef>
              <a:spcAft>
                <a:spcPct val="40000"/>
              </a:spcAft>
              <a:buClr>
                <a:schemeClr val="bg2"/>
              </a:buClr>
              <a:buFont typeface="Wingdings" pitchFamily="1" charset="2"/>
              <a:buChar char="n"/>
              <a:defRPr>
                <a:solidFill>
                  <a:schemeClr val="tx1"/>
                </a:solidFill>
                <a:latin typeface="+mn-lt"/>
              </a:defRPr>
            </a:lvl2pPr>
            <a:lvl3pPr marL="1644650" indent="-246063" algn="l" rtl="0" eaLnBrk="0" fontAlgn="base" hangingPunct="0">
              <a:spcBef>
                <a:spcPct val="0"/>
              </a:spcBef>
              <a:spcAft>
                <a:spcPct val="40000"/>
              </a:spcAft>
              <a:buClr>
                <a:schemeClr val="bg2"/>
              </a:buClr>
              <a:buFont typeface="Wingdings" pitchFamily="1" charset="2"/>
              <a:buChar char="n"/>
              <a:defRPr>
                <a:solidFill>
                  <a:schemeClr val="tx1"/>
                </a:solidFill>
                <a:latin typeface="+mn-lt"/>
              </a:defRPr>
            </a:lvl3pPr>
            <a:lvl4pPr marL="2066925" indent="-242888" algn="l" rtl="0" eaLnBrk="0" fontAlgn="base" hangingPunct="0">
              <a:spcBef>
                <a:spcPct val="0"/>
              </a:spcBef>
              <a:spcAft>
                <a:spcPct val="40000"/>
              </a:spcAft>
              <a:buClr>
                <a:schemeClr val="bg2"/>
              </a:buClr>
              <a:buFont typeface="Wingdings" pitchFamily="1" charset="2"/>
              <a:buChar char="n"/>
              <a:defRPr>
                <a:solidFill>
                  <a:schemeClr val="tx1"/>
                </a:solidFill>
                <a:latin typeface="+mn-lt"/>
              </a:defRPr>
            </a:lvl4pPr>
            <a:lvl5pPr marL="2489200" indent="-242888" algn="l" rtl="0" eaLnBrk="0" fontAlgn="base" hangingPunct="0">
              <a:spcBef>
                <a:spcPct val="0"/>
              </a:spcBef>
              <a:spcAft>
                <a:spcPct val="40000"/>
              </a:spcAft>
              <a:buClr>
                <a:schemeClr val="bg2"/>
              </a:buClr>
              <a:buFont typeface="Wingdings" pitchFamily="1" charset="2"/>
              <a:buChar char="n"/>
              <a:defRPr>
                <a:solidFill>
                  <a:schemeClr val="tx1"/>
                </a:solidFill>
                <a:latin typeface="+mn-lt"/>
              </a:defRPr>
            </a:lvl5pPr>
            <a:lvl6pPr marL="2946400" indent="-242888" algn="l" rtl="0" fontAlgn="base">
              <a:spcBef>
                <a:spcPct val="0"/>
              </a:spcBef>
              <a:spcAft>
                <a:spcPct val="40000"/>
              </a:spcAft>
              <a:buClr>
                <a:schemeClr val="bg2"/>
              </a:buClr>
              <a:buFont typeface="Wingdings" pitchFamily="1" charset="2"/>
              <a:buChar char="n"/>
              <a:defRPr>
                <a:solidFill>
                  <a:schemeClr val="tx1"/>
                </a:solidFill>
                <a:latin typeface="+mn-lt"/>
              </a:defRPr>
            </a:lvl6pPr>
            <a:lvl7pPr marL="3403600" indent="-242888" algn="l" rtl="0" fontAlgn="base">
              <a:spcBef>
                <a:spcPct val="0"/>
              </a:spcBef>
              <a:spcAft>
                <a:spcPct val="40000"/>
              </a:spcAft>
              <a:buClr>
                <a:schemeClr val="bg2"/>
              </a:buClr>
              <a:buFont typeface="Wingdings" pitchFamily="1" charset="2"/>
              <a:buChar char="n"/>
              <a:defRPr>
                <a:solidFill>
                  <a:schemeClr val="tx1"/>
                </a:solidFill>
                <a:latin typeface="+mn-lt"/>
              </a:defRPr>
            </a:lvl7pPr>
            <a:lvl8pPr marL="3860800" indent="-242888" algn="l" rtl="0" fontAlgn="base">
              <a:spcBef>
                <a:spcPct val="0"/>
              </a:spcBef>
              <a:spcAft>
                <a:spcPct val="40000"/>
              </a:spcAft>
              <a:buClr>
                <a:schemeClr val="bg2"/>
              </a:buClr>
              <a:buFont typeface="Wingdings" pitchFamily="1" charset="2"/>
              <a:buChar char="n"/>
              <a:defRPr>
                <a:solidFill>
                  <a:schemeClr val="tx1"/>
                </a:solidFill>
                <a:latin typeface="+mn-lt"/>
              </a:defRPr>
            </a:lvl8pPr>
            <a:lvl9pPr marL="4318000" indent="-242888" algn="l" rtl="0" fontAlgn="base">
              <a:spcBef>
                <a:spcPct val="0"/>
              </a:spcBef>
              <a:spcAft>
                <a:spcPct val="40000"/>
              </a:spcAft>
              <a:buClr>
                <a:schemeClr val="bg2"/>
              </a:buClr>
              <a:buFont typeface="Wingdings" pitchFamily="1" charset="2"/>
              <a:buChar char="n"/>
              <a:defRPr>
                <a:solidFill>
                  <a:schemeClr val="tx1"/>
                </a:solidFill>
                <a:latin typeface="+mn-lt"/>
              </a:defRPr>
            </a:lvl9pPr>
          </a:lstStyle>
          <a:p>
            <a:pPr>
              <a:buClr>
                <a:srgbClr val="00B050"/>
              </a:buClr>
            </a:pPr>
            <a:r>
              <a:rPr lang="en-CA" sz="2800" dirty="0"/>
              <a:t>VHDL stands for VHSIC Hardware Description Language, and VHSIC in turn stands for Very High Speed Integrated Circuits. VHDL is an acronym for Very High Speed Integrated Circuit Hardware Description Language which is a programming language used to describe a logic circuit by function, data flow behaviour, or structure.</a:t>
            </a:r>
          </a:p>
        </p:txBody>
      </p:sp>
      <p:sp>
        <p:nvSpPr>
          <p:cNvPr id="15" name="Title 1"/>
          <p:cNvSpPr>
            <a:spLocks noGrp="1"/>
          </p:cNvSpPr>
          <p:nvPr>
            <p:ph type="title"/>
          </p:nvPr>
        </p:nvSpPr>
        <p:spPr>
          <a:xfrm>
            <a:off x="460375" y="534988"/>
            <a:ext cx="8223250" cy="914400"/>
          </a:xfrm>
        </p:spPr>
        <p:txBody>
          <a:bodyPr/>
          <a:lstStyle/>
          <a:p>
            <a:r>
              <a:rPr lang="en-GB" dirty="0"/>
              <a:t>1. Electronic Design Automation (EDA) Tools</a:t>
            </a:r>
          </a:p>
        </p:txBody>
      </p:sp>
      <p:sp>
        <p:nvSpPr>
          <p:cNvPr id="18" name="Slide Number Placeholder 3"/>
          <p:cNvSpPr>
            <a:spLocks noGrp="1"/>
          </p:cNvSpPr>
          <p:nvPr>
            <p:ph type="sldNum" sz="quarter" idx="4"/>
          </p:nvPr>
        </p:nvSpPr>
        <p:spPr>
          <a:xfrm>
            <a:off x="3505907" y="6322681"/>
            <a:ext cx="2133600" cy="365125"/>
          </a:xfrm>
        </p:spPr>
        <p:txBody>
          <a:bodyPr/>
          <a:lstStyle/>
          <a:p>
            <a:fld id="{678EF7AC-325E-49D0-8897-E637594B55B4}" type="slidenum">
              <a:rPr lang="de-DE" smtClean="0"/>
              <a:pPr/>
              <a:t>10</a:t>
            </a:fld>
            <a:endParaRPr lang="de-DE" dirty="0"/>
          </a:p>
        </p:txBody>
      </p:sp>
    </p:spTree>
    <p:extLst>
      <p:ext uri="{BB962C8B-B14F-4D97-AF65-F5344CB8AC3E}">
        <p14:creationId xmlns:p14="http://schemas.microsoft.com/office/powerpoint/2010/main" val="3771646546"/>
      </p:ext>
    </p:extLst>
  </p:cSld>
  <p:clrMapOvr>
    <a:masterClrMapping/>
  </p:clrMapOvr>
  <mc:AlternateContent xmlns:mc="http://schemas.openxmlformats.org/markup-compatibility/2006" xmlns:p14="http://schemas.microsoft.com/office/powerpoint/2010/main">
    <mc:Choice Requires="p14">
      <p:transition spd="slow" p14:dur="2000" advTm="33454"/>
    </mc:Choice>
    <mc:Fallback xmlns="">
      <p:transition spd="slow" advTm="33454"/>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Content Placeholder 2"/>
          <p:cNvSpPr txBox="1">
            <a:spLocks/>
          </p:cNvSpPr>
          <p:nvPr/>
        </p:nvSpPr>
        <p:spPr>
          <a:xfrm>
            <a:off x="459926" y="1906010"/>
            <a:ext cx="8223249" cy="3959774"/>
          </a:xfrm>
          <a:prstGeom prst="rect">
            <a:avLst/>
          </a:prstGeom>
        </p:spPr>
        <p:txBody>
          <a:bodyPr/>
          <a:lstStyle>
            <a:lvl1pPr marL="268288" indent="-268288" algn="l" rtl="0" eaLnBrk="0" fontAlgn="base" hangingPunct="0">
              <a:spcBef>
                <a:spcPct val="0"/>
              </a:spcBef>
              <a:spcAft>
                <a:spcPct val="40000"/>
              </a:spcAft>
              <a:buClr>
                <a:srgbClr val="FF0000"/>
              </a:buClr>
              <a:buFont typeface="Wingdings" pitchFamily="1" charset="2"/>
              <a:buChar char="n"/>
              <a:defRPr>
                <a:solidFill>
                  <a:schemeClr val="tx1"/>
                </a:solidFill>
                <a:latin typeface="+mn-lt"/>
                <a:ea typeface="+mn-ea"/>
                <a:cs typeface="+mn-cs"/>
              </a:defRPr>
            </a:lvl1pPr>
            <a:lvl2pPr marL="1219200" indent="-234950" algn="l" rtl="0" eaLnBrk="0" fontAlgn="base" hangingPunct="0">
              <a:spcBef>
                <a:spcPct val="0"/>
              </a:spcBef>
              <a:spcAft>
                <a:spcPct val="40000"/>
              </a:spcAft>
              <a:buClr>
                <a:schemeClr val="bg2"/>
              </a:buClr>
              <a:buFont typeface="Wingdings" pitchFamily="1" charset="2"/>
              <a:buChar char="n"/>
              <a:defRPr>
                <a:solidFill>
                  <a:schemeClr val="tx1"/>
                </a:solidFill>
                <a:latin typeface="+mn-lt"/>
              </a:defRPr>
            </a:lvl2pPr>
            <a:lvl3pPr marL="1644650" indent="-246063" algn="l" rtl="0" eaLnBrk="0" fontAlgn="base" hangingPunct="0">
              <a:spcBef>
                <a:spcPct val="0"/>
              </a:spcBef>
              <a:spcAft>
                <a:spcPct val="40000"/>
              </a:spcAft>
              <a:buClr>
                <a:schemeClr val="bg2"/>
              </a:buClr>
              <a:buFont typeface="Wingdings" pitchFamily="1" charset="2"/>
              <a:buChar char="n"/>
              <a:defRPr>
                <a:solidFill>
                  <a:schemeClr val="tx1"/>
                </a:solidFill>
                <a:latin typeface="+mn-lt"/>
              </a:defRPr>
            </a:lvl3pPr>
            <a:lvl4pPr marL="2066925" indent="-242888" algn="l" rtl="0" eaLnBrk="0" fontAlgn="base" hangingPunct="0">
              <a:spcBef>
                <a:spcPct val="0"/>
              </a:spcBef>
              <a:spcAft>
                <a:spcPct val="40000"/>
              </a:spcAft>
              <a:buClr>
                <a:schemeClr val="bg2"/>
              </a:buClr>
              <a:buFont typeface="Wingdings" pitchFamily="1" charset="2"/>
              <a:buChar char="n"/>
              <a:defRPr>
                <a:solidFill>
                  <a:schemeClr val="tx1"/>
                </a:solidFill>
                <a:latin typeface="+mn-lt"/>
              </a:defRPr>
            </a:lvl4pPr>
            <a:lvl5pPr marL="2489200" indent="-242888" algn="l" rtl="0" eaLnBrk="0" fontAlgn="base" hangingPunct="0">
              <a:spcBef>
                <a:spcPct val="0"/>
              </a:spcBef>
              <a:spcAft>
                <a:spcPct val="40000"/>
              </a:spcAft>
              <a:buClr>
                <a:schemeClr val="bg2"/>
              </a:buClr>
              <a:buFont typeface="Wingdings" pitchFamily="1" charset="2"/>
              <a:buChar char="n"/>
              <a:defRPr>
                <a:solidFill>
                  <a:schemeClr val="tx1"/>
                </a:solidFill>
                <a:latin typeface="+mn-lt"/>
              </a:defRPr>
            </a:lvl5pPr>
            <a:lvl6pPr marL="2946400" indent="-242888" algn="l" rtl="0" fontAlgn="base">
              <a:spcBef>
                <a:spcPct val="0"/>
              </a:spcBef>
              <a:spcAft>
                <a:spcPct val="40000"/>
              </a:spcAft>
              <a:buClr>
                <a:schemeClr val="bg2"/>
              </a:buClr>
              <a:buFont typeface="Wingdings" pitchFamily="1" charset="2"/>
              <a:buChar char="n"/>
              <a:defRPr>
                <a:solidFill>
                  <a:schemeClr val="tx1"/>
                </a:solidFill>
                <a:latin typeface="+mn-lt"/>
              </a:defRPr>
            </a:lvl6pPr>
            <a:lvl7pPr marL="3403600" indent="-242888" algn="l" rtl="0" fontAlgn="base">
              <a:spcBef>
                <a:spcPct val="0"/>
              </a:spcBef>
              <a:spcAft>
                <a:spcPct val="40000"/>
              </a:spcAft>
              <a:buClr>
                <a:schemeClr val="bg2"/>
              </a:buClr>
              <a:buFont typeface="Wingdings" pitchFamily="1" charset="2"/>
              <a:buChar char="n"/>
              <a:defRPr>
                <a:solidFill>
                  <a:schemeClr val="tx1"/>
                </a:solidFill>
                <a:latin typeface="+mn-lt"/>
              </a:defRPr>
            </a:lvl7pPr>
            <a:lvl8pPr marL="3860800" indent="-242888" algn="l" rtl="0" fontAlgn="base">
              <a:spcBef>
                <a:spcPct val="0"/>
              </a:spcBef>
              <a:spcAft>
                <a:spcPct val="40000"/>
              </a:spcAft>
              <a:buClr>
                <a:schemeClr val="bg2"/>
              </a:buClr>
              <a:buFont typeface="Wingdings" pitchFamily="1" charset="2"/>
              <a:buChar char="n"/>
              <a:defRPr>
                <a:solidFill>
                  <a:schemeClr val="tx1"/>
                </a:solidFill>
                <a:latin typeface="+mn-lt"/>
              </a:defRPr>
            </a:lvl8pPr>
            <a:lvl9pPr marL="4318000" indent="-242888" algn="l" rtl="0" fontAlgn="base">
              <a:spcBef>
                <a:spcPct val="0"/>
              </a:spcBef>
              <a:spcAft>
                <a:spcPct val="40000"/>
              </a:spcAft>
              <a:buClr>
                <a:schemeClr val="bg2"/>
              </a:buClr>
              <a:buFont typeface="Wingdings" pitchFamily="1" charset="2"/>
              <a:buChar char="n"/>
              <a:defRPr>
                <a:solidFill>
                  <a:schemeClr val="tx1"/>
                </a:solidFill>
                <a:latin typeface="+mn-lt"/>
              </a:defRPr>
            </a:lvl9pPr>
          </a:lstStyle>
          <a:p>
            <a:pPr>
              <a:buClr>
                <a:srgbClr val="00B050"/>
              </a:buClr>
            </a:pPr>
            <a:r>
              <a:rPr lang="en-GB" sz="2800" dirty="0"/>
              <a:t>VHDL allows us to design a Digital design at Behaviour Level, Register Transfer Level (RTL), Gate level and at switch level. VHDL allows hardware designers to express their designs with behavioural constructs, deferring the details of implementation to a later stage of design in the final design.</a:t>
            </a:r>
            <a:endParaRPr lang="en-CA" sz="2800" dirty="0"/>
          </a:p>
          <a:p>
            <a:pPr lvl="1"/>
            <a:endParaRPr lang="en-CA" sz="1600" kern="0" dirty="0"/>
          </a:p>
          <a:p>
            <a:pPr lvl="1"/>
            <a:endParaRPr lang="en-CA" kern="0" dirty="0"/>
          </a:p>
        </p:txBody>
      </p:sp>
      <p:sp>
        <p:nvSpPr>
          <p:cNvPr id="15" name="Title 1"/>
          <p:cNvSpPr>
            <a:spLocks noGrp="1"/>
          </p:cNvSpPr>
          <p:nvPr>
            <p:ph type="title"/>
          </p:nvPr>
        </p:nvSpPr>
        <p:spPr>
          <a:xfrm>
            <a:off x="460375" y="534988"/>
            <a:ext cx="8223250" cy="914400"/>
          </a:xfrm>
        </p:spPr>
        <p:txBody>
          <a:bodyPr/>
          <a:lstStyle/>
          <a:p>
            <a:r>
              <a:rPr lang="en-GB" dirty="0"/>
              <a:t>1. Electronic Design Automation (EDA) Tools</a:t>
            </a:r>
          </a:p>
        </p:txBody>
      </p:sp>
      <p:sp>
        <p:nvSpPr>
          <p:cNvPr id="18" name="Slide Number Placeholder 3"/>
          <p:cNvSpPr>
            <a:spLocks noGrp="1"/>
          </p:cNvSpPr>
          <p:nvPr>
            <p:ph type="sldNum" sz="quarter" idx="4"/>
          </p:nvPr>
        </p:nvSpPr>
        <p:spPr>
          <a:xfrm>
            <a:off x="3505907" y="6322681"/>
            <a:ext cx="2133600" cy="365125"/>
          </a:xfrm>
        </p:spPr>
        <p:txBody>
          <a:bodyPr/>
          <a:lstStyle/>
          <a:p>
            <a:fld id="{678EF7AC-325E-49D0-8897-E637594B55B4}" type="slidenum">
              <a:rPr lang="de-DE" smtClean="0"/>
              <a:pPr/>
              <a:t>11</a:t>
            </a:fld>
            <a:endParaRPr lang="de-DE" dirty="0"/>
          </a:p>
        </p:txBody>
      </p:sp>
    </p:spTree>
    <p:extLst>
      <p:ext uri="{BB962C8B-B14F-4D97-AF65-F5344CB8AC3E}">
        <p14:creationId xmlns:p14="http://schemas.microsoft.com/office/powerpoint/2010/main" val="865930726"/>
      </p:ext>
    </p:extLst>
  </p:cSld>
  <p:clrMapOvr>
    <a:masterClrMapping/>
  </p:clrMapOvr>
  <mc:AlternateContent xmlns:mc="http://schemas.openxmlformats.org/markup-compatibility/2006" xmlns:p14="http://schemas.microsoft.com/office/powerpoint/2010/main">
    <mc:Choice Requires="p14">
      <p:transition spd="slow" p14:dur="2000" advTm="31703"/>
    </mc:Choice>
    <mc:Fallback xmlns="">
      <p:transition spd="slow" advTm="31703"/>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5" name="Rectangle 2"/>
          <p:cNvSpPr>
            <a:spLocks noGrp="1" noChangeArrowheads="1"/>
          </p:cNvSpPr>
          <p:nvPr>
            <p:ph type="title"/>
          </p:nvPr>
        </p:nvSpPr>
        <p:spPr>
          <a:noFill/>
        </p:spPr>
        <p:txBody>
          <a:bodyPr/>
          <a:lstStyle/>
          <a:p>
            <a:r>
              <a:rPr lang="en-US" dirty="0"/>
              <a:t>2. Quartus Prime CAD Software</a:t>
            </a:r>
          </a:p>
        </p:txBody>
      </p:sp>
      <p:sp>
        <p:nvSpPr>
          <p:cNvPr id="69636" name="Rectangle 3"/>
          <p:cNvSpPr>
            <a:spLocks noChangeArrowheads="1"/>
          </p:cNvSpPr>
          <p:nvPr/>
        </p:nvSpPr>
        <p:spPr bwMode="auto">
          <a:xfrm>
            <a:off x="1308100" y="3406169"/>
            <a:ext cx="1328738" cy="936625"/>
          </a:xfrm>
          <a:prstGeom prst="rect">
            <a:avLst/>
          </a:prstGeom>
          <a:solidFill>
            <a:srgbClr val="3366CC"/>
          </a:solidFill>
          <a:ln w="28575">
            <a:noFill/>
            <a:miter lim="800000"/>
            <a:headEnd/>
            <a:tailEnd/>
          </a:ln>
        </p:spPr>
        <p:txBody>
          <a:bodyPr wrap="none" anchor="ctr"/>
          <a:lstStyle/>
          <a:p>
            <a:pPr algn="ctr"/>
            <a:r>
              <a:rPr lang="en-US" sz="2000" b="1" dirty="0">
                <a:solidFill>
                  <a:schemeClr val="bg1"/>
                </a:solidFill>
              </a:rPr>
              <a:t>Synthesis</a:t>
            </a:r>
            <a:endParaRPr lang="en-US" sz="1400" b="1" dirty="0">
              <a:solidFill>
                <a:schemeClr val="bg1"/>
              </a:solidFill>
            </a:endParaRPr>
          </a:p>
        </p:txBody>
      </p:sp>
      <p:sp>
        <p:nvSpPr>
          <p:cNvPr id="69637" name="Line 4"/>
          <p:cNvSpPr>
            <a:spLocks noChangeShapeType="1"/>
          </p:cNvSpPr>
          <p:nvPr/>
        </p:nvSpPr>
        <p:spPr bwMode="auto">
          <a:xfrm>
            <a:off x="2638425" y="3678338"/>
            <a:ext cx="864000" cy="0"/>
          </a:xfrm>
          <a:prstGeom prst="line">
            <a:avLst/>
          </a:prstGeom>
          <a:noFill/>
          <a:ln w="6350">
            <a:solidFill>
              <a:schemeClr val="tx1"/>
            </a:solidFill>
            <a:round/>
            <a:headEnd/>
            <a:tailEnd type="triangle" w="med" len="med"/>
          </a:ln>
        </p:spPr>
        <p:txBody>
          <a:bodyPr anchor="ctr"/>
          <a:lstStyle/>
          <a:p>
            <a:endParaRPr lang="en-US"/>
          </a:p>
        </p:txBody>
      </p:sp>
      <p:sp>
        <p:nvSpPr>
          <p:cNvPr id="69638" name="Rectangle 5"/>
          <p:cNvSpPr>
            <a:spLocks noChangeArrowheads="1"/>
          </p:cNvSpPr>
          <p:nvPr/>
        </p:nvSpPr>
        <p:spPr bwMode="auto">
          <a:xfrm>
            <a:off x="3505907" y="3276701"/>
            <a:ext cx="1448681" cy="803275"/>
          </a:xfrm>
          <a:prstGeom prst="rect">
            <a:avLst/>
          </a:prstGeom>
          <a:solidFill>
            <a:srgbClr val="3366CC"/>
          </a:solidFill>
          <a:ln w="28575">
            <a:noFill/>
            <a:miter lim="800000"/>
            <a:headEnd/>
            <a:tailEnd/>
          </a:ln>
        </p:spPr>
        <p:txBody>
          <a:bodyPr wrap="none" anchor="ctr"/>
          <a:lstStyle/>
          <a:p>
            <a:pPr algn="ctr"/>
            <a:r>
              <a:rPr lang="en-US" sz="2000" b="1" dirty="0">
                <a:solidFill>
                  <a:schemeClr val="bg1"/>
                </a:solidFill>
              </a:rPr>
              <a:t>Placement</a:t>
            </a:r>
          </a:p>
          <a:p>
            <a:pPr algn="ctr"/>
            <a:r>
              <a:rPr lang="en-US" sz="2000" b="1" dirty="0">
                <a:solidFill>
                  <a:schemeClr val="bg1"/>
                </a:solidFill>
              </a:rPr>
              <a:t>&amp; Routing</a:t>
            </a:r>
          </a:p>
        </p:txBody>
      </p:sp>
      <p:sp>
        <p:nvSpPr>
          <p:cNvPr id="69639" name="Line 6"/>
          <p:cNvSpPr>
            <a:spLocks noChangeShapeType="1"/>
          </p:cNvSpPr>
          <p:nvPr/>
        </p:nvSpPr>
        <p:spPr bwMode="auto">
          <a:xfrm>
            <a:off x="4957762" y="3678338"/>
            <a:ext cx="1728000" cy="0"/>
          </a:xfrm>
          <a:prstGeom prst="line">
            <a:avLst/>
          </a:prstGeom>
          <a:noFill/>
          <a:ln w="6350">
            <a:solidFill>
              <a:schemeClr val="tx1"/>
            </a:solidFill>
            <a:round/>
            <a:headEnd/>
            <a:tailEnd type="triangle" w="med" len="med"/>
          </a:ln>
        </p:spPr>
        <p:txBody>
          <a:bodyPr anchor="ctr"/>
          <a:lstStyle/>
          <a:p>
            <a:endParaRPr lang="en-US"/>
          </a:p>
        </p:txBody>
      </p:sp>
      <p:sp>
        <p:nvSpPr>
          <p:cNvPr id="69640" name="Rectangle 7"/>
          <p:cNvSpPr>
            <a:spLocks noChangeArrowheads="1"/>
          </p:cNvSpPr>
          <p:nvPr/>
        </p:nvSpPr>
        <p:spPr bwMode="auto">
          <a:xfrm>
            <a:off x="6685613" y="3286226"/>
            <a:ext cx="1328737" cy="1012825"/>
          </a:xfrm>
          <a:prstGeom prst="rect">
            <a:avLst/>
          </a:prstGeom>
          <a:solidFill>
            <a:srgbClr val="3366CC"/>
          </a:solidFill>
          <a:ln w="28575">
            <a:noFill/>
            <a:miter lim="800000"/>
            <a:headEnd/>
            <a:tailEnd/>
          </a:ln>
        </p:spPr>
        <p:txBody>
          <a:bodyPr wrap="none" anchor="ctr"/>
          <a:lstStyle/>
          <a:p>
            <a:pPr algn="ctr"/>
            <a:r>
              <a:rPr lang="en-US" sz="2000" b="1" dirty="0">
                <a:solidFill>
                  <a:schemeClr val="bg1"/>
                </a:solidFill>
              </a:rPr>
              <a:t>Timing &amp; </a:t>
            </a:r>
            <a:br>
              <a:rPr lang="en-US" sz="2000" b="1" dirty="0">
                <a:solidFill>
                  <a:schemeClr val="bg1"/>
                </a:solidFill>
              </a:rPr>
            </a:br>
            <a:r>
              <a:rPr lang="en-US" sz="2000" b="1" dirty="0">
                <a:solidFill>
                  <a:schemeClr val="bg1"/>
                </a:solidFill>
              </a:rPr>
              <a:t>Power</a:t>
            </a:r>
          </a:p>
          <a:p>
            <a:pPr algn="ctr"/>
            <a:r>
              <a:rPr lang="en-US" sz="2000" b="1" dirty="0">
                <a:solidFill>
                  <a:schemeClr val="bg1"/>
                </a:solidFill>
              </a:rPr>
              <a:t>Analysis</a:t>
            </a:r>
          </a:p>
        </p:txBody>
      </p:sp>
      <p:sp>
        <p:nvSpPr>
          <p:cNvPr id="69641" name="Line 8"/>
          <p:cNvSpPr>
            <a:spLocks noChangeShapeType="1"/>
          </p:cNvSpPr>
          <p:nvPr/>
        </p:nvSpPr>
        <p:spPr bwMode="auto">
          <a:xfrm>
            <a:off x="7825438" y="4288718"/>
            <a:ext cx="0" cy="206375"/>
          </a:xfrm>
          <a:prstGeom prst="line">
            <a:avLst/>
          </a:prstGeom>
          <a:noFill/>
          <a:ln w="6350">
            <a:solidFill>
              <a:schemeClr val="tx1"/>
            </a:solidFill>
            <a:round/>
            <a:headEnd/>
            <a:tailEnd type="triangle" w="med" len="med"/>
          </a:ln>
        </p:spPr>
        <p:txBody>
          <a:bodyPr anchor="ctr"/>
          <a:lstStyle/>
          <a:p>
            <a:endParaRPr lang="en-US"/>
          </a:p>
        </p:txBody>
      </p:sp>
      <p:sp>
        <p:nvSpPr>
          <p:cNvPr id="69642" name="Line 9"/>
          <p:cNvSpPr>
            <a:spLocks noChangeShapeType="1"/>
          </p:cNvSpPr>
          <p:nvPr/>
        </p:nvSpPr>
        <p:spPr bwMode="auto">
          <a:xfrm>
            <a:off x="1985963" y="2817000"/>
            <a:ext cx="0" cy="612000"/>
          </a:xfrm>
          <a:prstGeom prst="line">
            <a:avLst/>
          </a:prstGeom>
          <a:noFill/>
          <a:ln w="9525">
            <a:solidFill>
              <a:schemeClr val="tx1"/>
            </a:solidFill>
            <a:round/>
            <a:headEnd/>
            <a:tailEnd type="triangle" w="med" len="med"/>
          </a:ln>
        </p:spPr>
        <p:txBody>
          <a:bodyPr/>
          <a:lstStyle/>
          <a:p>
            <a:endParaRPr lang="en-US"/>
          </a:p>
        </p:txBody>
      </p:sp>
      <p:pic>
        <p:nvPicPr>
          <p:cNvPr id="69643" name="Picture 10"/>
          <p:cNvPicPr>
            <a:picLocks noChangeAspect="1" noChangeArrowheads="1"/>
          </p:cNvPicPr>
          <p:nvPr/>
        </p:nvPicPr>
        <p:blipFill>
          <a:blip r:embed="rId3"/>
          <a:srcRect/>
          <a:stretch>
            <a:fillRect/>
          </a:stretch>
        </p:blipFill>
        <p:spPr bwMode="auto">
          <a:xfrm>
            <a:off x="1352550" y="1710041"/>
            <a:ext cx="1143000" cy="1131887"/>
          </a:xfrm>
          <a:prstGeom prst="rect">
            <a:avLst/>
          </a:prstGeom>
          <a:noFill/>
          <a:ln w="9525">
            <a:noFill/>
            <a:miter lim="800000"/>
            <a:headEnd/>
            <a:tailEnd/>
          </a:ln>
        </p:spPr>
      </p:pic>
      <p:sp>
        <p:nvSpPr>
          <p:cNvPr id="69644" name="Text Box 11"/>
          <p:cNvSpPr txBox="1">
            <a:spLocks noChangeArrowheads="1"/>
          </p:cNvSpPr>
          <p:nvPr/>
        </p:nvSpPr>
        <p:spPr bwMode="auto">
          <a:xfrm>
            <a:off x="952500" y="2330753"/>
            <a:ext cx="958850" cy="641350"/>
          </a:xfrm>
          <a:prstGeom prst="rect">
            <a:avLst/>
          </a:prstGeom>
          <a:solidFill>
            <a:schemeClr val="accent2"/>
          </a:solidFill>
          <a:ln w="9525">
            <a:noFill/>
            <a:miter lim="800000"/>
            <a:headEnd/>
            <a:tailEnd/>
          </a:ln>
        </p:spPr>
        <p:txBody>
          <a:bodyPr wrap="none">
            <a:spAutoFit/>
          </a:bodyPr>
          <a:lstStyle/>
          <a:p>
            <a:r>
              <a:rPr lang="en-US"/>
              <a:t>Verilog,</a:t>
            </a:r>
          </a:p>
          <a:p>
            <a:r>
              <a:rPr lang="en-US"/>
              <a:t>VHDL</a:t>
            </a:r>
          </a:p>
        </p:txBody>
      </p:sp>
      <p:sp>
        <p:nvSpPr>
          <p:cNvPr id="69645" name="AutoShape 12"/>
          <p:cNvSpPr>
            <a:spLocks noChangeArrowheads="1"/>
          </p:cNvSpPr>
          <p:nvPr/>
        </p:nvSpPr>
        <p:spPr bwMode="auto">
          <a:xfrm>
            <a:off x="7404750" y="4527651"/>
            <a:ext cx="974725" cy="1066800"/>
          </a:xfrm>
          <a:prstGeom prst="flowChartDocument">
            <a:avLst/>
          </a:prstGeom>
          <a:solidFill>
            <a:schemeClr val="bg1"/>
          </a:solidFill>
          <a:ln w="9525">
            <a:solidFill>
              <a:schemeClr val="tx1"/>
            </a:solidFill>
            <a:miter lim="800000"/>
            <a:headEnd/>
            <a:tailEnd/>
          </a:ln>
        </p:spPr>
        <p:txBody>
          <a:bodyPr wrap="none" anchor="ctr"/>
          <a:lstStyle/>
          <a:p>
            <a:pPr algn="ctr"/>
            <a:r>
              <a:rPr lang="en-US"/>
              <a:t>Report</a:t>
            </a:r>
          </a:p>
        </p:txBody>
      </p:sp>
      <p:sp>
        <p:nvSpPr>
          <p:cNvPr id="69646" name="Line 13"/>
          <p:cNvSpPr>
            <a:spLocks noChangeShapeType="1"/>
          </p:cNvSpPr>
          <p:nvPr/>
        </p:nvSpPr>
        <p:spPr bwMode="auto">
          <a:xfrm>
            <a:off x="5915025" y="3678338"/>
            <a:ext cx="0" cy="849313"/>
          </a:xfrm>
          <a:prstGeom prst="line">
            <a:avLst/>
          </a:prstGeom>
          <a:noFill/>
          <a:ln w="6350">
            <a:solidFill>
              <a:schemeClr val="tx1"/>
            </a:solidFill>
            <a:round/>
            <a:headEnd/>
            <a:tailEnd type="triangle" w="med" len="med"/>
          </a:ln>
        </p:spPr>
        <p:txBody>
          <a:bodyPr anchor="ctr"/>
          <a:lstStyle/>
          <a:p>
            <a:endParaRPr lang="en-US"/>
          </a:p>
        </p:txBody>
      </p:sp>
      <p:pic>
        <p:nvPicPr>
          <p:cNvPr id="69647" name="Picture 14" descr="stratix2_chip_alone"/>
          <p:cNvPicPr>
            <a:picLocks noGrp="1" noChangeAspect="1" noChangeArrowheads="1"/>
          </p:cNvPicPr>
          <p:nvPr>
            <p:ph idx="1"/>
          </p:nvPr>
        </p:nvPicPr>
        <p:blipFill>
          <a:blip r:embed="rId4"/>
          <a:srcRect/>
          <a:stretch>
            <a:fillRect/>
          </a:stretch>
        </p:blipFill>
        <p:spPr>
          <a:xfrm>
            <a:off x="4914900" y="5104289"/>
            <a:ext cx="1692000" cy="936835"/>
          </a:xfrm>
          <a:noFill/>
        </p:spPr>
      </p:pic>
      <p:sp>
        <p:nvSpPr>
          <p:cNvPr id="69648" name="Line 15"/>
          <p:cNvSpPr>
            <a:spLocks noChangeShapeType="1"/>
          </p:cNvSpPr>
          <p:nvPr/>
        </p:nvSpPr>
        <p:spPr bwMode="auto">
          <a:xfrm>
            <a:off x="5790392" y="4951990"/>
            <a:ext cx="0" cy="228600"/>
          </a:xfrm>
          <a:prstGeom prst="line">
            <a:avLst/>
          </a:prstGeom>
          <a:noFill/>
          <a:ln w="6350">
            <a:solidFill>
              <a:schemeClr val="tx1"/>
            </a:solidFill>
            <a:round/>
            <a:headEnd/>
            <a:tailEnd type="triangle" w="med" len="med"/>
          </a:ln>
        </p:spPr>
        <p:txBody>
          <a:bodyPr anchor="ctr"/>
          <a:lstStyle/>
          <a:p>
            <a:endParaRPr lang="en-US"/>
          </a:p>
        </p:txBody>
      </p:sp>
      <p:sp>
        <p:nvSpPr>
          <p:cNvPr id="69649" name="Rectangle 16"/>
          <p:cNvSpPr>
            <a:spLocks noChangeArrowheads="1"/>
          </p:cNvSpPr>
          <p:nvPr/>
        </p:nvSpPr>
        <p:spPr bwMode="auto">
          <a:xfrm>
            <a:off x="5028897" y="4141557"/>
            <a:ext cx="1452866" cy="803275"/>
          </a:xfrm>
          <a:prstGeom prst="rect">
            <a:avLst/>
          </a:prstGeom>
          <a:solidFill>
            <a:srgbClr val="3366CC"/>
          </a:solidFill>
          <a:ln w="28575">
            <a:noFill/>
            <a:miter lim="800000"/>
            <a:headEnd/>
            <a:tailEnd/>
          </a:ln>
        </p:spPr>
        <p:txBody>
          <a:bodyPr wrap="none" anchor="ctr"/>
          <a:lstStyle/>
          <a:p>
            <a:pPr algn="ctr"/>
            <a:r>
              <a:rPr lang="en-US" sz="2000" b="1" dirty="0">
                <a:solidFill>
                  <a:schemeClr val="bg1"/>
                </a:solidFill>
              </a:rPr>
              <a:t>Assembler</a:t>
            </a:r>
          </a:p>
        </p:txBody>
      </p:sp>
      <p:sp>
        <p:nvSpPr>
          <p:cNvPr id="18" name="Rectangle 5"/>
          <p:cNvSpPr>
            <a:spLocks noChangeArrowheads="1"/>
          </p:cNvSpPr>
          <p:nvPr/>
        </p:nvSpPr>
        <p:spPr bwMode="auto">
          <a:xfrm>
            <a:off x="4876598" y="2139748"/>
            <a:ext cx="1371802" cy="803275"/>
          </a:xfrm>
          <a:prstGeom prst="rect">
            <a:avLst/>
          </a:prstGeom>
          <a:solidFill>
            <a:srgbClr val="3366CC"/>
          </a:solidFill>
          <a:ln w="28575">
            <a:noFill/>
            <a:miter lim="800000"/>
            <a:headEnd/>
            <a:tailEnd/>
          </a:ln>
        </p:spPr>
        <p:txBody>
          <a:bodyPr wrap="none" anchor="ctr"/>
          <a:lstStyle/>
          <a:p>
            <a:pPr algn="ctr"/>
            <a:r>
              <a:rPr lang="en-US" sz="2000" b="1" dirty="0">
                <a:solidFill>
                  <a:schemeClr val="bg1"/>
                </a:solidFill>
              </a:rPr>
              <a:t>Simulation</a:t>
            </a:r>
          </a:p>
        </p:txBody>
      </p:sp>
      <p:cxnSp>
        <p:nvCxnSpPr>
          <p:cNvPr id="5" name="Straight Arrow Connector 4"/>
          <p:cNvCxnSpPr/>
          <p:nvPr/>
        </p:nvCxnSpPr>
        <p:spPr bwMode="auto">
          <a:xfrm flipV="1">
            <a:off x="5569602" y="2916000"/>
            <a:ext cx="0" cy="760412"/>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12" name="Straight Arrow Connector 11"/>
          <p:cNvCxnSpPr>
            <a:stCxn id="18" idx="1"/>
          </p:cNvCxnSpPr>
          <p:nvPr/>
        </p:nvCxnSpPr>
        <p:spPr bwMode="auto">
          <a:xfrm flipH="1">
            <a:off x="2495550" y="2541386"/>
            <a:ext cx="2376000" cy="0"/>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sp>
        <p:nvSpPr>
          <p:cNvPr id="20" name="Slide Number Placeholder 3"/>
          <p:cNvSpPr>
            <a:spLocks noGrp="1"/>
          </p:cNvSpPr>
          <p:nvPr>
            <p:ph type="sldNum" sz="quarter" idx="4"/>
          </p:nvPr>
        </p:nvSpPr>
        <p:spPr>
          <a:xfrm>
            <a:off x="3505907" y="6322681"/>
            <a:ext cx="2133600" cy="365125"/>
          </a:xfrm>
        </p:spPr>
        <p:txBody>
          <a:bodyPr/>
          <a:lstStyle/>
          <a:p>
            <a:fld id="{678EF7AC-325E-49D0-8897-E637594B55B4}" type="slidenum">
              <a:rPr lang="de-DE" smtClean="0"/>
              <a:pPr/>
              <a:t>12</a:t>
            </a:fld>
            <a:endParaRPr lang="de-DE" dirty="0"/>
          </a:p>
        </p:txBody>
      </p:sp>
      <p:sp>
        <p:nvSpPr>
          <p:cNvPr id="2" name="Oval 1"/>
          <p:cNvSpPr/>
          <p:nvPr/>
        </p:nvSpPr>
        <p:spPr>
          <a:xfrm>
            <a:off x="764525" y="1601411"/>
            <a:ext cx="2132186" cy="1675290"/>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rgbClr val="FF0000"/>
              </a:solidFill>
            </a:endParaRPr>
          </a:p>
        </p:txBody>
      </p:sp>
      <p:sp>
        <p:nvSpPr>
          <p:cNvPr id="3" name="TextBox 2"/>
          <p:cNvSpPr txBox="1"/>
          <p:nvPr/>
        </p:nvSpPr>
        <p:spPr>
          <a:xfrm>
            <a:off x="2434765" y="1558018"/>
            <a:ext cx="2436785" cy="369332"/>
          </a:xfrm>
          <a:prstGeom prst="rect">
            <a:avLst/>
          </a:prstGeom>
          <a:noFill/>
        </p:spPr>
        <p:txBody>
          <a:bodyPr wrap="square" rtlCol="0">
            <a:spAutoFit/>
          </a:bodyPr>
          <a:lstStyle/>
          <a:p>
            <a:r>
              <a:rPr lang="en-GB" dirty="0"/>
              <a:t>Multiple Design Entries</a:t>
            </a:r>
          </a:p>
        </p:txBody>
      </p:sp>
      <p:sp>
        <p:nvSpPr>
          <p:cNvPr id="23" name="TextBox 22"/>
          <p:cNvSpPr txBox="1"/>
          <p:nvPr/>
        </p:nvSpPr>
        <p:spPr>
          <a:xfrm>
            <a:off x="5561870" y="1763258"/>
            <a:ext cx="2817605" cy="369332"/>
          </a:xfrm>
          <a:prstGeom prst="rect">
            <a:avLst/>
          </a:prstGeom>
          <a:noFill/>
        </p:spPr>
        <p:txBody>
          <a:bodyPr wrap="square" rtlCol="0">
            <a:spAutoFit/>
          </a:bodyPr>
          <a:lstStyle/>
          <a:p>
            <a:r>
              <a:rPr lang="en-GB" dirty="0" err="1"/>
              <a:t>ModelSim</a:t>
            </a:r>
            <a:r>
              <a:rPr lang="en-GB" dirty="0"/>
              <a:t> - Altera Edition</a:t>
            </a:r>
          </a:p>
        </p:txBody>
      </p:sp>
      <p:sp>
        <p:nvSpPr>
          <p:cNvPr id="4" name="Rectangle 3"/>
          <p:cNvSpPr/>
          <p:nvPr/>
        </p:nvSpPr>
        <p:spPr>
          <a:xfrm>
            <a:off x="2495550" y="5562909"/>
            <a:ext cx="2590774" cy="369332"/>
          </a:xfrm>
          <a:prstGeom prst="rect">
            <a:avLst/>
          </a:prstGeom>
        </p:spPr>
        <p:txBody>
          <a:bodyPr wrap="none">
            <a:spAutoFit/>
          </a:bodyPr>
          <a:lstStyle/>
          <a:p>
            <a:pPr lvl="1"/>
            <a:r>
              <a:rPr lang="en-CA" dirty="0"/>
              <a:t>Device Programming</a:t>
            </a:r>
          </a:p>
        </p:txBody>
      </p:sp>
    </p:spTree>
    <p:extLst>
      <p:ext uri="{BB962C8B-B14F-4D97-AF65-F5344CB8AC3E}">
        <p14:creationId xmlns:p14="http://schemas.microsoft.com/office/powerpoint/2010/main" val="104748785"/>
      </p:ext>
    </p:extLst>
  </p:cSld>
  <p:clrMapOvr>
    <a:masterClrMapping/>
  </p:clrMapOvr>
  <mc:AlternateContent xmlns:mc="http://schemas.openxmlformats.org/markup-compatibility/2006" xmlns:p14="http://schemas.microsoft.com/office/powerpoint/2010/main">
    <mc:Choice Requires="p14">
      <p:transition spd="slow" p14:dur="2000" advTm="47473"/>
    </mc:Choice>
    <mc:Fallback xmlns="">
      <p:transition spd="slow" advTm="47473"/>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loud Callout 2"/>
          <p:cNvSpPr/>
          <p:nvPr/>
        </p:nvSpPr>
        <p:spPr>
          <a:xfrm>
            <a:off x="3810505" y="1825277"/>
            <a:ext cx="1044000" cy="897689"/>
          </a:xfrm>
          <a:prstGeom prst="cloudCallout">
            <a:avLst/>
          </a:prstGeom>
          <a:solidFill>
            <a:schemeClr val="bg1"/>
          </a:solidFill>
          <a:ln>
            <a:solidFill>
              <a:srgbClr val="1259A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3074" name="Picture 2" descr="C:\Backup\Lancaster University\Teaching\ENGR228_Digital Electronic\A Montazeri_ENGR228\Pics\9.jp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022750" y="2020041"/>
            <a:ext cx="576000" cy="590628"/>
          </a:xfrm>
          <a:prstGeom prst="rect">
            <a:avLst/>
          </a:prstGeom>
          <a:noFill/>
          <a:extLst>
            <a:ext uri="{909E8E84-426E-40DD-AFC4-6F175D3DCCD1}">
              <a14:hiddenFill xmlns:a14="http://schemas.microsoft.com/office/drawing/2010/main">
                <a:solidFill>
                  <a:srgbClr val="FFFFFF"/>
                </a:solidFill>
              </a14:hiddenFill>
            </a:ext>
          </a:extLst>
        </p:spPr>
      </p:pic>
      <p:sp>
        <p:nvSpPr>
          <p:cNvPr id="101379" name="Text Box 4"/>
          <p:cNvSpPr txBox="1">
            <a:spLocks noChangeAspect="1" noChangeArrowheads="1"/>
          </p:cNvSpPr>
          <p:nvPr/>
        </p:nvSpPr>
        <p:spPr bwMode="auto">
          <a:xfrm>
            <a:off x="4801105" y="4190495"/>
            <a:ext cx="3121473" cy="181588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a:defRPr kumimoji="1" sz="1600">
                <a:solidFill>
                  <a:schemeClr val="tx1"/>
                </a:solidFill>
                <a:latin typeface="Arial" charset="0"/>
                <a:ea typeface="ＭＳ Ｐゴシック" charset="0"/>
                <a:cs typeface="ＭＳ Ｐゴシック" charset="0"/>
              </a:defRPr>
            </a:lvl1pPr>
            <a:lvl2pPr marL="742950" indent="-285750">
              <a:defRPr kumimoji="1" sz="1600">
                <a:solidFill>
                  <a:schemeClr val="tx1"/>
                </a:solidFill>
                <a:latin typeface="Arial" charset="0"/>
                <a:ea typeface="ＭＳ Ｐゴシック" charset="0"/>
              </a:defRPr>
            </a:lvl2pPr>
            <a:lvl3pPr marL="1143000" indent="-228600">
              <a:defRPr kumimoji="1" sz="1600">
                <a:solidFill>
                  <a:schemeClr val="tx1"/>
                </a:solidFill>
                <a:latin typeface="Arial" charset="0"/>
                <a:ea typeface="ＭＳ Ｐゴシック" charset="0"/>
              </a:defRPr>
            </a:lvl3pPr>
            <a:lvl4pPr marL="1600200" indent="-228600">
              <a:defRPr kumimoji="1" sz="1600">
                <a:solidFill>
                  <a:schemeClr val="tx1"/>
                </a:solidFill>
                <a:latin typeface="Arial" charset="0"/>
                <a:ea typeface="ＭＳ Ｐゴシック" charset="0"/>
              </a:defRPr>
            </a:lvl4pPr>
            <a:lvl5pPr marL="2057400" indent="-228600">
              <a:defRPr kumimoji="1" sz="1600">
                <a:solidFill>
                  <a:schemeClr val="tx1"/>
                </a:solidFill>
                <a:latin typeface="Arial" charset="0"/>
                <a:ea typeface="ＭＳ Ｐゴシック" charset="0"/>
              </a:defRPr>
            </a:lvl5pPr>
            <a:lvl6pPr marL="2514600" indent="-228600" eaLnBrk="0" fontAlgn="base" hangingPunct="0">
              <a:spcBef>
                <a:spcPct val="20000"/>
              </a:spcBef>
              <a:spcAft>
                <a:spcPct val="0"/>
              </a:spcAft>
              <a:buClr>
                <a:srgbClr val="000000"/>
              </a:buClr>
              <a:defRPr kumimoji="1" sz="1600">
                <a:solidFill>
                  <a:schemeClr val="tx1"/>
                </a:solidFill>
                <a:latin typeface="Arial" charset="0"/>
                <a:ea typeface="ＭＳ Ｐゴシック" charset="0"/>
              </a:defRPr>
            </a:lvl6pPr>
            <a:lvl7pPr marL="2971800" indent="-228600" eaLnBrk="0" fontAlgn="base" hangingPunct="0">
              <a:spcBef>
                <a:spcPct val="20000"/>
              </a:spcBef>
              <a:spcAft>
                <a:spcPct val="0"/>
              </a:spcAft>
              <a:buClr>
                <a:srgbClr val="000000"/>
              </a:buClr>
              <a:defRPr kumimoji="1" sz="1600">
                <a:solidFill>
                  <a:schemeClr val="tx1"/>
                </a:solidFill>
                <a:latin typeface="Arial" charset="0"/>
                <a:ea typeface="ＭＳ Ｐゴシック" charset="0"/>
              </a:defRPr>
            </a:lvl7pPr>
            <a:lvl8pPr marL="3429000" indent="-228600" eaLnBrk="0" fontAlgn="base" hangingPunct="0">
              <a:spcBef>
                <a:spcPct val="20000"/>
              </a:spcBef>
              <a:spcAft>
                <a:spcPct val="0"/>
              </a:spcAft>
              <a:buClr>
                <a:srgbClr val="000000"/>
              </a:buClr>
              <a:defRPr kumimoji="1" sz="1600">
                <a:solidFill>
                  <a:schemeClr val="tx1"/>
                </a:solidFill>
                <a:latin typeface="Arial" charset="0"/>
                <a:ea typeface="ＭＳ Ｐゴシック" charset="0"/>
              </a:defRPr>
            </a:lvl8pPr>
            <a:lvl9pPr marL="3886200" indent="-228600" eaLnBrk="0" fontAlgn="base" hangingPunct="0">
              <a:spcBef>
                <a:spcPct val="20000"/>
              </a:spcBef>
              <a:spcAft>
                <a:spcPct val="0"/>
              </a:spcAft>
              <a:buClr>
                <a:srgbClr val="000000"/>
              </a:buClr>
              <a:defRPr kumimoji="1" sz="1600">
                <a:solidFill>
                  <a:schemeClr val="tx1"/>
                </a:solidFill>
                <a:latin typeface="Arial" charset="0"/>
                <a:ea typeface="ＭＳ Ｐゴシック" charset="0"/>
              </a:defRPr>
            </a:lvl9pPr>
          </a:lstStyle>
          <a:p>
            <a:pPr eaLnBrk="1" hangingPunct="1">
              <a:spcBef>
                <a:spcPct val="0"/>
              </a:spcBef>
              <a:buClrTx/>
            </a:pPr>
            <a:r>
              <a:rPr kumimoji="0" lang="en-US" sz="800" dirty="0">
                <a:solidFill>
                  <a:srgbClr val="3333FF"/>
                </a:solidFill>
                <a:latin typeface="Times New Roman" charset="0"/>
              </a:rPr>
              <a:t>Library</a:t>
            </a:r>
            <a:r>
              <a:rPr kumimoji="0" lang="en-US" sz="800" dirty="0">
                <a:solidFill>
                  <a:srgbClr val="000000"/>
                </a:solidFill>
                <a:latin typeface="Times New Roman" charset="0"/>
              </a:rPr>
              <a:t> IEEE;</a:t>
            </a:r>
          </a:p>
          <a:p>
            <a:pPr eaLnBrk="1" hangingPunct="1">
              <a:spcBef>
                <a:spcPct val="0"/>
              </a:spcBef>
              <a:buClrTx/>
            </a:pPr>
            <a:r>
              <a:rPr kumimoji="0" lang="en-US" sz="800" dirty="0">
                <a:solidFill>
                  <a:srgbClr val="3333FF"/>
                </a:solidFill>
                <a:latin typeface="Times New Roman" charset="0"/>
              </a:rPr>
              <a:t>use</a:t>
            </a:r>
            <a:r>
              <a:rPr kumimoji="0" lang="en-US" sz="800" dirty="0">
                <a:solidFill>
                  <a:srgbClr val="000000"/>
                </a:solidFill>
                <a:latin typeface="Times New Roman" charset="0"/>
              </a:rPr>
              <a:t> ieee.std_logic_1164.</a:t>
            </a:r>
            <a:r>
              <a:rPr kumimoji="0" lang="en-US" sz="800" dirty="0">
                <a:solidFill>
                  <a:srgbClr val="3333FF"/>
                </a:solidFill>
                <a:latin typeface="Times New Roman" charset="0"/>
              </a:rPr>
              <a:t>all</a:t>
            </a:r>
            <a:r>
              <a:rPr kumimoji="0" lang="en-US" sz="800" dirty="0">
                <a:solidFill>
                  <a:srgbClr val="000000"/>
                </a:solidFill>
                <a:latin typeface="Times New Roman" charset="0"/>
              </a:rPr>
              <a:t>;</a:t>
            </a:r>
          </a:p>
          <a:p>
            <a:pPr eaLnBrk="1" hangingPunct="1">
              <a:spcBef>
                <a:spcPct val="0"/>
              </a:spcBef>
              <a:buClrTx/>
            </a:pPr>
            <a:r>
              <a:rPr kumimoji="0" lang="en-US" sz="800" dirty="0">
                <a:solidFill>
                  <a:srgbClr val="3333FF"/>
                </a:solidFill>
                <a:latin typeface="Times New Roman" charset="0"/>
              </a:rPr>
              <a:t>use</a:t>
            </a:r>
            <a:r>
              <a:rPr kumimoji="0" lang="en-US" sz="800" dirty="0">
                <a:solidFill>
                  <a:srgbClr val="000000"/>
                </a:solidFill>
                <a:latin typeface="Times New Roman" charset="0"/>
              </a:rPr>
              <a:t> </a:t>
            </a:r>
            <a:r>
              <a:rPr kumimoji="0" lang="en-US" sz="800" dirty="0" err="1">
                <a:solidFill>
                  <a:srgbClr val="000000"/>
                </a:solidFill>
                <a:latin typeface="Times New Roman" charset="0"/>
              </a:rPr>
              <a:t>ieee.std_logic_unsigned.</a:t>
            </a:r>
            <a:r>
              <a:rPr kumimoji="0" lang="en-US" sz="800" dirty="0" err="1">
                <a:solidFill>
                  <a:srgbClr val="3333FF"/>
                </a:solidFill>
                <a:latin typeface="Times New Roman" charset="0"/>
              </a:rPr>
              <a:t>all</a:t>
            </a:r>
            <a:r>
              <a:rPr kumimoji="0" lang="en-US" sz="800" dirty="0">
                <a:solidFill>
                  <a:srgbClr val="000000"/>
                </a:solidFill>
                <a:latin typeface="Times New Roman" charset="0"/>
              </a:rPr>
              <a:t>;</a:t>
            </a:r>
          </a:p>
          <a:p>
            <a:pPr eaLnBrk="1" hangingPunct="1">
              <a:spcBef>
                <a:spcPct val="0"/>
              </a:spcBef>
              <a:buClrTx/>
            </a:pPr>
            <a:endParaRPr kumimoji="0" lang="en-US" sz="800" dirty="0">
              <a:solidFill>
                <a:srgbClr val="000000"/>
              </a:solidFill>
              <a:latin typeface="Times New Roman" charset="0"/>
            </a:endParaRPr>
          </a:p>
          <a:p>
            <a:pPr eaLnBrk="1" hangingPunct="1">
              <a:spcBef>
                <a:spcPct val="0"/>
              </a:spcBef>
              <a:buClrTx/>
            </a:pPr>
            <a:r>
              <a:rPr kumimoji="0" lang="en-US" sz="800" dirty="0">
                <a:solidFill>
                  <a:srgbClr val="3333FF"/>
                </a:solidFill>
                <a:latin typeface="Times New Roman" charset="0"/>
              </a:rPr>
              <a:t>entity</a:t>
            </a:r>
            <a:r>
              <a:rPr kumimoji="0" lang="en-US" sz="800" dirty="0">
                <a:solidFill>
                  <a:srgbClr val="000000"/>
                </a:solidFill>
                <a:latin typeface="Times New Roman" charset="0"/>
              </a:rPr>
              <a:t> RC5_core </a:t>
            </a:r>
            <a:r>
              <a:rPr kumimoji="0" lang="en-US" sz="800" dirty="0">
                <a:solidFill>
                  <a:srgbClr val="3333FF"/>
                </a:solidFill>
                <a:latin typeface="Times New Roman" charset="0"/>
              </a:rPr>
              <a:t>is</a:t>
            </a:r>
          </a:p>
          <a:p>
            <a:pPr eaLnBrk="1" hangingPunct="1">
              <a:spcBef>
                <a:spcPct val="0"/>
              </a:spcBef>
              <a:buClrTx/>
            </a:pPr>
            <a:r>
              <a:rPr kumimoji="0" lang="en-US" sz="800" dirty="0">
                <a:solidFill>
                  <a:srgbClr val="000000"/>
                </a:solidFill>
                <a:latin typeface="Times New Roman" charset="0"/>
              </a:rPr>
              <a:t>           </a:t>
            </a:r>
            <a:r>
              <a:rPr kumimoji="0" lang="en-US" sz="800" dirty="0">
                <a:solidFill>
                  <a:srgbClr val="3333FF"/>
                </a:solidFill>
                <a:latin typeface="Times New Roman" charset="0"/>
              </a:rPr>
              <a:t>port</a:t>
            </a:r>
            <a:r>
              <a:rPr kumimoji="0" lang="en-US" sz="800" dirty="0">
                <a:solidFill>
                  <a:srgbClr val="000000"/>
                </a:solidFill>
                <a:latin typeface="Times New Roman" charset="0"/>
              </a:rPr>
              <a:t>(</a:t>
            </a:r>
          </a:p>
          <a:p>
            <a:pPr eaLnBrk="1" hangingPunct="1">
              <a:spcBef>
                <a:spcPct val="0"/>
              </a:spcBef>
              <a:buClrTx/>
            </a:pPr>
            <a:r>
              <a:rPr kumimoji="0" lang="en-US" sz="800" dirty="0">
                <a:solidFill>
                  <a:srgbClr val="000000"/>
                </a:solidFill>
                <a:latin typeface="Times New Roman" charset="0"/>
              </a:rPr>
              <a:t>                 clock, reset, </a:t>
            </a:r>
            <a:r>
              <a:rPr kumimoji="0" lang="en-US" sz="800" dirty="0" err="1">
                <a:solidFill>
                  <a:srgbClr val="000000"/>
                </a:solidFill>
                <a:latin typeface="Times New Roman" charset="0"/>
              </a:rPr>
              <a:t>encr_decr</a:t>
            </a:r>
            <a:r>
              <a:rPr kumimoji="0" lang="en-US" sz="800" dirty="0">
                <a:solidFill>
                  <a:srgbClr val="000000"/>
                </a:solidFill>
                <a:latin typeface="Times New Roman" charset="0"/>
              </a:rPr>
              <a:t>: </a:t>
            </a:r>
            <a:r>
              <a:rPr kumimoji="0" lang="en-US" sz="800" dirty="0">
                <a:solidFill>
                  <a:srgbClr val="3333FF"/>
                </a:solidFill>
                <a:latin typeface="Times New Roman" charset="0"/>
              </a:rPr>
              <a:t>in</a:t>
            </a:r>
            <a:r>
              <a:rPr kumimoji="0" lang="en-US" sz="800" dirty="0">
                <a:solidFill>
                  <a:srgbClr val="000000"/>
                </a:solidFill>
                <a:latin typeface="Times New Roman" charset="0"/>
              </a:rPr>
              <a:t> </a:t>
            </a:r>
            <a:r>
              <a:rPr kumimoji="0" lang="en-US" sz="800" dirty="0" err="1">
                <a:solidFill>
                  <a:srgbClr val="000000"/>
                </a:solidFill>
                <a:latin typeface="Times New Roman" charset="0"/>
              </a:rPr>
              <a:t>std_logic</a:t>
            </a:r>
            <a:r>
              <a:rPr kumimoji="0" lang="en-US" sz="800" dirty="0">
                <a:solidFill>
                  <a:srgbClr val="000000"/>
                </a:solidFill>
                <a:latin typeface="Times New Roman" charset="0"/>
              </a:rPr>
              <a:t>;</a:t>
            </a:r>
          </a:p>
          <a:p>
            <a:pPr eaLnBrk="1" hangingPunct="1">
              <a:spcBef>
                <a:spcPct val="0"/>
              </a:spcBef>
              <a:buClrTx/>
            </a:pPr>
            <a:r>
              <a:rPr kumimoji="0" lang="en-US" sz="800" dirty="0">
                <a:solidFill>
                  <a:srgbClr val="000000"/>
                </a:solidFill>
                <a:latin typeface="Times New Roman" charset="0"/>
              </a:rPr>
              <a:t>                 </a:t>
            </a:r>
            <a:r>
              <a:rPr kumimoji="0" lang="en-US" sz="800" dirty="0" err="1">
                <a:solidFill>
                  <a:srgbClr val="000000"/>
                </a:solidFill>
                <a:latin typeface="Times New Roman" charset="0"/>
              </a:rPr>
              <a:t>data_input</a:t>
            </a:r>
            <a:r>
              <a:rPr kumimoji="0" lang="en-US" sz="800" dirty="0">
                <a:solidFill>
                  <a:srgbClr val="000000"/>
                </a:solidFill>
                <a:latin typeface="Times New Roman" charset="0"/>
              </a:rPr>
              <a:t>: </a:t>
            </a:r>
            <a:r>
              <a:rPr kumimoji="0" lang="en-US" sz="800" dirty="0">
                <a:solidFill>
                  <a:srgbClr val="3333FF"/>
                </a:solidFill>
                <a:latin typeface="Times New Roman" charset="0"/>
              </a:rPr>
              <a:t>in</a:t>
            </a:r>
            <a:r>
              <a:rPr kumimoji="0" lang="en-US" sz="800" dirty="0">
                <a:solidFill>
                  <a:srgbClr val="000000"/>
                </a:solidFill>
                <a:latin typeface="Times New Roman" charset="0"/>
              </a:rPr>
              <a:t> </a:t>
            </a:r>
            <a:r>
              <a:rPr kumimoji="0" lang="en-US" sz="800" dirty="0" err="1">
                <a:solidFill>
                  <a:srgbClr val="000000"/>
                </a:solidFill>
                <a:latin typeface="Times New Roman" charset="0"/>
              </a:rPr>
              <a:t>std_logic_vector</a:t>
            </a:r>
            <a:r>
              <a:rPr kumimoji="0" lang="en-US" sz="800" dirty="0">
                <a:solidFill>
                  <a:srgbClr val="000000"/>
                </a:solidFill>
                <a:latin typeface="Times New Roman" charset="0"/>
              </a:rPr>
              <a:t>(</a:t>
            </a:r>
            <a:r>
              <a:rPr kumimoji="0" lang="en-US" sz="800" dirty="0">
                <a:solidFill>
                  <a:srgbClr val="B2B2B2"/>
                </a:solidFill>
                <a:latin typeface="Times New Roman" charset="0"/>
              </a:rPr>
              <a:t>31</a:t>
            </a:r>
            <a:r>
              <a:rPr kumimoji="0" lang="en-US" sz="800" dirty="0">
                <a:solidFill>
                  <a:srgbClr val="000000"/>
                </a:solidFill>
                <a:latin typeface="Times New Roman" charset="0"/>
              </a:rPr>
              <a:t> </a:t>
            </a:r>
            <a:r>
              <a:rPr kumimoji="0" lang="en-US" sz="800" dirty="0" err="1">
                <a:solidFill>
                  <a:srgbClr val="3333FF"/>
                </a:solidFill>
                <a:latin typeface="Times New Roman" charset="0"/>
              </a:rPr>
              <a:t>downto</a:t>
            </a:r>
            <a:r>
              <a:rPr kumimoji="0" lang="en-US" sz="800" dirty="0">
                <a:solidFill>
                  <a:srgbClr val="000000"/>
                </a:solidFill>
                <a:latin typeface="Times New Roman" charset="0"/>
              </a:rPr>
              <a:t> </a:t>
            </a:r>
            <a:r>
              <a:rPr kumimoji="0" lang="en-US" sz="800" dirty="0">
                <a:solidFill>
                  <a:srgbClr val="B2B2B2"/>
                </a:solidFill>
                <a:latin typeface="Times New Roman" charset="0"/>
              </a:rPr>
              <a:t>0</a:t>
            </a:r>
            <a:r>
              <a:rPr kumimoji="0" lang="en-US" sz="800" dirty="0">
                <a:solidFill>
                  <a:srgbClr val="000000"/>
                </a:solidFill>
                <a:latin typeface="Times New Roman" charset="0"/>
              </a:rPr>
              <a:t>);</a:t>
            </a:r>
          </a:p>
          <a:p>
            <a:pPr eaLnBrk="1" hangingPunct="1">
              <a:spcBef>
                <a:spcPct val="0"/>
              </a:spcBef>
              <a:buClrTx/>
            </a:pPr>
            <a:r>
              <a:rPr kumimoji="0" lang="en-US" sz="800" dirty="0">
                <a:solidFill>
                  <a:srgbClr val="000000"/>
                </a:solidFill>
                <a:latin typeface="Times New Roman" charset="0"/>
              </a:rPr>
              <a:t>                 </a:t>
            </a:r>
            <a:r>
              <a:rPr kumimoji="0" lang="en-US" sz="800" dirty="0" err="1">
                <a:solidFill>
                  <a:srgbClr val="000000"/>
                </a:solidFill>
                <a:latin typeface="Times New Roman" charset="0"/>
              </a:rPr>
              <a:t>data_output</a:t>
            </a:r>
            <a:r>
              <a:rPr kumimoji="0" lang="en-US" sz="800" dirty="0">
                <a:solidFill>
                  <a:srgbClr val="000000"/>
                </a:solidFill>
                <a:latin typeface="Times New Roman" charset="0"/>
              </a:rPr>
              <a:t>: </a:t>
            </a:r>
            <a:r>
              <a:rPr kumimoji="0" lang="en-US" sz="800" dirty="0">
                <a:solidFill>
                  <a:srgbClr val="3333FF"/>
                </a:solidFill>
                <a:latin typeface="Times New Roman" charset="0"/>
              </a:rPr>
              <a:t>out</a:t>
            </a:r>
            <a:r>
              <a:rPr kumimoji="0" lang="en-US" sz="800" dirty="0">
                <a:solidFill>
                  <a:srgbClr val="000000"/>
                </a:solidFill>
                <a:latin typeface="Times New Roman" charset="0"/>
              </a:rPr>
              <a:t> </a:t>
            </a:r>
            <a:r>
              <a:rPr kumimoji="0" lang="en-US" sz="800" dirty="0" err="1">
                <a:solidFill>
                  <a:srgbClr val="000000"/>
                </a:solidFill>
                <a:latin typeface="Times New Roman" charset="0"/>
              </a:rPr>
              <a:t>std_logic_vector</a:t>
            </a:r>
            <a:r>
              <a:rPr kumimoji="0" lang="en-US" sz="800" dirty="0">
                <a:solidFill>
                  <a:srgbClr val="000000"/>
                </a:solidFill>
                <a:latin typeface="Times New Roman" charset="0"/>
              </a:rPr>
              <a:t>(</a:t>
            </a:r>
            <a:r>
              <a:rPr kumimoji="0" lang="en-US" sz="800" dirty="0">
                <a:solidFill>
                  <a:srgbClr val="B2B2B2"/>
                </a:solidFill>
                <a:latin typeface="Times New Roman" charset="0"/>
              </a:rPr>
              <a:t>31</a:t>
            </a:r>
            <a:r>
              <a:rPr kumimoji="0" lang="en-US" sz="800" dirty="0">
                <a:solidFill>
                  <a:srgbClr val="000000"/>
                </a:solidFill>
                <a:latin typeface="Times New Roman" charset="0"/>
              </a:rPr>
              <a:t> </a:t>
            </a:r>
            <a:r>
              <a:rPr kumimoji="0" lang="en-US" sz="800" dirty="0" err="1">
                <a:solidFill>
                  <a:srgbClr val="3333FF"/>
                </a:solidFill>
                <a:latin typeface="Times New Roman" charset="0"/>
              </a:rPr>
              <a:t>downto</a:t>
            </a:r>
            <a:r>
              <a:rPr kumimoji="0" lang="en-US" sz="800" dirty="0">
                <a:solidFill>
                  <a:srgbClr val="000000"/>
                </a:solidFill>
                <a:latin typeface="Times New Roman" charset="0"/>
              </a:rPr>
              <a:t> </a:t>
            </a:r>
            <a:r>
              <a:rPr kumimoji="0" lang="en-US" sz="800" dirty="0">
                <a:solidFill>
                  <a:srgbClr val="B2B2B2"/>
                </a:solidFill>
                <a:latin typeface="Times New Roman" charset="0"/>
              </a:rPr>
              <a:t>0</a:t>
            </a:r>
            <a:r>
              <a:rPr kumimoji="0" lang="en-US" sz="800" dirty="0">
                <a:solidFill>
                  <a:srgbClr val="000000"/>
                </a:solidFill>
                <a:latin typeface="Times New Roman" charset="0"/>
              </a:rPr>
              <a:t>);</a:t>
            </a:r>
          </a:p>
          <a:p>
            <a:pPr eaLnBrk="1" hangingPunct="1">
              <a:spcBef>
                <a:spcPct val="0"/>
              </a:spcBef>
              <a:buClrTx/>
            </a:pPr>
            <a:r>
              <a:rPr kumimoji="0" lang="en-US" sz="800" dirty="0">
                <a:solidFill>
                  <a:srgbClr val="000000"/>
                </a:solidFill>
                <a:latin typeface="Times New Roman" charset="0"/>
              </a:rPr>
              <a:t>                 </a:t>
            </a:r>
            <a:r>
              <a:rPr kumimoji="0" lang="en-US" sz="800" dirty="0" err="1">
                <a:solidFill>
                  <a:srgbClr val="000000"/>
                </a:solidFill>
                <a:latin typeface="Times New Roman" charset="0"/>
              </a:rPr>
              <a:t>out_full</a:t>
            </a:r>
            <a:r>
              <a:rPr kumimoji="0" lang="en-US" sz="800" dirty="0">
                <a:solidFill>
                  <a:srgbClr val="000000"/>
                </a:solidFill>
                <a:latin typeface="Times New Roman" charset="0"/>
              </a:rPr>
              <a:t>: </a:t>
            </a:r>
            <a:r>
              <a:rPr kumimoji="0" lang="en-US" sz="800" dirty="0">
                <a:solidFill>
                  <a:srgbClr val="3333FF"/>
                </a:solidFill>
                <a:latin typeface="Times New Roman" charset="0"/>
              </a:rPr>
              <a:t>in</a:t>
            </a:r>
            <a:r>
              <a:rPr kumimoji="0" lang="en-US" sz="800" dirty="0">
                <a:solidFill>
                  <a:srgbClr val="000000"/>
                </a:solidFill>
                <a:latin typeface="Times New Roman" charset="0"/>
              </a:rPr>
              <a:t> </a:t>
            </a:r>
            <a:r>
              <a:rPr kumimoji="0" lang="en-US" sz="800" dirty="0" err="1">
                <a:solidFill>
                  <a:srgbClr val="000000"/>
                </a:solidFill>
                <a:latin typeface="Times New Roman" charset="0"/>
              </a:rPr>
              <a:t>std_logic</a:t>
            </a:r>
            <a:r>
              <a:rPr kumimoji="0" lang="en-US" sz="800" dirty="0">
                <a:solidFill>
                  <a:srgbClr val="000000"/>
                </a:solidFill>
                <a:latin typeface="Times New Roman" charset="0"/>
              </a:rPr>
              <a:t>;</a:t>
            </a:r>
          </a:p>
          <a:p>
            <a:pPr eaLnBrk="1" hangingPunct="1">
              <a:spcBef>
                <a:spcPct val="0"/>
              </a:spcBef>
              <a:buClrTx/>
            </a:pPr>
            <a:r>
              <a:rPr kumimoji="0" lang="en-US" sz="800" dirty="0">
                <a:solidFill>
                  <a:srgbClr val="000000"/>
                </a:solidFill>
                <a:latin typeface="Times New Roman" charset="0"/>
              </a:rPr>
              <a:t>                 </a:t>
            </a:r>
            <a:r>
              <a:rPr kumimoji="0" lang="en-US" sz="800" dirty="0" err="1">
                <a:solidFill>
                  <a:srgbClr val="000000"/>
                </a:solidFill>
                <a:latin typeface="Times New Roman" charset="0"/>
              </a:rPr>
              <a:t>key_input</a:t>
            </a:r>
            <a:r>
              <a:rPr kumimoji="0" lang="en-US" sz="800" dirty="0">
                <a:solidFill>
                  <a:srgbClr val="000000"/>
                </a:solidFill>
                <a:latin typeface="Times New Roman" charset="0"/>
              </a:rPr>
              <a:t>: </a:t>
            </a:r>
            <a:r>
              <a:rPr kumimoji="0" lang="en-US" sz="800" dirty="0">
                <a:solidFill>
                  <a:srgbClr val="3333FF"/>
                </a:solidFill>
                <a:latin typeface="Times New Roman" charset="0"/>
              </a:rPr>
              <a:t>in</a:t>
            </a:r>
            <a:r>
              <a:rPr kumimoji="0" lang="en-US" sz="800" dirty="0">
                <a:solidFill>
                  <a:srgbClr val="000000"/>
                </a:solidFill>
                <a:latin typeface="Times New Roman" charset="0"/>
              </a:rPr>
              <a:t> </a:t>
            </a:r>
            <a:r>
              <a:rPr kumimoji="0" lang="en-US" sz="800" dirty="0" err="1">
                <a:solidFill>
                  <a:srgbClr val="000000"/>
                </a:solidFill>
                <a:latin typeface="Times New Roman" charset="0"/>
              </a:rPr>
              <a:t>std_logic_vector</a:t>
            </a:r>
            <a:r>
              <a:rPr kumimoji="0" lang="en-US" sz="800" dirty="0">
                <a:solidFill>
                  <a:srgbClr val="000000"/>
                </a:solidFill>
                <a:latin typeface="Times New Roman" charset="0"/>
              </a:rPr>
              <a:t>(</a:t>
            </a:r>
            <a:r>
              <a:rPr kumimoji="0" lang="en-US" sz="800" dirty="0">
                <a:solidFill>
                  <a:srgbClr val="B2B2B2"/>
                </a:solidFill>
                <a:latin typeface="Times New Roman" charset="0"/>
              </a:rPr>
              <a:t>31</a:t>
            </a:r>
            <a:r>
              <a:rPr kumimoji="0" lang="en-US" sz="800" dirty="0">
                <a:solidFill>
                  <a:srgbClr val="000000"/>
                </a:solidFill>
                <a:latin typeface="Times New Roman" charset="0"/>
              </a:rPr>
              <a:t> </a:t>
            </a:r>
            <a:r>
              <a:rPr kumimoji="0" lang="en-US" sz="800" dirty="0" err="1">
                <a:solidFill>
                  <a:srgbClr val="3333FF"/>
                </a:solidFill>
                <a:latin typeface="Times New Roman" charset="0"/>
              </a:rPr>
              <a:t>downto</a:t>
            </a:r>
            <a:r>
              <a:rPr kumimoji="0" lang="en-US" sz="800" dirty="0">
                <a:solidFill>
                  <a:srgbClr val="000000"/>
                </a:solidFill>
                <a:latin typeface="Times New Roman" charset="0"/>
              </a:rPr>
              <a:t> </a:t>
            </a:r>
            <a:r>
              <a:rPr kumimoji="0" lang="en-US" sz="800" dirty="0">
                <a:solidFill>
                  <a:srgbClr val="B2B2B2"/>
                </a:solidFill>
                <a:latin typeface="Times New Roman" charset="0"/>
              </a:rPr>
              <a:t>0</a:t>
            </a:r>
            <a:r>
              <a:rPr kumimoji="0" lang="en-US" sz="800" dirty="0">
                <a:solidFill>
                  <a:srgbClr val="000000"/>
                </a:solidFill>
                <a:latin typeface="Times New Roman" charset="0"/>
              </a:rPr>
              <a:t>);</a:t>
            </a:r>
          </a:p>
          <a:p>
            <a:pPr eaLnBrk="1" hangingPunct="1">
              <a:spcBef>
                <a:spcPct val="0"/>
              </a:spcBef>
              <a:buClrTx/>
            </a:pPr>
            <a:r>
              <a:rPr kumimoji="0" lang="en-US" sz="800" dirty="0">
                <a:solidFill>
                  <a:srgbClr val="000000"/>
                </a:solidFill>
                <a:latin typeface="Times New Roman" charset="0"/>
              </a:rPr>
              <a:t>                 </a:t>
            </a:r>
            <a:r>
              <a:rPr kumimoji="0" lang="en-US" sz="800" dirty="0" err="1">
                <a:solidFill>
                  <a:srgbClr val="000000"/>
                </a:solidFill>
                <a:latin typeface="Times New Roman" charset="0"/>
              </a:rPr>
              <a:t>key_read</a:t>
            </a:r>
            <a:r>
              <a:rPr kumimoji="0" lang="en-US" sz="800" dirty="0">
                <a:solidFill>
                  <a:srgbClr val="000000"/>
                </a:solidFill>
                <a:latin typeface="Times New Roman" charset="0"/>
              </a:rPr>
              <a:t>: </a:t>
            </a:r>
            <a:r>
              <a:rPr kumimoji="0" lang="en-US" sz="800" dirty="0">
                <a:solidFill>
                  <a:srgbClr val="3333FF"/>
                </a:solidFill>
                <a:latin typeface="Times New Roman" charset="0"/>
              </a:rPr>
              <a:t>out</a:t>
            </a:r>
            <a:r>
              <a:rPr kumimoji="0" lang="en-US" sz="800" dirty="0">
                <a:solidFill>
                  <a:srgbClr val="000000"/>
                </a:solidFill>
                <a:latin typeface="Times New Roman" charset="0"/>
              </a:rPr>
              <a:t> </a:t>
            </a:r>
            <a:r>
              <a:rPr kumimoji="0" lang="en-US" sz="800" dirty="0" err="1">
                <a:solidFill>
                  <a:srgbClr val="000000"/>
                </a:solidFill>
                <a:latin typeface="Times New Roman" charset="0"/>
              </a:rPr>
              <a:t>std_logic</a:t>
            </a:r>
            <a:r>
              <a:rPr kumimoji="0" lang="en-US" sz="800" dirty="0">
                <a:solidFill>
                  <a:srgbClr val="000000"/>
                </a:solidFill>
                <a:latin typeface="Times New Roman" charset="0"/>
              </a:rPr>
              <a:t>;</a:t>
            </a:r>
          </a:p>
          <a:p>
            <a:pPr eaLnBrk="1" hangingPunct="1">
              <a:spcBef>
                <a:spcPct val="0"/>
              </a:spcBef>
              <a:buClrTx/>
            </a:pPr>
            <a:r>
              <a:rPr kumimoji="0" lang="en-US" sz="800" dirty="0">
                <a:solidFill>
                  <a:srgbClr val="000000"/>
                </a:solidFill>
                <a:latin typeface="Times New Roman" charset="0"/>
              </a:rPr>
              <a:t>          );</a:t>
            </a:r>
          </a:p>
          <a:p>
            <a:pPr eaLnBrk="1" hangingPunct="1">
              <a:spcBef>
                <a:spcPct val="0"/>
              </a:spcBef>
              <a:buClrTx/>
            </a:pPr>
            <a:r>
              <a:rPr kumimoji="0" lang="en-US" sz="800" dirty="0">
                <a:solidFill>
                  <a:srgbClr val="3333FF"/>
                </a:solidFill>
                <a:latin typeface="Times New Roman" charset="0"/>
              </a:rPr>
              <a:t>end</a:t>
            </a:r>
            <a:r>
              <a:rPr kumimoji="0" lang="en-US" sz="800" dirty="0">
                <a:solidFill>
                  <a:srgbClr val="000000"/>
                </a:solidFill>
                <a:latin typeface="Times New Roman" charset="0"/>
              </a:rPr>
              <a:t> RC5_core;</a:t>
            </a:r>
          </a:p>
        </p:txBody>
      </p:sp>
      <p:sp>
        <p:nvSpPr>
          <p:cNvPr id="101383" name="Text Box 98"/>
          <p:cNvSpPr txBox="1">
            <a:spLocks noChangeArrowheads="1"/>
          </p:cNvSpPr>
          <p:nvPr/>
        </p:nvSpPr>
        <p:spPr bwMode="auto">
          <a:xfrm>
            <a:off x="483843" y="1656000"/>
            <a:ext cx="2088000"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1600">
                <a:solidFill>
                  <a:schemeClr val="tx1"/>
                </a:solidFill>
                <a:latin typeface="Arial" charset="0"/>
                <a:ea typeface="ＭＳ Ｐゴシック" charset="0"/>
                <a:cs typeface="ＭＳ Ｐゴシック" charset="0"/>
              </a:defRPr>
            </a:lvl1pPr>
            <a:lvl2pPr marL="742950" indent="-285750">
              <a:defRPr kumimoji="1" sz="1600">
                <a:solidFill>
                  <a:schemeClr val="tx1"/>
                </a:solidFill>
                <a:latin typeface="Arial" charset="0"/>
                <a:ea typeface="ＭＳ Ｐゴシック" charset="0"/>
              </a:defRPr>
            </a:lvl2pPr>
            <a:lvl3pPr marL="1143000" indent="-228600">
              <a:defRPr kumimoji="1" sz="1600">
                <a:solidFill>
                  <a:schemeClr val="tx1"/>
                </a:solidFill>
                <a:latin typeface="Arial" charset="0"/>
                <a:ea typeface="ＭＳ Ｐゴシック" charset="0"/>
              </a:defRPr>
            </a:lvl3pPr>
            <a:lvl4pPr marL="1600200" indent="-228600">
              <a:defRPr kumimoji="1" sz="1600">
                <a:solidFill>
                  <a:schemeClr val="tx1"/>
                </a:solidFill>
                <a:latin typeface="Arial" charset="0"/>
                <a:ea typeface="ＭＳ Ｐゴシック" charset="0"/>
              </a:defRPr>
            </a:lvl4pPr>
            <a:lvl5pPr marL="2057400" indent="-228600">
              <a:defRPr kumimoji="1" sz="1600">
                <a:solidFill>
                  <a:schemeClr val="tx1"/>
                </a:solidFill>
                <a:latin typeface="Arial" charset="0"/>
                <a:ea typeface="ＭＳ Ｐゴシック" charset="0"/>
              </a:defRPr>
            </a:lvl5pPr>
            <a:lvl6pPr marL="2514600" indent="-228600" eaLnBrk="0" fontAlgn="base" hangingPunct="0">
              <a:spcBef>
                <a:spcPct val="20000"/>
              </a:spcBef>
              <a:spcAft>
                <a:spcPct val="0"/>
              </a:spcAft>
              <a:buClr>
                <a:srgbClr val="000000"/>
              </a:buClr>
              <a:defRPr kumimoji="1" sz="1600">
                <a:solidFill>
                  <a:schemeClr val="tx1"/>
                </a:solidFill>
                <a:latin typeface="Arial" charset="0"/>
                <a:ea typeface="ＭＳ Ｐゴシック" charset="0"/>
              </a:defRPr>
            </a:lvl6pPr>
            <a:lvl7pPr marL="2971800" indent="-228600" eaLnBrk="0" fontAlgn="base" hangingPunct="0">
              <a:spcBef>
                <a:spcPct val="20000"/>
              </a:spcBef>
              <a:spcAft>
                <a:spcPct val="0"/>
              </a:spcAft>
              <a:buClr>
                <a:srgbClr val="000000"/>
              </a:buClr>
              <a:defRPr kumimoji="1" sz="1600">
                <a:solidFill>
                  <a:schemeClr val="tx1"/>
                </a:solidFill>
                <a:latin typeface="Arial" charset="0"/>
                <a:ea typeface="ＭＳ Ｐゴシック" charset="0"/>
              </a:defRPr>
            </a:lvl7pPr>
            <a:lvl8pPr marL="3429000" indent="-228600" eaLnBrk="0" fontAlgn="base" hangingPunct="0">
              <a:spcBef>
                <a:spcPct val="20000"/>
              </a:spcBef>
              <a:spcAft>
                <a:spcPct val="0"/>
              </a:spcAft>
              <a:buClr>
                <a:srgbClr val="000000"/>
              </a:buClr>
              <a:defRPr kumimoji="1" sz="1600">
                <a:solidFill>
                  <a:schemeClr val="tx1"/>
                </a:solidFill>
                <a:latin typeface="Arial" charset="0"/>
                <a:ea typeface="ＭＳ Ｐゴシック" charset="0"/>
              </a:defRPr>
            </a:lvl8pPr>
            <a:lvl9pPr marL="3886200" indent="-228600" eaLnBrk="0" fontAlgn="base" hangingPunct="0">
              <a:spcBef>
                <a:spcPct val="20000"/>
              </a:spcBef>
              <a:spcAft>
                <a:spcPct val="0"/>
              </a:spcAft>
              <a:buClr>
                <a:srgbClr val="000000"/>
              </a:buClr>
              <a:defRPr kumimoji="1" sz="1600">
                <a:solidFill>
                  <a:schemeClr val="tx1"/>
                </a:solidFill>
                <a:latin typeface="Arial" charset="0"/>
                <a:ea typeface="ＭＳ Ｐゴシック" charset="0"/>
              </a:defRPr>
            </a:lvl9pPr>
          </a:lstStyle>
          <a:p>
            <a:pPr>
              <a:spcBef>
                <a:spcPct val="0"/>
              </a:spcBef>
              <a:buClrTx/>
            </a:pPr>
            <a:r>
              <a:rPr kumimoji="0" lang="en-US" dirty="0">
                <a:solidFill>
                  <a:srgbClr val="000000"/>
                </a:solidFill>
              </a:rPr>
              <a:t>Design specifications</a:t>
            </a:r>
          </a:p>
        </p:txBody>
      </p:sp>
      <p:sp>
        <p:nvSpPr>
          <p:cNvPr id="101384" name="Text Box 99"/>
          <p:cNvSpPr txBox="1">
            <a:spLocks noChangeArrowheads="1"/>
          </p:cNvSpPr>
          <p:nvPr/>
        </p:nvSpPr>
        <p:spPr bwMode="auto">
          <a:xfrm>
            <a:off x="6399588" y="1988807"/>
            <a:ext cx="2743059"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1600">
                <a:solidFill>
                  <a:schemeClr val="tx1"/>
                </a:solidFill>
                <a:latin typeface="Arial" charset="0"/>
                <a:ea typeface="ＭＳ Ｐゴシック" charset="0"/>
                <a:cs typeface="ＭＳ Ｐゴシック" charset="0"/>
              </a:defRPr>
            </a:lvl1pPr>
            <a:lvl2pPr marL="742950" indent="-285750">
              <a:defRPr kumimoji="1" sz="1600">
                <a:solidFill>
                  <a:schemeClr val="tx1"/>
                </a:solidFill>
                <a:latin typeface="Arial" charset="0"/>
                <a:ea typeface="ＭＳ Ｐゴシック" charset="0"/>
              </a:defRPr>
            </a:lvl2pPr>
            <a:lvl3pPr marL="1143000" indent="-228600">
              <a:defRPr kumimoji="1" sz="1600">
                <a:solidFill>
                  <a:schemeClr val="tx1"/>
                </a:solidFill>
                <a:latin typeface="Arial" charset="0"/>
                <a:ea typeface="ＭＳ Ｐゴシック" charset="0"/>
              </a:defRPr>
            </a:lvl3pPr>
            <a:lvl4pPr marL="1600200" indent="-228600">
              <a:defRPr kumimoji="1" sz="1600">
                <a:solidFill>
                  <a:schemeClr val="tx1"/>
                </a:solidFill>
                <a:latin typeface="Arial" charset="0"/>
                <a:ea typeface="ＭＳ Ｐゴシック" charset="0"/>
              </a:defRPr>
            </a:lvl4pPr>
            <a:lvl5pPr marL="2057400" indent="-228600">
              <a:defRPr kumimoji="1" sz="1600">
                <a:solidFill>
                  <a:schemeClr val="tx1"/>
                </a:solidFill>
                <a:latin typeface="Arial" charset="0"/>
                <a:ea typeface="ＭＳ Ｐゴシック" charset="0"/>
              </a:defRPr>
            </a:lvl5pPr>
            <a:lvl6pPr marL="2514600" indent="-228600" eaLnBrk="0" fontAlgn="base" hangingPunct="0">
              <a:spcBef>
                <a:spcPct val="20000"/>
              </a:spcBef>
              <a:spcAft>
                <a:spcPct val="0"/>
              </a:spcAft>
              <a:buClr>
                <a:srgbClr val="000000"/>
              </a:buClr>
              <a:defRPr kumimoji="1" sz="1600">
                <a:solidFill>
                  <a:schemeClr val="tx1"/>
                </a:solidFill>
                <a:latin typeface="Arial" charset="0"/>
                <a:ea typeface="ＭＳ Ｐゴシック" charset="0"/>
              </a:defRPr>
            </a:lvl6pPr>
            <a:lvl7pPr marL="2971800" indent="-228600" eaLnBrk="0" fontAlgn="base" hangingPunct="0">
              <a:spcBef>
                <a:spcPct val="20000"/>
              </a:spcBef>
              <a:spcAft>
                <a:spcPct val="0"/>
              </a:spcAft>
              <a:buClr>
                <a:srgbClr val="000000"/>
              </a:buClr>
              <a:defRPr kumimoji="1" sz="1600">
                <a:solidFill>
                  <a:schemeClr val="tx1"/>
                </a:solidFill>
                <a:latin typeface="Arial" charset="0"/>
                <a:ea typeface="ＭＳ Ｐゴシック" charset="0"/>
              </a:defRPr>
            </a:lvl7pPr>
            <a:lvl8pPr marL="3429000" indent="-228600" eaLnBrk="0" fontAlgn="base" hangingPunct="0">
              <a:spcBef>
                <a:spcPct val="20000"/>
              </a:spcBef>
              <a:spcAft>
                <a:spcPct val="0"/>
              </a:spcAft>
              <a:buClr>
                <a:srgbClr val="000000"/>
              </a:buClr>
              <a:defRPr kumimoji="1" sz="1600">
                <a:solidFill>
                  <a:schemeClr val="tx1"/>
                </a:solidFill>
                <a:latin typeface="Arial" charset="0"/>
                <a:ea typeface="ＭＳ Ｐゴシック" charset="0"/>
              </a:defRPr>
            </a:lvl8pPr>
            <a:lvl9pPr marL="3886200" indent="-228600" eaLnBrk="0" fontAlgn="base" hangingPunct="0">
              <a:spcBef>
                <a:spcPct val="20000"/>
              </a:spcBef>
              <a:spcAft>
                <a:spcPct val="0"/>
              </a:spcAft>
              <a:buClr>
                <a:srgbClr val="000000"/>
              </a:buClr>
              <a:defRPr kumimoji="1" sz="1600">
                <a:solidFill>
                  <a:schemeClr val="tx1"/>
                </a:solidFill>
                <a:latin typeface="Arial" charset="0"/>
                <a:ea typeface="ＭＳ Ｐゴシック" charset="0"/>
              </a:defRPr>
            </a:lvl9pPr>
          </a:lstStyle>
          <a:p>
            <a:r>
              <a:rPr kumimoji="0" lang="en-US" dirty="0">
                <a:solidFill>
                  <a:srgbClr val="000000"/>
                </a:solidFill>
              </a:rPr>
              <a:t>- Sketch of circuit on paper  </a:t>
            </a:r>
          </a:p>
          <a:p>
            <a:pPr>
              <a:spcBef>
                <a:spcPct val="0"/>
              </a:spcBef>
              <a:buClrTx/>
            </a:pPr>
            <a:r>
              <a:rPr kumimoji="0" lang="en-US" dirty="0">
                <a:solidFill>
                  <a:srgbClr val="000000"/>
                </a:solidFill>
              </a:rPr>
              <a:t>- HDL description</a:t>
            </a:r>
          </a:p>
          <a:p>
            <a:pPr>
              <a:spcBef>
                <a:spcPct val="0"/>
              </a:spcBef>
              <a:buClrTx/>
            </a:pPr>
            <a:r>
              <a:rPr kumimoji="0" lang="en-US" dirty="0">
                <a:solidFill>
                  <a:srgbClr val="000000"/>
                </a:solidFill>
              </a:rPr>
              <a:t> (VHDL, Verilog, …)</a:t>
            </a:r>
          </a:p>
        </p:txBody>
      </p:sp>
      <p:sp>
        <p:nvSpPr>
          <p:cNvPr id="110" name="Title 1"/>
          <p:cNvSpPr>
            <a:spLocks noGrp="1"/>
          </p:cNvSpPr>
          <p:nvPr>
            <p:ph type="title"/>
          </p:nvPr>
        </p:nvSpPr>
        <p:spPr>
          <a:xfrm>
            <a:off x="460375" y="534988"/>
            <a:ext cx="8223250" cy="914400"/>
          </a:xfrm>
        </p:spPr>
        <p:txBody>
          <a:bodyPr/>
          <a:lstStyle/>
          <a:p>
            <a:r>
              <a:rPr lang="en-GB" dirty="0"/>
              <a:t>Step 1 - Design Entry</a:t>
            </a:r>
          </a:p>
        </p:txBody>
      </p:sp>
      <p:pic>
        <p:nvPicPr>
          <p:cNvPr id="111"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959588" y="1850702"/>
            <a:ext cx="1440000" cy="1425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3" name="Text Box 108"/>
          <p:cNvSpPr txBox="1">
            <a:spLocks noChangeArrowheads="1"/>
          </p:cNvSpPr>
          <p:nvPr/>
        </p:nvSpPr>
        <p:spPr bwMode="auto">
          <a:xfrm>
            <a:off x="6146116" y="3485787"/>
            <a:ext cx="1624163"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1600">
                <a:solidFill>
                  <a:schemeClr val="tx1"/>
                </a:solidFill>
                <a:latin typeface="Arial" charset="0"/>
                <a:ea typeface="ＭＳ Ｐゴシック" charset="0"/>
                <a:cs typeface="ＭＳ Ｐゴシック" charset="0"/>
              </a:defRPr>
            </a:lvl1pPr>
            <a:lvl2pPr marL="742950" indent="-285750">
              <a:defRPr kumimoji="1" sz="1600">
                <a:solidFill>
                  <a:schemeClr val="tx1"/>
                </a:solidFill>
                <a:latin typeface="Arial" charset="0"/>
                <a:ea typeface="ＭＳ Ｐゴシック" charset="0"/>
              </a:defRPr>
            </a:lvl2pPr>
            <a:lvl3pPr marL="1143000" indent="-228600">
              <a:defRPr kumimoji="1" sz="1600">
                <a:solidFill>
                  <a:schemeClr val="tx1"/>
                </a:solidFill>
                <a:latin typeface="Arial" charset="0"/>
                <a:ea typeface="ＭＳ Ｐゴシック" charset="0"/>
              </a:defRPr>
            </a:lvl3pPr>
            <a:lvl4pPr marL="1600200" indent="-228600">
              <a:defRPr kumimoji="1" sz="1600">
                <a:solidFill>
                  <a:schemeClr val="tx1"/>
                </a:solidFill>
                <a:latin typeface="Arial" charset="0"/>
                <a:ea typeface="ＭＳ Ｐゴシック" charset="0"/>
              </a:defRPr>
            </a:lvl4pPr>
            <a:lvl5pPr marL="2057400" indent="-228600">
              <a:defRPr kumimoji="1" sz="1600">
                <a:solidFill>
                  <a:schemeClr val="tx1"/>
                </a:solidFill>
                <a:latin typeface="Arial" charset="0"/>
                <a:ea typeface="ＭＳ Ｐゴシック" charset="0"/>
              </a:defRPr>
            </a:lvl5pPr>
            <a:lvl6pPr marL="2514600" indent="-228600" eaLnBrk="0" fontAlgn="base" hangingPunct="0">
              <a:spcBef>
                <a:spcPct val="20000"/>
              </a:spcBef>
              <a:spcAft>
                <a:spcPct val="0"/>
              </a:spcAft>
              <a:buClr>
                <a:srgbClr val="000000"/>
              </a:buClr>
              <a:defRPr kumimoji="1" sz="1600">
                <a:solidFill>
                  <a:schemeClr val="tx1"/>
                </a:solidFill>
                <a:latin typeface="Arial" charset="0"/>
                <a:ea typeface="ＭＳ Ｐゴシック" charset="0"/>
              </a:defRPr>
            </a:lvl6pPr>
            <a:lvl7pPr marL="2971800" indent="-228600" eaLnBrk="0" fontAlgn="base" hangingPunct="0">
              <a:spcBef>
                <a:spcPct val="20000"/>
              </a:spcBef>
              <a:spcAft>
                <a:spcPct val="0"/>
              </a:spcAft>
              <a:buClr>
                <a:srgbClr val="000000"/>
              </a:buClr>
              <a:defRPr kumimoji="1" sz="1600">
                <a:solidFill>
                  <a:schemeClr val="tx1"/>
                </a:solidFill>
                <a:latin typeface="Arial" charset="0"/>
                <a:ea typeface="ＭＳ Ｐゴシック" charset="0"/>
              </a:defRPr>
            </a:lvl7pPr>
            <a:lvl8pPr marL="3429000" indent="-228600" eaLnBrk="0" fontAlgn="base" hangingPunct="0">
              <a:spcBef>
                <a:spcPct val="20000"/>
              </a:spcBef>
              <a:spcAft>
                <a:spcPct val="0"/>
              </a:spcAft>
              <a:buClr>
                <a:srgbClr val="000000"/>
              </a:buClr>
              <a:defRPr kumimoji="1" sz="1600">
                <a:solidFill>
                  <a:schemeClr val="tx1"/>
                </a:solidFill>
                <a:latin typeface="Arial" charset="0"/>
                <a:ea typeface="ＭＳ Ｐゴシック" charset="0"/>
              </a:defRPr>
            </a:lvl8pPr>
            <a:lvl9pPr marL="3886200" indent="-228600" eaLnBrk="0" fontAlgn="base" hangingPunct="0">
              <a:spcBef>
                <a:spcPct val="20000"/>
              </a:spcBef>
              <a:spcAft>
                <a:spcPct val="0"/>
              </a:spcAft>
              <a:buClr>
                <a:srgbClr val="000000"/>
              </a:buClr>
              <a:defRPr kumimoji="1" sz="1600">
                <a:solidFill>
                  <a:schemeClr val="tx1"/>
                </a:solidFill>
                <a:latin typeface="Arial" charset="0"/>
                <a:ea typeface="ＭＳ Ｐゴシック" charset="0"/>
              </a:defRPr>
            </a:lvl9pPr>
          </a:lstStyle>
          <a:p>
            <a:pPr algn="ctr">
              <a:spcBef>
                <a:spcPct val="0"/>
              </a:spcBef>
              <a:buClrTx/>
            </a:pPr>
            <a:r>
              <a:rPr kumimoji="0" lang="en-US" sz="2000" dirty="0">
                <a:solidFill>
                  <a:srgbClr val="FF0000"/>
                </a:solidFill>
              </a:rPr>
              <a:t>Design entry</a:t>
            </a:r>
          </a:p>
        </p:txBody>
      </p:sp>
      <p:sp>
        <p:nvSpPr>
          <p:cNvPr id="177" name="Slide Number Placeholder 3"/>
          <p:cNvSpPr>
            <a:spLocks noGrp="1"/>
          </p:cNvSpPr>
          <p:nvPr>
            <p:ph type="sldNum" sz="quarter" idx="4"/>
          </p:nvPr>
        </p:nvSpPr>
        <p:spPr>
          <a:xfrm>
            <a:off x="3505907" y="6322681"/>
            <a:ext cx="2133600" cy="365125"/>
          </a:xfrm>
        </p:spPr>
        <p:txBody>
          <a:bodyPr/>
          <a:lstStyle/>
          <a:p>
            <a:fld id="{678EF7AC-325E-49D0-8897-E637594B55B4}" type="slidenum">
              <a:rPr lang="de-DE" smtClean="0"/>
              <a:pPr/>
              <a:t>13</a:t>
            </a:fld>
            <a:endParaRPr lang="de-DE" dirty="0"/>
          </a:p>
        </p:txBody>
      </p:sp>
      <p:sp>
        <p:nvSpPr>
          <p:cNvPr id="178" name="Line 133"/>
          <p:cNvSpPr>
            <a:spLocks noChangeShapeType="1"/>
          </p:cNvSpPr>
          <p:nvPr/>
        </p:nvSpPr>
        <p:spPr bwMode="auto">
          <a:xfrm>
            <a:off x="3962804" y="2924478"/>
            <a:ext cx="550862" cy="1587"/>
          </a:xfrm>
          <a:prstGeom prst="line">
            <a:avLst/>
          </a:prstGeom>
          <a:noFill/>
          <a:ln w="20638">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GB"/>
          </a:p>
        </p:txBody>
      </p:sp>
      <p:sp>
        <p:nvSpPr>
          <p:cNvPr id="179" name="Freeform 138"/>
          <p:cNvSpPr>
            <a:spLocks/>
          </p:cNvSpPr>
          <p:nvPr/>
        </p:nvSpPr>
        <p:spPr bwMode="auto">
          <a:xfrm>
            <a:off x="4445404" y="2875265"/>
            <a:ext cx="217487" cy="96838"/>
          </a:xfrm>
          <a:custGeom>
            <a:avLst/>
            <a:gdLst>
              <a:gd name="T0" fmla="*/ 217487 w 100"/>
              <a:gd name="T1" fmla="*/ 48419 h 50"/>
              <a:gd name="T2" fmla="*/ 0 w 100"/>
              <a:gd name="T3" fmla="*/ 0 h 50"/>
              <a:gd name="T4" fmla="*/ 0 w 100"/>
              <a:gd name="T5" fmla="*/ 96838 h 50"/>
              <a:gd name="T6" fmla="*/ 217487 w 100"/>
              <a:gd name="T7" fmla="*/ 48419 h 50"/>
              <a:gd name="T8" fmla="*/ 0 60000 65536"/>
              <a:gd name="T9" fmla="*/ 0 60000 65536"/>
              <a:gd name="T10" fmla="*/ 0 60000 65536"/>
              <a:gd name="T11" fmla="*/ 0 60000 65536"/>
              <a:gd name="T12" fmla="*/ 0 w 100"/>
              <a:gd name="T13" fmla="*/ 0 h 50"/>
              <a:gd name="T14" fmla="*/ 100 w 100"/>
              <a:gd name="T15" fmla="*/ 50 h 50"/>
            </a:gdLst>
            <a:ahLst/>
            <a:cxnLst>
              <a:cxn ang="T8">
                <a:pos x="T0" y="T1"/>
              </a:cxn>
              <a:cxn ang="T9">
                <a:pos x="T2" y="T3"/>
              </a:cxn>
              <a:cxn ang="T10">
                <a:pos x="T4" y="T5"/>
              </a:cxn>
              <a:cxn ang="T11">
                <a:pos x="T6" y="T7"/>
              </a:cxn>
            </a:cxnLst>
            <a:rect l="T12" t="T13" r="T14" b="T15"/>
            <a:pathLst>
              <a:path w="100" h="50">
                <a:moveTo>
                  <a:pt x="100" y="25"/>
                </a:moveTo>
                <a:lnTo>
                  <a:pt x="0" y="0"/>
                </a:lnTo>
                <a:lnTo>
                  <a:pt x="0" y="50"/>
                </a:lnTo>
                <a:lnTo>
                  <a:pt x="100" y="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p>
        </p:txBody>
      </p:sp>
      <p:sp>
        <p:nvSpPr>
          <p:cNvPr id="180" name="Line 133"/>
          <p:cNvSpPr>
            <a:spLocks noChangeShapeType="1"/>
          </p:cNvSpPr>
          <p:nvPr/>
        </p:nvSpPr>
        <p:spPr bwMode="auto">
          <a:xfrm rot="5400000">
            <a:off x="5766670" y="3608126"/>
            <a:ext cx="550862" cy="1587"/>
          </a:xfrm>
          <a:prstGeom prst="line">
            <a:avLst/>
          </a:prstGeom>
          <a:noFill/>
          <a:ln w="20638">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GB"/>
          </a:p>
        </p:txBody>
      </p:sp>
      <p:sp>
        <p:nvSpPr>
          <p:cNvPr id="181" name="Freeform 138"/>
          <p:cNvSpPr>
            <a:spLocks/>
          </p:cNvSpPr>
          <p:nvPr/>
        </p:nvSpPr>
        <p:spPr bwMode="auto">
          <a:xfrm rot="5400000">
            <a:off x="5937827" y="3887889"/>
            <a:ext cx="217487" cy="96838"/>
          </a:xfrm>
          <a:custGeom>
            <a:avLst/>
            <a:gdLst>
              <a:gd name="T0" fmla="*/ 217487 w 100"/>
              <a:gd name="T1" fmla="*/ 48419 h 50"/>
              <a:gd name="T2" fmla="*/ 0 w 100"/>
              <a:gd name="T3" fmla="*/ 0 h 50"/>
              <a:gd name="T4" fmla="*/ 0 w 100"/>
              <a:gd name="T5" fmla="*/ 96838 h 50"/>
              <a:gd name="T6" fmla="*/ 217487 w 100"/>
              <a:gd name="T7" fmla="*/ 48419 h 50"/>
              <a:gd name="T8" fmla="*/ 0 60000 65536"/>
              <a:gd name="T9" fmla="*/ 0 60000 65536"/>
              <a:gd name="T10" fmla="*/ 0 60000 65536"/>
              <a:gd name="T11" fmla="*/ 0 60000 65536"/>
              <a:gd name="T12" fmla="*/ 0 w 100"/>
              <a:gd name="T13" fmla="*/ 0 h 50"/>
              <a:gd name="T14" fmla="*/ 100 w 100"/>
              <a:gd name="T15" fmla="*/ 50 h 50"/>
            </a:gdLst>
            <a:ahLst/>
            <a:cxnLst>
              <a:cxn ang="T8">
                <a:pos x="T0" y="T1"/>
              </a:cxn>
              <a:cxn ang="T9">
                <a:pos x="T2" y="T3"/>
              </a:cxn>
              <a:cxn ang="T10">
                <a:pos x="T4" y="T5"/>
              </a:cxn>
              <a:cxn ang="T11">
                <a:pos x="T6" y="T7"/>
              </a:cxn>
            </a:cxnLst>
            <a:rect l="T12" t="T13" r="T14" b="T15"/>
            <a:pathLst>
              <a:path w="100" h="50">
                <a:moveTo>
                  <a:pt x="100" y="25"/>
                </a:moveTo>
                <a:lnTo>
                  <a:pt x="0" y="0"/>
                </a:lnTo>
                <a:lnTo>
                  <a:pt x="0" y="50"/>
                </a:lnTo>
                <a:lnTo>
                  <a:pt x="100" y="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p>
        </p:txBody>
      </p:sp>
      <p:sp>
        <p:nvSpPr>
          <p:cNvPr id="182" name="AutoShape 12"/>
          <p:cNvSpPr>
            <a:spLocks noChangeArrowheads="1"/>
          </p:cNvSpPr>
          <p:nvPr/>
        </p:nvSpPr>
        <p:spPr bwMode="auto">
          <a:xfrm>
            <a:off x="459928" y="2058308"/>
            <a:ext cx="3198280" cy="1154161"/>
          </a:xfrm>
          <a:prstGeom prst="roundRect">
            <a:avLst>
              <a:gd name="adj" fmla="val 373"/>
            </a:avLst>
          </a:prstGeom>
          <a:noFill/>
          <a:ln w="25400">
            <a:solidFill>
              <a:srgbClr val="0078C1"/>
            </a:solidFill>
            <a:round/>
            <a:headEnd/>
            <a:tailEnd/>
          </a:ln>
        </p:spPr>
        <p:txBody>
          <a:bodyPr wrap="none" anchor="ctr"/>
          <a:lstStyle/>
          <a:p>
            <a:pPr lvl="0"/>
            <a:endParaRPr lang="en-GB" sz="2000" dirty="0"/>
          </a:p>
        </p:txBody>
      </p:sp>
      <p:sp>
        <p:nvSpPr>
          <p:cNvPr id="4" name="Rectangle 3"/>
          <p:cNvSpPr/>
          <p:nvPr/>
        </p:nvSpPr>
        <p:spPr>
          <a:xfrm>
            <a:off x="459928" y="2042918"/>
            <a:ext cx="3198280" cy="1015663"/>
          </a:xfrm>
          <a:prstGeom prst="rect">
            <a:avLst/>
          </a:prstGeom>
        </p:spPr>
        <p:txBody>
          <a:bodyPr wrap="square">
            <a:spAutoFit/>
          </a:bodyPr>
          <a:lstStyle/>
          <a:p>
            <a:r>
              <a:rPr lang="en-US" sz="1000" dirty="0"/>
              <a:t>A thermometer produces a continuously varying voltage signal between 0V and 5V, where 0V represents 0 degrees, and 5V represents 100 degrees. The signal is fed to an analog-to-digital converter (ADC). The ADC produces an 8-bit binary number that is directly proportional to the temperature – “00000000” represents 0 degrees, each…..</a:t>
            </a:r>
          </a:p>
        </p:txBody>
      </p:sp>
      <p:pic>
        <p:nvPicPr>
          <p:cNvPr id="40" name="Picture 39"/>
          <p:cNvPicPr>
            <a:picLocks noChangeAspect="1"/>
          </p:cNvPicPr>
          <p:nvPr/>
        </p:nvPicPr>
        <p:blipFill>
          <a:blip r:embed="rId4"/>
          <a:stretch>
            <a:fillRect/>
          </a:stretch>
        </p:blipFill>
        <p:spPr>
          <a:xfrm>
            <a:off x="708541" y="3394464"/>
            <a:ext cx="3492000" cy="2641813"/>
          </a:xfrm>
          <a:prstGeom prst="rect">
            <a:avLst/>
          </a:prstGeom>
        </p:spPr>
      </p:pic>
    </p:spTree>
    <p:extLst>
      <p:ext uri="{BB962C8B-B14F-4D97-AF65-F5344CB8AC3E}">
        <p14:creationId xmlns:p14="http://schemas.microsoft.com/office/powerpoint/2010/main" val="2918087386"/>
      </p:ext>
    </p:extLst>
  </p:cSld>
  <p:clrMapOvr>
    <a:masterClrMapping/>
  </p:clrMapOvr>
  <mc:AlternateContent xmlns:mc="http://schemas.openxmlformats.org/markup-compatibility/2006" xmlns:p14="http://schemas.microsoft.com/office/powerpoint/2010/main">
    <mc:Choice Requires="p14">
      <p:transition spd="slow" p14:dur="2000" advTm="73775"/>
    </mc:Choice>
    <mc:Fallback xmlns="">
      <p:transition spd="slow" advTm="73775"/>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Step 1 - Design Entry</a:t>
            </a:r>
          </a:p>
        </p:txBody>
      </p:sp>
      <p:sp>
        <p:nvSpPr>
          <p:cNvPr id="3" name="Content Placeholder 2"/>
          <p:cNvSpPr txBox="1">
            <a:spLocks/>
          </p:cNvSpPr>
          <p:nvPr/>
        </p:nvSpPr>
        <p:spPr>
          <a:xfrm>
            <a:off x="459926" y="1906010"/>
            <a:ext cx="7919549" cy="2741382"/>
          </a:xfrm>
          <a:prstGeom prst="rect">
            <a:avLst/>
          </a:prstGeom>
        </p:spPr>
        <p:txBody>
          <a:bodyPr/>
          <a:lstStyle>
            <a:lvl1pPr marL="268288" indent="-268288" algn="l" rtl="0" eaLnBrk="0" fontAlgn="base" hangingPunct="0">
              <a:spcBef>
                <a:spcPct val="0"/>
              </a:spcBef>
              <a:spcAft>
                <a:spcPct val="40000"/>
              </a:spcAft>
              <a:buClr>
                <a:srgbClr val="FF0000"/>
              </a:buClr>
              <a:buFont typeface="Wingdings" pitchFamily="1" charset="2"/>
              <a:buChar char="n"/>
              <a:defRPr>
                <a:solidFill>
                  <a:schemeClr val="tx1"/>
                </a:solidFill>
                <a:latin typeface="+mn-lt"/>
                <a:ea typeface="+mn-ea"/>
                <a:cs typeface="+mn-cs"/>
              </a:defRPr>
            </a:lvl1pPr>
            <a:lvl2pPr marL="1219200" indent="-234950" algn="l" rtl="0" eaLnBrk="0" fontAlgn="base" hangingPunct="0">
              <a:spcBef>
                <a:spcPct val="0"/>
              </a:spcBef>
              <a:spcAft>
                <a:spcPct val="40000"/>
              </a:spcAft>
              <a:buClr>
                <a:schemeClr val="bg2"/>
              </a:buClr>
              <a:buFont typeface="Wingdings" pitchFamily="1" charset="2"/>
              <a:buChar char="n"/>
              <a:defRPr>
                <a:solidFill>
                  <a:schemeClr val="tx1"/>
                </a:solidFill>
                <a:latin typeface="+mn-lt"/>
              </a:defRPr>
            </a:lvl2pPr>
            <a:lvl3pPr marL="1644650" indent="-246063" algn="l" rtl="0" eaLnBrk="0" fontAlgn="base" hangingPunct="0">
              <a:spcBef>
                <a:spcPct val="0"/>
              </a:spcBef>
              <a:spcAft>
                <a:spcPct val="40000"/>
              </a:spcAft>
              <a:buClr>
                <a:schemeClr val="bg2"/>
              </a:buClr>
              <a:buFont typeface="Wingdings" pitchFamily="1" charset="2"/>
              <a:buChar char="n"/>
              <a:defRPr>
                <a:solidFill>
                  <a:schemeClr val="tx1"/>
                </a:solidFill>
                <a:latin typeface="+mn-lt"/>
              </a:defRPr>
            </a:lvl3pPr>
            <a:lvl4pPr marL="2066925" indent="-242888" algn="l" rtl="0" eaLnBrk="0" fontAlgn="base" hangingPunct="0">
              <a:spcBef>
                <a:spcPct val="0"/>
              </a:spcBef>
              <a:spcAft>
                <a:spcPct val="40000"/>
              </a:spcAft>
              <a:buClr>
                <a:schemeClr val="bg2"/>
              </a:buClr>
              <a:buFont typeface="Wingdings" pitchFamily="1" charset="2"/>
              <a:buChar char="n"/>
              <a:defRPr>
                <a:solidFill>
                  <a:schemeClr val="tx1"/>
                </a:solidFill>
                <a:latin typeface="+mn-lt"/>
              </a:defRPr>
            </a:lvl4pPr>
            <a:lvl5pPr marL="2489200" indent="-242888" algn="l" rtl="0" eaLnBrk="0" fontAlgn="base" hangingPunct="0">
              <a:spcBef>
                <a:spcPct val="0"/>
              </a:spcBef>
              <a:spcAft>
                <a:spcPct val="40000"/>
              </a:spcAft>
              <a:buClr>
                <a:schemeClr val="bg2"/>
              </a:buClr>
              <a:buFont typeface="Wingdings" pitchFamily="1" charset="2"/>
              <a:buChar char="n"/>
              <a:defRPr>
                <a:solidFill>
                  <a:schemeClr val="tx1"/>
                </a:solidFill>
                <a:latin typeface="+mn-lt"/>
              </a:defRPr>
            </a:lvl5pPr>
            <a:lvl6pPr marL="2946400" indent="-242888" algn="l" rtl="0" fontAlgn="base">
              <a:spcBef>
                <a:spcPct val="0"/>
              </a:spcBef>
              <a:spcAft>
                <a:spcPct val="40000"/>
              </a:spcAft>
              <a:buClr>
                <a:schemeClr val="bg2"/>
              </a:buClr>
              <a:buFont typeface="Wingdings" pitchFamily="1" charset="2"/>
              <a:buChar char="n"/>
              <a:defRPr>
                <a:solidFill>
                  <a:schemeClr val="tx1"/>
                </a:solidFill>
                <a:latin typeface="+mn-lt"/>
              </a:defRPr>
            </a:lvl6pPr>
            <a:lvl7pPr marL="3403600" indent="-242888" algn="l" rtl="0" fontAlgn="base">
              <a:spcBef>
                <a:spcPct val="0"/>
              </a:spcBef>
              <a:spcAft>
                <a:spcPct val="40000"/>
              </a:spcAft>
              <a:buClr>
                <a:schemeClr val="bg2"/>
              </a:buClr>
              <a:buFont typeface="Wingdings" pitchFamily="1" charset="2"/>
              <a:buChar char="n"/>
              <a:defRPr>
                <a:solidFill>
                  <a:schemeClr val="tx1"/>
                </a:solidFill>
                <a:latin typeface="+mn-lt"/>
              </a:defRPr>
            </a:lvl7pPr>
            <a:lvl8pPr marL="3860800" indent="-242888" algn="l" rtl="0" fontAlgn="base">
              <a:spcBef>
                <a:spcPct val="0"/>
              </a:spcBef>
              <a:spcAft>
                <a:spcPct val="40000"/>
              </a:spcAft>
              <a:buClr>
                <a:schemeClr val="bg2"/>
              </a:buClr>
              <a:buFont typeface="Wingdings" pitchFamily="1" charset="2"/>
              <a:buChar char="n"/>
              <a:defRPr>
                <a:solidFill>
                  <a:schemeClr val="tx1"/>
                </a:solidFill>
                <a:latin typeface="+mn-lt"/>
              </a:defRPr>
            </a:lvl8pPr>
            <a:lvl9pPr marL="4318000" indent="-242888" algn="l" rtl="0" fontAlgn="base">
              <a:spcBef>
                <a:spcPct val="0"/>
              </a:spcBef>
              <a:spcAft>
                <a:spcPct val="40000"/>
              </a:spcAft>
              <a:buClr>
                <a:schemeClr val="bg2"/>
              </a:buClr>
              <a:buFont typeface="Wingdings" pitchFamily="1" charset="2"/>
              <a:buChar char="n"/>
              <a:defRPr>
                <a:solidFill>
                  <a:schemeClr val="tx1"/>
                </a:solidFill>
                <a:latin typeface="+mn-lt"/>
              </a:defRPr>
            </a:lvl9pPr>
          </a:lstStyle>
          <a:p>
            <a:pPr>
              <a:buClr>
                <a:srgbClr val="00B050"/>
              </a:buClr>
            </a:pPr>
            <a:r>
              <a:rPr lang="en-CA" b="1" dirty="0"/>
              <a:t>Entering Design Constraints</a:t>
            </a:r>
          </a:p>
          <a:p>
            <a:pPr lvl="1"/>
            <a:r>
              <a:rPr lang="en-CA" sz="1600" dirty="0"/>
              <a:t>Assignment Editor (</a:t>
            </a:r>
            <a:r>
              <a:rPr lang="en-CA" sz="1600" b="1" dirty="0"/>
              <a:t>Assignment -&gt; Assignment Editor</a:t>
            </a:r>
            <a:r>
              <a:rPr lang="en-CA" sz="1600" dirty="0"/>
              <a:t>)</a:t>
            </a:r>
          </a:p>
          <a:p>
            <a:pPr lvl="1"/>
            <a:r>
              <a:rPr lang="en-CA" sz="1600" dirty="0"/>
              <a:t>Pin Planner (</a:t>
            </a:r>
            <a:r>
              <a:rPr lang="en-CA" sz="1600" b="1" dirty="0"/>
              <a:t>Assignment -&gt; Pin Planner</a:t>
            </a:r>
            <a:r>
              <a:rPr lang="en-CA" sz="1600" dirty="0"/>
              <a:t>)</a:t>
            </a:r>
          </a:p>
          <a:p>
            <a:pPr lvl="1"/>
            <a:r>
              <a:rPr lang="en-CA" sz="1600" dirty="0"/>
              <a:t>Time Quest Timing Analyzer (</a:t>
            </a:r>
            <a:r>
              <a:rPr lang="en-CA" sz="1600" b="1" dirty="0"/>
              <a:t>Tools -&gt; Time Quest Timing Analyzer</a:t>
            </a:r>
            <a:r>
              <a:rPr lang="en-CA" sz="1600" dirty="0"/>
              <a:t>)</a:t>
            </a:r>
          </a:p>
          <a:p>
            <a:pPr lvl="1"/>
            <a:r>
              <a:rPr lang="en-CA" sz="1600" dirty="0"/>
              <a:t>Setting Dialogue Box (</a:t>
            </a:r>
            <a:r>
              <a:rPr lang="en-CA" sz="1600" b="1" dirty="0"/>
              <a:t>Assignment -&gt; Setting</a:t>
            </a:r>
            <a:r>
              <a:rPr lang="en-CA" sz="1600" dirty="0"/>
              <a:t>)</a:t>
            </a:r>
          </a:p>
          <a:p>
            <a:pPr lvl="1"/>
            <a:r>
              <a:rPr lang="en-CA" sz="1600" dirty="0"/>
              <a:t>Chip Planner (</a:t>
            </a:r>
            <a:r>
              <a:rPr lang="en-CA" sz="1600" b="1" dirty="0"/>
              <a:t>Tools -&gt; Chip Planner</a:t>
            </a:r>
            <a:r>
              <a:rPr lang="en-CA" sz="1600" dirty="0"/>
              <a:t>)</a:t>
            </a:r>
          </a:p>
          <a:p>
            <a:pPr lvl="1"/>
            <a:endParaRPr lang="en-CA" sz="1600" dirty="0"/>
          </a:p>
          <a:p>
            <a:pPr lvl="1"/>
            <a:endParaRPr lang="en-CA" sz="1600" kern="0" dirty="0"/>
          </a:p>
          <a:p>
            <a:pPr lvl="1"/>
            <a:endParaRPr lang="en-CA" kern="0" dirty="0"/>
          </a:p>
        </p:txBody>
      </p:sp>
      <p:sp>
        <p:nvSpPr>
          <p:cNvPr id="4" name="Slide Number Placeholder 3"/>
          <p:cNvSpPr>
            <a:spLocks noGrp="1"/>
          </p:cNvSpPr>
          <p:nvPr>
            <p:ph type="sldNum" sz="quarter" idx="4"/>
          </p:nvPr>
        </p:nvSpPr>
        <p:spPr>
          <a:xfrm>
            <a:off x="3505907" y="6322681"/>
            <a:ext cx="2133600" cy="365125"/>
          </a:xfrm>
        </p:spPr>
        <p:txBody>
          <a:bodyPr/>
          <a:lstStyle/>
          <a:p>
            <a:fld id="{678EF7AC-325E-49D0-8897-E637594B55B4}" type="slidenum">
              <a:rPr lang="de-DE" smtClean="0"/>
              <a:pPr/>
              <a:t>14</a:t>
            </a:fld>
            <a:endParaRPr lang="de-DE" dirty="0"/>
          </a:p>
        </p:txBody>
      </p:sp>
    </p:spTree>
    <p:extLst>
      <p:ext uri="{BB962C8B-B14F-4D97-AF65-F5344CB8AC3E}">
        <p14:creationId xmlns:p14="http://schemas.microsoft.com/office/powerpoint/2010/main" val="757337421"/>
      </p:ext>
    </p:extLst>
  </p:cSld>
  <p:clrMapOvr>
    <a:masterClrMapping/>
  </p:clrMapOvr>
  <mc:AlternateContent xmlns:mc="http://schemas.openxmlformats.org/markup-compatibility/2006" xmlns:p14="http://schemas.microsoft.com/office/powerpoint/2010/main">
    <mc:Choice Requires="p14">
      <p:transition spd="slow" p14:dur="2000" advTm="38520"/>
    </mc:Choice>
    <mc:Fallback xmlns="">
      <p:transition spd="slow" advTm="38520"/>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 name="Text Box 106"/>
          <p:cNvSpPr txBox="1">
            <a:spLocks noChangeArrowheads="1"/>
          </p:cNvSpPr>
          <p:nvPr/>
        </p:nvSpPr>
        <p:spPr bwMode="auto">
          <a:xfrm>
            <a:off x="6247289" y="2118331"/>
            <a:ext cx="118494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1600">
                <a:solidFill>
                  <a:schemeClr val="tx1"/>
                </a:solidFill>
                <a:latin typeface="Arial" charset="0"/>
                <a:ea typeface="ＭＳ Ｐゴシック" charset="0"/>
                <a:cs typeface="ＭＳ Ｐゴシック" charset="0"/>
              </a:defRPr>
            </a:lvl1pPr>
            <a:lvl2pPr marL="742950" indent="-285750">
              <a:defRPr kumimoji="1" sz="1600">
                <a:solidFill>
                  <a:schemeClr val="tx1"/>
                </a:solidFill>
                <a:latin typeface="Arial" charset="0"/>
                <a:ea typeface="ＭＳ Ｐゴシック" charset="0"/>
              </a:defRPr>
            </a:lvl2pPr>
            <a:lvl3pPr marL="1143000" indent="-228600">
              <a:defRPr kumimoji="1" sz="1600">
                <a:solidFill>
                  <a:schemeClr val="tx1"/>
                </a:solidFill>
                <a:latin typeface="Arial" charset="0"/>
                <a:ea typeface="ＭＳ Ｐゴシック" charset="0"/>
              </a:defRPr>
            </a:lvl3pPr>
            <a:lvl4pPr marL="1600200" indent="-228600">
              <a:defRPr kumimoji="1" sz="1600">
                <a:solidFill>
                  <a:schemeClr val="tx1"/>
                </a:solidFill>
                <a:latin typeface="Arial" charset="0"/>
                <a:ea typeface="ＭＳ Ｐゴシック" charset="0"/>
              </a:defRPr>
            </a:lvl4pPr>
            <a:lvl5pPr marL="2057400" indent="-228600">
              <a:defRPr kumimoji="1" sz="1600">
                <a:solidFill>
                  <a:schemeClr val="tx1"/>
                </a:solidFill>
                <a:latin typeface="Arial" charset="0"/>
                <a:ea typeface="ＭＳ Ｐゴシック" charset="0"/>
              </a:defRPr>
            </a:lvl5pPr>
            <a:lvl6pPr marL="2514600" indent="-228600" eaLnBrk="0" fontAlgn="base" hangingPunct="0">
              <a:spcBef>
                <a:spcPct val="20000"/>
              </a:spcBef>
              <a:spcAft>
                <a:spcPct val="0"/>
              </a:spcAft>
              <a:buClr>
                <a:srgbClr val="000000"/>
              </a:buClr>
              <a:defRPr kumimoji="1" sz="1600">
                <a:solidFill>
                  <a:schemeClr val="tx1"/>
                </a:solidFill>
                <a:latin typeface="Arial" charset="0"/>
                <a:ea typeface="ＭＳ Ｐゴシック" charset="0"/>
              </a:defRPr>
            </a:lvl6pPr>
            <a:lvl7pPr marL="2971800" indent="-228600" eaLnBrk="0" fontAlgn="base" hangingPunct="0">
              <a:spcBef>
                <a:spcPct val="20000"/>
              </a:spcBef>
              <a:spcAft>
                <a:spcPct val="0"/>
              </a:spcAft>
              <a:buClr>
                <a:srgbClr val="000000"/>
              </a:buClr>
              <a:defRPr kumimoji="1" sz="1600">
                <a:solidFill>
                  <a:schemeClr val="tx1"/>
                </a:solidFill>
                <a:latin typeface="Arial" charset="0"/>
                <a:ea typeface="ＭＳ Ｐゴシック" charset="0"/>
              </a:defRPr>
            </a:lvl7pPr>
            <a:lvl8pPr marL="3429000" indent="-228600" eaLnBrk="0" fontAlgn="base" hangingPunct="0">
              <a:spcBef>
                <a:spcPct val="20000"/>
              </a:spcBef>
              <a:spcAft>
                <a:spcPct val="0"/>
              </a:spcAft>
              <a:buClr>
                <a:srgbClr val="000000"/>
              </a:buClr>
              <a:defRPr kumimoji="1" sz="1600">
                <a:solidFill>
                  <a:schemeClr val="tx1"/>
                </a:solidFill>
                <a:latin typeface="Arial" charset="0"/>
                <a:ea typeface="ＭＳ Ｐゴシック" charset="0"/>
              </a:defRPr>
            </a:lvl8pPr>
            <a:lvl9pPr marL="3886200" indent="-228600" eaLnBrk="0" fontAlgn="base" hangingPunct="0">
              <a:spcBef>
                <a:spcPct val="20000"/>
              </a:spcBef>
              <a:spcAft>
                <a:spcPct val="0"/>
              </a:spcAft>
              <a:buClr>
                <a:srgbClr val="000000"/>
              </a:buClr>
              <a:defRPr kumimoji="1" sz="1600">
                <a:solidFill>
                  <a:schemeClr val="tx1"/>
                </a:solidFill>
                <a:latin typeface="Arial" charset="0"/>
                <a:ea typeface="ＭＳ Ｐゴシック" charset="0"/>
              </a:defRPr>
            </a:lvl9pPr>
          </a:lstStyle>
          <a:p>
            <a:pPr>
              <a:spcBef>
                <a:spcPct val="0"/>
              </a:spcBef>
              <a:buClrTx/>
            </a:pPr>
            <a:r>
              <a:rPr kumimoji="0" lang="en-US" sz="1800" dirty="0">
                <a:solidFill>
                  <a:srgbClr val="FF0000"/>
                </a:solidFill>
              </a:rPr>
              <a:t>Synthesis</a:t>
            </a:r>
          </a:p>
        </p:txBody>
      </p:sp>
      <p:sp>
        <p:nvSpPr>
          <p:cNvPr id="86" name="AutoShape 12"/>
          <p:cNvSpPr>
            <a:spLocks noChangeArrowheads="1"/>
          </p:cNvSpPr>
          <p:nvPr/>
        </p:nvSpPr>
        <p:spPr bwMode="auto">
          <a:xfrm>
            <a:off x="6454205" y="2806010"/>
            <a:ext cx="2232000" cy="622991"/>
          </a:xfrm>
          <a:prstGeom prst="roundRect">
            <a:avLst>
              <a:gd name="adj" fmla="val 373"/>
            </a:avLst>
          </a:prstGeom>
          <a:solidFill>
            <a:schemeClr val="bg1"/>
          </a:solidFill>
          <a:ln w="25400">
            <a:solidFill>
              <a:srgbClr val="0078C1"/>
            </a:solidFill>
            <a:round/>
            <a:headEnd/>
            <a:tailEnd/>
          </a:ln>
        </p:spPr>
        <p:txBody>
          <a:bodyPr wrap="none" anchor="ctr"/>
          <a:lstStyle/>
          <a:p>
            <a:pPr algn="ctr"/>
            <a:r>
              <a:rPr lang="en-US" dirty="0">
                <a:solidFill>
                  <a:srgbClr val="402000"/>
                </a:solidFill>
                <a:latin typeface="+mn-lt"/>
              </a:rPr>
              <a:t>Netlist Generation</a:t>
            </a:r>
          </a:p>
        </p:txBody>
      </p:sp>
      <p:sp>
        <p:nvSpPr>
          <p:cNvPr id="87" name="AutoShape 12"/>
          <p:cNvSpPr>
            <a:spLocks noChangeArrowheads="1"/>
          </p:cNvSpPr>
          <p:nvPr/>
        </p:nvSpPr>
        <p:spPr bwMode="auto">
          <a:xfrm>
            <a:off x="6457841" y="3733598"/>
            <a:ext cx="2232000" cy="595402"/>
          </a:xfrm>
          <a:prstGeom prst="roundRect">
            <a:avLst>
              <a:gd name="adj" fmla="val 373"/>
            </a:avLst>
          </a:prstGeom>
          <a:solidFill>
            <a:schemeClr val="bg1"/>
          </a:solidFill>
          <a:ln w="25400">
            <a:solidFill>
              <a:srgbClr val="0078C1"/>
            </a:solidFill>
            <a:round/>
            <a:headEnd/>
            <a:tailEnd/>
          </a:ln>
        </p:spPr>
        <p:txBody>
          <a:bodyPr wrap="none" anchor="ctr"/>
          <a:lstStyle/>
          <a:p>
            <a:pPr algn="ctr"/>
            <a:r>
              <a:rPr lang="en-US" dirty="0">
                <a:solidFill>
                  <a:srgbClr val="402000"/>
                </a:solidFill>
                <a:latin typeface="+mn-lt"/>
              </a:rPr>
              <a:t>Gate </a:t>
            </a:r>
            <a:r>
              <a:rPr lang="en-US" dirty="0" err="1">
                <a:solidFill>
                  <a:srgbClr val="402000"/>
                </a:solidFill>
                <a:latin typeface="+mn-lt"/>
              </a:rPr>
              <a:t>Optimisation</a:t>
            </a:r>
            <a:endParaRPr lang="en-US" dirty="0">
              <a:solidFill>
                <a:srgbClr val="402000"/>
              </a:solidFill>
              <a:latin typeface="+mn-lt"/>
            </a:endParaRPr>
          </a:p>
        </p:txBody>
      </p:sp>
      <p:sp>
        <p:nvSpPr>
          <p:cNvPr id="88" name="AutoShape 12"/>
          <p:cNvSpPr>
            <a:spLocks noChangeArrowheads="1"/>
          </p:cNvSpPr>
          <p:nvPr/>
        </p:nvSpPr>
        <p:spPr bwMode="auto">
          <a:xfrm>
            <a:off x="6454205" y="4633598"/>
            <a:ext cx="2232000" cy="609196"/>
          </a:xfrm>
          <a:prstGeom prst="roundRect">
            <a:avLst>
              <a:gd name="adj" fmla="val 373"/>
            </a:avLst>
          </a:prstGeom>
          <a:solidFill>
            <a:schemeClr val="bg1"/>
          </a:solidFill>
          <a:ln w="25400">
            <a:solidFill>
              <a:srgbClr val="0078C1"/>
            </a:solidFill>
            <a:round/>
            <a:headEnd/>
            <a:tailEnd/>
          </a:ln>
        </p:spPr>
        <p:txBody>
          <a:bodyPr wrap="none" anchor="ctr"/>
          <a:lstStyle/>
          <a:p>
            <a:pPr algn="ctr"/>
            <a:r>
              <a:rPr lang="en-US" dirty="0">
                <a:solidFill>
                  <a:srgbClr val="402000"/>
                </a:solidFill>
                <a:latin typeface="+mn-lt"/>
              </a:rPr>
              <a:t>Technology Mapping</a:t>
            </a:r>
          </a:p>
        </p:txBody>
      </p:sp>
      <p:sp>
        <p:nvSpPr>
          <p:cNvPr id="95" name="Text Box 106"/>
          <p:cNvSpPr txBox="1">
            <a:spLocks noChangeArrowheads="1"/>
          </p:cNvSpPr>
          <p:nvPr/>
        </p:nvSpPr>
        <p:spPr bwMode="auto">
          <a:xfrm>
            <a:off x="5333496" y="5648751"/>
            <a:ext cx="350287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kumimoji="1" sz="1600">
                <a:solidFill>
                  <a:schemeClr val="tx1"/>
                </a:solidFill>
                <a:latin typeface="Arial" charset="0"/>
                <a:ea typeface="ＭＳ Ｐゴシック" charset="0"/>
                <a:cs typeface="ＭＳ Ｐゴシック" charset="0"/>
              </a:defRPr>
            </a:lvl1pPr>
            <a:lvl2pPr marL="742950" indent="-285750">
              <a:defRPr kumimoji="1" sz="1600">
                <a:solidFill>
                  <a:schemeClr val="tx1"/>
                </a:solidFill>
                <a:latin typeface="Arial" charset="0"/>
                <a:ea typeface="ＭＳ Ｐゴシック" charset="0"/>
              </a:defRPr>
            </a:lvl2pPr>
            <a:lvl3pPr marL="1143000" indent="-228600">
              <a:defRPr kumimoji="1" sz="1600">
                <a:solidFill>
                  <a:schemeClr val="tx1"/>
                </a:solidFill>
                <a:latin typeface="Arial" charset="0"/>
                <a:ea typeface="ＭＳ Ｐゴシック" charset="0"/>
              </a:defRPr>
            </a:lvl3pPr>
            <a:lvl4pPr marL="1600200" indent="-228600">
              <a:defRPr kumimoji="1" sz="1600">
                <a:solidFill>
                  <a:schemeClr val="tx1"/>
                </a:solidFill>
                <a:latin typeface="Arial" charset="0"/>
                <a:ea typeface="ＭＳ Ｐゴシック" charset="0"/>
              </a:defRPr>
            </a:lvl4pPr>
            <a:lvl5pPr marL="2057400" indent="-228600">
              <a:defRPr kumimoji="1" sz="1600">
                <a:solidFill>
                  <a:schemeClr val="tx1"/>
                </a:solidFill>
                <a:latin typeface="Arial" charset="0"/>
                <a:ea typeface="ＭＳ Ｐゴシック" charset="0"/>
              </a:defRPr>
            </a:lvl5pPr>
            <a:lvl6pPr marL="2514600" indent="-228600" eaLnBrk="0" fontAlgn="base" hangingPunct="0">
              <a:spcBef>
                <a:spcPct val="20000"/>
              </a:spcBef>
              <a:spcAft>
                <a:spcPct val="0"/>
              </a:spcAft>
              <a:buClr>
                <a:srgbClr val="000000"/>
              </a:buClr>
              <a:defRPr kumimoji="1" sz="1600">
                <a:solidFill>
                  <a:schemeClr val="tx1"/>
                </a:solidFill>
                <a:latin typeface="Arial" charset="0"/>
                <a:ea typeface="ＭＳ Ｐゴシック" charset="0"/>
              </a:defRPr>
            </a:lvl6pPr>
            <a:lvl7pPr marL="2971800" indent="-228600" eaLnBrk="0" fontAlgn="base" hangingPunct="0">
              <a:spcBef>
                <a:spcPct val="20000"/>
              </a:spcBef>
              <a:spcAft>
                <a:spcPct val="0"/>
              </a:spcAft>
              <a:buClr>
                <a:srgbClr val="000000"/>
              </a:buClr>
              <a:defRPr kumimoji="1" sz="1600">
                <a:solidFill>
                  <a:schemeClr val="tx1"/>
                </a:solidFill>
                <a:latin typeface="Arial" charset="0"/>
                <a:ea typeface="ＭＳ Ｐゴシック" charset="0"/>
              </a:defRPr>
            </a:lvl7pPr>
            <a:lvl8pPr marL="3429000" indent="-228600" eaLnBrk="0" fontAlgn="base" hangingPunct="0">
              <a:spcBef>
                <a:spcPct val="20000"/>
              </a:spcBef>
              <a:spcAft>
                <a:spcPct val="0"/>
              </a:spcAft>
              <a:buClr>
                <a:srgbClr val="000000"/>
              </a:buClr>
              <a:defRPr kumimoji="1" sz="1600">
                <a:solidFill>
                  <a:schemeClr val="tx1"/>
                </a:solidFill>
                <a:latin typeface="Arial" charset="0"/>
                <a:ea typeface="ＭＳ Ｐゴシック" charset="0"/>
              </a:defRPr>
            </a:lvl8pPr>
            <a:lvl9pPr marL="3886200" indent="-228600" eaLnBrk="0" fontAlgn="base" hangingPunct="0">
              <a:spcBef>
                <a:spcPct val="20000"/>
              </a:spcBef>
              <a:spcAft>
                <a:spcPct val="0"/>
              </a:spcAft>
              <a:buClr>
                <a:srgbClr val="000000"/>
              </a:buClr>
              <a:defRPr kumimoji="1" sz="1600">
                <a:solidFill>
                  <a:schemeClr val="tx1"/>
                </a:solidFill>
                <a:latin typeface="Arial" charset="0"/>
                <a:ea typeface="ＭＳ Ｐゴシック" charset="0"/>
              </a:defRPr>
            </a:lvl9pPr>
          </a:lstStyle>
          <a:p>
            <a:pPr>
              <a:spcBef>
                <a:spcPct val="0"/>
              </a:spcBef>
              <a:buClrTx/>
            </a:pPr>
            <a:r>
              <a:rPr kumimoji="0" lang="en-US" sz="1800" dirty="0">
                <a:solidFill>
                  <a:srgbClr val="000000"/>
                </a:solidFill>
              </a:rPr>
              <a:t>Post-synthesis functional netlist</a:t>
            </a:r>
          </a:p>
        </p:txBody>
      </p:sp>
      <p:sp>
        <p:nvSpPr>
          <p:cNvPr id="139" name="Slide Number Placeholder 3"/>
          <p:cNvSpPr>
            <a:spLocks noGrp="1"/>
          </p:cNvSpPr>
          <p:nvPr>
            <p:ph type="sldNum" sz="quarter" idx="4"/>
          </p:nvPr>
        </p:nvSpPr>
        <p:spPr>
          <a:xfrm>
            <a:off x="3505907" y="6322681"/>
            <a:ext cx="2133600" cy="365125"/>
          </a:xfrm>
        </p:spPr>
        <p:txBody>
          <a:bodyPr/>
          <a:lstStyle/>
          <a:p>
            <a:fld id="{678EF7AC-325E-49D0-8897-E637594B55B4}" type="slidenum">
              <a:rPr lang="de-DE" smtClean="0"/>
              <a:pPr/>
              <a:t>15</a:t>
            </a:fld>
            <a:endParaRPr lang="de-DE" dirty="0"/>
          </a:p>
        </p:txBody>
      </p:sp>
      <p:sp>
        <p:nvSpPr>
          <p:cNvPr id="141" name="Line 133"/>
          <p:cNvSpPr>
            <a:spLocks noChangeShapeType="1"/>
          </p:cNvSpPr>
          <p:nvPr/>
        </p:nvSpPr>
        <p:spPr bwMode="auto">
          <a:xfrm rot="5400000">
            <a:off x="7277091" y="2345516"/>
            <a:ext cx="576000" cy="1587"/>
          </a:xfrm>
          <a:prstGeom prst="line">
            <a:avLst/>
          </a:prstGeom>
          <a:noFill/>
          <a:ln w="20638">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GB"/>
          </a:p>
        </p:txBody>
      </p:sp>
      <p:sp>
        <p:nvSpPr>
          <p:cNvPr id="142" name="Freeform 138"/>
          <p:cNvSpPr>
            <a:spLocks/>
          </p:cNvSpPr>
          <p:nvPr/>
        </p:nvSpPr>
        <p:spPr bwMode="auto">
          <a:xfrm rot="5400000">
            <a:off x="7460817" y="2662641"/>
            <a:ext cx="217487" cy="96838"/>
          </a:xfrm>
          <a:custGeom>
            <a:avLst/>
            <a:gdLst>
              <a:gd name="T0" fmla="*/ 217487 w 100"/>
              <a:gd name="T1" fmla="*/ 48419 h 50"/>
              <a:gd name="T2" fmla="*/ 0 w 100"/>
              <a:gd name="T3" fmla="*/ 0 h 50"/>
              <a:gd name="T4" fmla="*/ 0 w 100"/>
              <a:gd name="T5" fmla="*/ 96838 h 50"/>
              <a:gd name="T6" fmla="*/ 217487 w 100"/>
              <a:gd name="T7" fmla="*/ 48419 h 50"/>
              <a:gd name="T8" fmla="*/ 0 60000 65536"/>
              <a:gd name="T9" fmla="*/ 0 60000 65536"/>
              <a:gd name="T10" fmla="*/ 0 60000 65536"/>
              <a:gd name="T11" fmla="*/ 0 60000 65536"/>
              <a:gd name="T12" fmla="*/ 0 w 100"/>
              <a:gd name="T13" fmla="*/ 0 h 50"/>
              <a:gd name="T14" fmla="*/ 100 w 100"/>
              <a:gd name="T15" fmla="*/ 50 h 50"/>
            </a:gdLst>
            <a:ahLst/>
            <a:cxnLst>
              <a:cxn ang="T8">
                <a:pos x="T0" y="T1"/>
              </a:cxn>
              <a:cxn ang="T9">
                <a:pos x="T2" y="T3"/>
              </a:cxn>
              <a:cxn ang="T10">
                <a:pos x="T4" y="T5"/>
              </a:cxn>
              <a:cxn ang="T11">
                <a:pos x="T6" y="T7"/>
              </a:cxn>
            </a:cxnLst>
            <a:rect l="T12" t="T13" r="T14" b="T15"/>
            <a:pathLst>
              <a:path w="100" h="50">
                <a:moveTo>
                  <a:pt x="100" y="25"/>
                </a:moveTo>
                <a:lnTo>
                  <a:pt x="0" y="0"/>
                </a:lnTo>
                <a:lnTo>
                  <a:pt x="0" y="50"/>
                </a:lnTo>
                <a:lnTo>
                  <a:pt x="100" y="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p>
        </p:txBody>
      </p:sp>
      <p:sp>
        <p:nvSpPr>
          <p:cNvPr id="143" name="Line 133"/>
          <p:cNvSpPr>
            <a:spLocks noChangeShapeType="1"/>
          </p:cNvSpPr>
          <p:nvPr/>
        </p:nvSpPr>
        <p:spPr bwMode="auto">
          <a:xfrm rot="5400000">
            <a:off x="7493091" y="3508505"/>
            <a:ext cx="144000" cy="1587"/>
          </a:xfrm>
          <a:prstGeom prst="line">
            <a:avLst/>
          </a:prstGeom>
          <a:noFill/>
          <a:ln w="20638">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GB"/>
          </a:p>
        </p:txBody>
      </p:sp>
      <p:sp>
        <p:nvSpPr>
          <p:cNvPr id="144" name="Freeform 138"/>
          <p:cNvSpPr>
            <a:spLocks/>
          </p:cNvSpPr>
          <p:nvPr/>
        </p:nvSpPr>
        <p:spPr bwMode="auto">
          <a:xfrm rot="5400000">
            <a:off x="7460817" y="3576435"/>
            <a:ext cx="217487" cy="96838"/>
          </a:xfrm>
          <a:custGeom>
            <a:avLst/>
            <a:gdLst>
              <a:gd name="T0" fmla="*/ 217487 w 100"/>
              <a:gd name="T1" fmla="*/ 48419 h 50"/>
              <a:gd name="T2" fmla="*/ 0 w 100"/>
              <a:gd name="T3" fmla="*/ 0 h 50"/>
              <a:gd name="T4" fmla="*/ 0 w 100"/>
              <a:gd name="T5" fmla="*/ 96838 h 50"/>
              <a:gd name="T6" fmla="*/ 217487 w 100"/>
              <a:gd name="T7" fmla="*/ 48419 h 50"/>
              <a:gd name="T8" fmla="*/ 0 60000 65536"/>
              <a:gd name="T9" fmla="*/ 0 60000 65536"/>
              <a:gd name="T10" fmla="*/ 0 60000 65536"/>
              <a:gd name="T11" fmla="*/ 0 60000 65536"/>
              <a:gd name="T12" fmla="*/ 0 w 100"/>
              <a:gd name="T13" fmla="*/ 0 h 50"/>
              <a:gd name="T14" fmla="*/ 100 w 100"/>
              <a:gd name="T15" fmla="*/ 50 h 50"/>
            </a:gdLst>
            <a:ahLst/>
            <a:cxnLst>
              <a:cxn ang="T8">
                <a:pos x="T0" y="T1"/>
              </a:cxn>
              <a:cxn ang="T9">
                <a:pos x="T2" y="T3"/>
              </a:cxn>
              <a:cxn ang="T10">
                <a:pos x="T4" y="T5"/>
              </a:cxn>
              <a:cxn ang="T11">
                <a:pos x="T6" y="T7"/>
              </a:cxn>
            </a:cxnLst>
            <a:rect l="T12" t="T13" r="T14" b="T15"/>
            <a:pathLst>
              <a:path w="100" h="50">
                <a:moveTo>
                  <a:pt x="100" y="25"/>
                </a:moveTo>
                <a:lnTo>
                  <a:pt x="0" y="0"/>
                </a:lnTo>
                <a:lnTo>
                  <a:pt x="0" y="50"/>
                </a:lnTo>
                <a:lnTo>
                  <a:pt x="100" y="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p>
        </p:txBody>
      </p:sp>
      <p:sp>
        <p:nvSpPr>
          <p:cNvPr id="145" name="Line 133"/>
          <p:cNvSpPr>
            <a:spLocks noChangeShapeType="1"/>
          </p:cNvSpPr>
          <p:nvPr/>
        </p:nvSpPr>
        <p:spPr bwMode="auto">
          <a:xfrm rot="5400000">
            <a:off x="7493091" y="4422299"/>
            <a:ext cx="144000" cy="1587"/>
          </a:xfrm>
          <a:prstGeom prst="line">
            <a:avLst/>
          </a:prstGeom>
          <a:noFill/>
          <a:ln w="20638">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GB"/>
          </a:p>
        </p:txBody>
      </p:sp>
      <p:sp>
        <p:nvSpPr>
          <p:cNvPr id="146" name="Freeform 138"/>
          <p:cNvSpPr>
            <a:spLocks/>
          </p:cNvSpPr>
          <p:nvPr/>
        </p:nvSpPr>
        <p:spPr bwMode="auto">
          <a:xfrm rot="5400000">
            <a:off x="7460817" y="4490229"/>
            <a:ext cx="217487" cy="96838"/>
          </a:xfrm>
          <a:custGeom>
            <a:avLst/>
            <a:gdLst>
              <a:gd name="T0" fmla="*/ 217487 w 100"/>
              <a:gd name="T1" fmla="*/ 48419 h 50"/>
              <a:gd name="T2" fmla="*/ 0 w 100"/>
              <a:gd name="T3" fmla="*/ 0 h 50"/>
              <a:gd name="T4" fmla="*/ 0 w 100"/>
              <a:gd name="T5" fmla="*/ 96838 h 50"/>
              <a:gd name="T6" fmla="*/ 217487 w 100"/>
              <a:gd name="T7" fmla="*/ 48419 h 50"/>
              <a:gd name="T8" fmla="*/ 0 60000 65536"/>
              <a:gd name="T9" fmla="*/ 0 60000 65536"/>
              <a:gd name="T10" fmla="*/ 0 60000 65536"/>
              <a:gd name="T11" fmla="*/ 0 60000 65536"/>
              <a:gd name="T12" fmla="*/ 0 w 100"/>
              <a:gd name="T13" fmla="*/ 0 h 50"/>
              <a:gd name="T14" fmla="*/ 100 w 100"/>
              <a:gd name="T15" fmla="*/ 50 h 50"/>
            </a:gdLst>
            <a:ahLst/>
            <a:cxnLst>
              <a:cxn ang="T8">
                <a:pos x="T0" y="T1"/>
              </a:cxn>
              <a:cxn ang="T9">
                <a:pos x="T2" y="T3"/>
              </a:cxn>
              <a:cxn ang="T10">
                <a:pos x="T4" y="T5"/>
              </a:cxn>
              <a:cxn ang="T11">
                <a:pos x="T6" y="T7"/>
              </a:cxn>
            </a:cxnLst>
            <a:rect l="T12" t="T13" r="T14" b="T15"/>
            <a:pathLst>
              <a:path w="100" h="50">
                <a:moveTo>
                  <a:pt x="100" y="25"/>
                </a:moveTo>
                <a:lnTo>
                  <a:pt x="0" y="0"/>
                </a:lnTo>
                <a:lnTo>
                  <a:pt x="0" y="50"/>
                </a:lnTo>
                <a:lnTo>
                  <a:pt x="100" y="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p>
        </p:txBody>
      </p:sp>
      <p:sp>
        <p:nvSpPr>
          <p:cNvPr id="147" name="Line 133"/>
          <p:cNvSpPr>
            <a:spLocks noChangeShapeType="1"/>
          </p:cNvSpPr>
          <p:nvPr/>
        </p:nvSpPr>
        <p:spPr bwMode="auto">
          <a:xfrm rot="5400000">
            <a:off x="7493091" y="5336093"/>
            <a:ext cx="144000" cy="1587"/>
          </a:xfrm>
          <a:prstGeom prst="line">
            <a:avLst/>
          </a:prstGeom>
          <a:noFill/>
          <a:ln w="20638">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GB"/>
          </a:p>
        </p:txBody>
      </p:sp>
      <p:sp>
        <p:nvSpPr>
          <p:cNvPr id="148" name="Freeform 138"/>
          <p:cNvSpPr>
            <a:spLocks/>
          </p:cNvSpPr>
          <p:nvPr/>
        </p:nvSpPr>
        <p:spPr bwMode="auto">
          <a:xfrm rot="5400000">
            <a:off x="7460817" y="5404023"/>
            <a:ext cx="217487" cy="96838"/>
          </a:xfrm>
          <a:custGeom>
            <a:avLst/>
            <a:gdLst>
              <a:gd name="T0" fmla="*/ 217487 w 100"/>
              <a:gd name="T1" fmla="*/ 48419 h 50"/>
              <a:gd name="T2" fmla="*/ 0 w 100"/>
              <a:gd name="T3" fmla="*/ 0 h 50"/>
              <a:gd name="T4" fmla="*/ 0 w 100"/>
              <a:gd name="T5" fmla="*/ 96838 h 50"/>
              <a:gd name="T6" fmla="*/ 217487 w 100"/>
              <a:gd name="T7" fmla="*/ 48419 h 50"/>
              <a:gd name="T8" fmla="*/ 0 60000 65536"/>
              <a:gd name="T9" fmla="*/ 0 60000 65536"/>
              <a:gd name="T10" fmla="*/ 0 60000 65536"/>
              <a:gd name="T11" fmla="*/ 0 60000 65536"/>
              <a:gd name="T12" fmla="*/ 0 w 100"/>
              <a:gd name="T13" fmla="*/ 0 h 50"/>
              <a:gd name="T14" fmla="*/ 100 w 100"/>
              <a:gd name="T15" fmla="*/ 50 h 50"/>
            </a:gdLst>
            <a:ahLst/>
            <a:cxnLst>
              <a:cxn ang="T8">
                <a:pos x="T0" y="T1"/>
              </a:cxn>
              <a:cxn ang="T9">
                <a:pos x="T2" y="T3"/>
              </a:cxn>
              <a:cxn ang="T10">
                <a:pos x="T4" y="T5"/>
              </a:cxn>
              <a:cxn ang="T11">
                <a:pos x="T6" y="T7"/>
              </a:cxn>
            </a:cxnLst>
            <a:rect l="T12" t="T13" r="T14" b="T15"/>
            <a:pathLst>
              <a:path w="100" h="50">
                <a:moveTo>
                  <a:pt x="100" y="25"/>
                </a:moveTo>
                <a:lnTo>
                  <a:pt x="0" y="0"/>
                </a:lnTo>
                <a:lnTo>
                  <a:pt x="0" y="50"/>
                </a:lnTo>
                <a:lnTo>
                  <a:pt x="100" y="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p>
        </p:txBody>
      </p:sp>
      <p:sp>
        <p:nvSpPr>
          <p:cNvPr id="149" name="Line 133"/>
          <p:cNvSpPr>
            <a:spLocks noChangeShapeType="1"/>
          </p:cNvSpPr>
          <p:nvPr/>
        </p:nvSpPr>
        <p:spPr bwMode="auto">
          <a:xfrm flipH="1">
            <a:off x="5095289" y="3173615"/>
            <a:ext cx="1152000" cy="1587"/>
          </a:xfrm>
          <a:prstGeom prst="line">
            <a:avLst/>
          </a:prstGeom>
          <a:noFill/>
          <a:ln w="20638">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GB"/>
          </a:p>
        </p:txBody>
      </p:sp>
      <p:sp>
        <p:nvSpPr>
          <p:cNvPr id="150" name="Freeform 138"/>
          <p:cNvSpPr>
            <a:spLocks/>
          </p:cNvSpPr>
          <p:nvPr/>
        </p:nvSpPr>
        <p:spPr bwMode="auto">
          <a:xfrm flipH="1">
            <a:off x="4942990" y="3124402"/>
            <a:ext cx="217487" cy="96838"/>
          </a:xfrm>
          <a:custGeom>
            <a:avLst/>
            <a:gdLst>
              <a:gd name="T0" fmla="*/ 217487 w 100"/>
              <a:gd name="T1" fmla="*/ 48419 h 50"/>
              <a:gd name="T2" fmla="*/ 0 w 100"/>
              <a:gd name="T3" fmla="*/ 0 h 50"/>
              <a:gd name="T4" fmla="*/ 0 w 100"/>
              <a:gd name="T5" fmla="*/ 96838 h 50"/>
              <a:gd name="T6" fmla="*/ 217487 w 100"/>
              <a:gd name="T7" fmla="*/ 48419 h 50"/>
              <a:gd name="T8" fmla="*/ 0 60000 65536"/>
              <a:gd name="T9" fmla="*/ 0 60000 65536"/>
              <a:gd name="T10" fmla="*/ 0 60000 65536"/>
              <a:gd name="T11" fmla="*/ 0 60000 65536"/>
              <a:gd name="T12" fmla="*/ 0 w 100"/>
              <a:gd name="T13" fmla="*/ 0 h 50"/>
              <a:gd name="T14" fmla="*/ 100 w 100"/>
              <a:gd name="T15" fmla="*/ 50 h 50"/>
            </a:gdLst>
            <a:ahLst/>
            <a:cxnLst>
              <a:cxn ang="T8">
                <a:pos x="T0" y="T1"/>
              </a:cxn>
              <a:cxn ang="T9">
                <a:pos x="T2" y="T3"/>
              </a:cxn>
              <a:cxn ang="T10">
                <a:pos x="T4" y="T5"/>
              </a:cxn>
              <a:cxn ang="T11">
                <a:pos x="T6" y="T7"/>
              </a:cxn>
            </a:cxnLst>
            <a:rect l="T12" t="T13" r="T14" b="T15"/>
            <a:pathLst>
              <a:path w="100" h="50">
                <a:moveTo>
                  <a:pt x="100" y="25"/>
                </a:moveTo>
                <a:lnTo>
                  <a:pt x="0" y="0"/>
                </a:lnTo>
                <a:lnTo>
                  <a:pt x="0" y="50"/>
                </a:lnTo>
                <a:lnTo>
                  <a:pt x="100" y="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p>
        </p:txBody>
      </p:sp>
      <p:sp>
        <p:nvSpPr>
          <p:cNvPr id="151" name="Line 133"/>
          <p:cNvSpPr>
            <a:spLocks noChangeShapeType="1"/>
          </p:cNvSpPr>
          <p:nvPr/>
        </p:nvSpPr>
        <p:spPr bwMode="auto">
          <a:xfrm flipH="1">
            <a:off x="5095289" y="5001203"/>
            <a:ext cx="1152000" cy="1587"/>
          </a:xfrm>
          <a:prstGeom prst="line">
            <a:avLst/>
          </a:prstGeom>
          <a:noFill/>
          <a:ln w="20638">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GB"/>
          </a:p>
        </p:txBody>
      </p:sp>
      <p:sp>
        <p:nvSpPr>
          <p:cNvPr id="152" name="Freeform 138"/>
          <p:cNvSpPr>
            <a:spLocks/>
          </p:cNvSpPr>
          <p:nvPr/>
        </p:nvSpPr>
        <p:spPr bwMode="auto">
          <a:xfrm flipH="1">
            <a:off x="4942990" y="4951990"/>
            <a:ext cx="217487" cy="96838"/>
          </a:xfrm>
          <a:custGeom>
            <a:avLst/>
            <a:gdLst>
              <a:gd name="T0" fmla="*/ 217487 w 100"/>
              <a:gd name="T1" fmla="*/ 48419 h 50"/>
              <a:gd name="T2" fmla="*/ 0 w 100"/>
              <a:gd name="T3" fmla="*/ 0 h 50"/>
              <a:gd name="T4" fmla="*/ 0 w 100"/>
              <a:gd name="T5" fmla="*/ 96838 h 50"/>
              <a:gd name="T6" fmla="*/ 217487 w 100"/>
              <a:gd name="T7" fmla="*/ 48419 h 50"/>
              <a:gd name="T8" fmla="*/ 0 60000 65536"/>
              <a:gd name="T9" fmla="*/ 0 60000 65536"/>
              <a:gd name="T10" fmla="*/ 0 60000 65536"/>
              <a:gd name="T11" fmla="*/ 0 60000 65536"/>
              <a:gd name="T12" fmla="*/ 0 w 100"/>
              <a:gd name="T13" fmla="*/ 0 h 50"/>
              <a:gd name="T14" fmla="*/ 100 w 100"/>
              <a:gd name="T15" fmla="*/ 50 h 50"/>
            </a:gdLst>
            <a:ahLst/>
            <a:cxnLst>
              <a:cxn ang="T8">
                <a:pos x="T0" y="T1"/>
              </a:cxn>
              <a:cxn ang="T9">
                <a:pos x="T2" y="T3"/>
              </a:cxn>
              <a:cxn ang="T10">
                <a:pos x="T4" y="T5"/>
              </a:cxn>
              <a:cxn ang="T11">
                <a:pos x="T6" y="T7"/>
              </a:cxn>
            </a:cxnLst>
            <a:rect l="T12" t="T13" r="T14" b="T15"/>
            <a:pathLst>
              <a:path w="100" h="50">
                <a:moveTo>
                  <a:pt x="100" y="25"/>
                </a:moveTo>
                <a:lnTo>
                  <a:pt x="0" y="0"/>
                </a:lnTo>
                <a:lnTo>
                  <a:pt x="0" y="50"/>
                </a:lnTo>
                <a:lnTo>
                  <a:pt x="100" y="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p>
        </p:txBody>
      </p:sp>
      <p:sp>
        <p:nvSpPr>
          <p:cNvPr id="154" name="Title 1"/>
          <p:cNvSpPr>
            <a:spLocks noGrp="1"/>
          </p:cNvSpPr>
          <p:nvPr>
            <p:ph type="title"/>
          </p:nvPr>
        </p:nvSpPr>
        <p:spPr/>
        <p:txBody>
          <a:bodyPr/>
          <a:lstStyle/>
          <a:p>
            <a:r>
              <a:rPr lang="en-GB" dirty="0"/>
              <a:t>Step 2 - Synthesis</a:t>
            </a:r>
          </a:p>
        </p:txBody>
      </p:sp>
      <p:grpSp>
        <p:nvGrpSpPr>
          <p:cNvPr id="40" name="Group 39"/>
          <p:cNvGrpSpPr>
            <a:grpSpLocks noChangeAspect="1"/>
          </p:cNvGrpSpPr>
          <p:nvPr/>
        </p:nvGrpSpPr>
        <p:grpSpPr>
          <a:xfrm flipH="1">
            <a:off x="628940" y="3639619"/>
            <a:ext cx="4095359" cy="2378464"/>
            <a:chOff x="36000" y="1332000"/>
            <a:chExt cx="8532000" cy="4955132"/>
          </a:xfrm>
        </p:grpSpPr>
        <p:pic>
          <p:nvPicPr>
            <p:cNvPr id="41" name="Picture 3" descr="C:\Backup\Lancaster University\Teaching\ENGR228_Digital Electronic\A Montazeri_ENGR228\Pics\10.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6000" y="1332000"/>
              <a:ext cx="8532000" cy="4955132"/>
            </a:xfrm>
            <a:prstGeom prst="rect">
              <a:avLst/>
            </a:prstGeom>
            <a:noFill/>
            <a:extLst>
              <a:ext uri="{909E8E84-426E-40DD-AFC4-6F175D3DCCD1}">
                <a14:hiddenFill xmlns:a14="http://schemas.microsoft.com/office/drawing/2010/main">
                  <a:solidFill>
                    <a:srgbClr val="FFFFFF"/>
                  </a:solidFill>
                </a14:hiddenFill>
              </a:ext>
            </a:extLst>
          </p:spPr>
        </p:pic>
        <p:sp>
          <p:nvSpPr>
            <p:cNvPr id="42" name="Rectangle 4"/>
            <p:cNvSpPr>
              <a:spLocks noChangeArrowheads="1"/>
            </p:cNvSpPr>
            <p:nvPr/>
          </p:nvSpPr>
          <p:spPr bwMode="auto">
            <a:xfrm>
              <a:off x="155329" y="4696282"/>
              <a:ext cx="7467600" cy="1575000"/>
            </a:xfrm>
            <a:prstGeom prst="rect">
              <a:avLst/>
            </a:prstGeom>
            <a:noFill/>
            <a:ln w="19050">
              <a:solidFill>
                <a:srgbClr val="990099"/>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spcBef>
                  <a:spcPct val="0"/>
                </a:spcBef>
                <a:buClrTx/>
              </a:pPr>
              <a:endParaRPr kumimoji="0" lang="pl-PL" sz="2000">
                <a:solidFill>
                  <a:srgbClr val="402000"/>
                </a:solidFill>
                <a:latin typeface="Times New Roman" charset="0"/>
              </a:endParaRPr>
            </a:p>
          </p:txBody>
        </p:sp>
        <p:sp>
          <p:nvSpPr>
            <p:cNvPr id="43" name="Rectangle 5"/>
            <p:cNvSpPr>
              <a:spLocks noChangeArrowheads="1"/>
            </p:cNvSpPr>
            <p:nvPr/>
          </p:nvSpPr>
          <p:spPr bwMode="auto">
            <a:xfrm>
              <a:off x="156550" y="3794820"/>
              <a:ext cx="2819401" cy="815627"/>
            </a:xfrm>
            <a:prstGeom prst="rect">
              <a:avLst/>
            </a:prstGeom>
            <a:noFill/>
            <a:ln w="19050">
              <a:solidFill>
                <a:schemeClr val="accent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solidFill>
                  <a:srgbClr val="402000"/>
                </a:solidFill>
              </a:endParaRPr>
            </a:p>
          </p:txBody>
        </p:sp>
        <p:sp>
          <p:nvSpPr>
            <p:cNvPr id="44" name="Rectangle 6"/>
            <p:cNvSpPr>
              <a:spLocks noChangeArrowheads="1"/>
            </p:cNvSpPr>
            <p:nvPr/>
          </p:nvSpPr>
          <p:spPr bwMode="auto">
            <a:xfrm>
              <a:off x="2517530" y="2207881"/>
              <a:ext cx="1447800" cy="868946"/>
            </a:xfrm>
            <a:prstGeom prst="rect">
              <a:avLst/>
            </a:prstGeom>
            <a:noFill/>
            <a:ln w="19050">
              <a:solidFill>
                <a:srgbClr val="00808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solidFill>
                  <a:srgbClr val="402000"/>
                </a:solidFill>
              </a:endParaRPr>
            </a:p>
          </p:txBody>
        </p:sp>
        <p:sp>
          <p:nvSpPr>
            <p:cNvPr id="45" name="Rectangle 7"/>
            <p:cNvSpPr>
              <a:spLocks noChangeArrowheads="1"/>
            </p:cNvSpPr>
            <p:nvPr/>
          </p:nvSpPr>
          <p:spPr bwMode="auto">
            <a:xfrm>
              <a:off x="4949130" y="3270502"/>
              <a:ext cx="2667001" cy="1299579"/>
            </a:xfrm>
            <a:prstGeom prst="rect">
              <a:avLst/>
            </a:prstGeom>
            <a:noFill/>
            <a:ln w="19050">
              <a:solidFill>
                <a:srgbClr val="FF33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solidFill>
                  <a:srgbClr val="402000"/>
                </a:solidFill>
              </a:endParaRPr>
            </a:p>
          </p:txBody>
        </p:sp>
        <p:sp>
          <p:nvSpPr>
            <p:cNvPr id="46" name="Text Box 10"/>
            <p:cNvSpPr txBox="1">
              <a:spLocks noChangeArrowheads="1"/>
            </p:cNvSpPr>
            <p:nvPr/>
          </p:nvSpPr>
          <p:spPr bwMode="auto">
            <a:xfrm>
              <a:off x="1907930" y="3821162"/>
              <a:ext cx="1066800" cy="4488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kumimoji="1" sz="1600">
                  <a:solidFill>
                    <a:schemeClr val="tx1"/>
                  </a:solidFill>
                  <a:latin typeface="Arial" charset="0"/>
                  <a:ea typeface="ＭＳ Ｐゴシック" charset="0"/>
                  <a:cs typeface="ＭＳ Ｐゴシック" charset="0"/>
                </a:defRPr>
              </a:lvl1pPr>
              <a:lvl2pPr marL="742950" indent="-285750">
                <a:defRPr kumimoji="1" sz="1600">
                  <a:solidFill>
                    <a:schemeClr val="tx1"/>
                  </a:solidFill>
                  <a:latin typeface="Arial" charset="0"/>
                  <a:ea typeface="ＭＳ Ｐゴシック" charset="0"/>
                </a:defRPr>
              </a:lvl2pPr>
              <a:lvl3pPr marL="1143000" indent="-228600">
                <a:defRPr kumimoji="1" sz="1600">
                  <a:solidFill>
                    <a:schemeClr val="tx1"/>
                  </a:solidFill>
                  <a:latin typeface="Arial" charset="0"/>
                  <a:ea typeface="ＭＳ Ｐゴシック" charset="0"/>
                </a:defRPr>
              </a:lvl3pPr>
              <a:lvl4pPr marL="1600200" indent="-228600">
                <a:defRPr kumimoji="1" sz="1600">
                  <a:solidFill>
                    <a:schemeClr val="tx1"/>
                  </a:solidFill>
                  <a:latin typeface="Arial" charset="0"/>
                  <a:ea typeface="ＭＳ Ｐゴシック" charset="0"/>
                </a:defRPr>
              </a:lvl4pPr>
              <a:lvl5pPr marL="2057400" indent="-228600">
                <a:defRPr kumimoji="1" sz="1600">
                  <a:solidFill>
                    <a:schemeClr val="tx1"/>
                  </a:solidFill>
                  <a:latin typeface="Arial" charset="0"/>
                  <a:ea typeface="ＭＳ Ｐゴシック" charset="0"/>
                </a:defRPr>
              </a:lvl5pPr>
              <a:lvl6pPr marL="2514600" indent="-228600" eaLnBrk="0" fontAlgn="base" hangingPunct="0">
                <a:spcBef>
                  <a:spcPct val="20000"/>
                </a:spcBef>
                <a:spcAft>
                  <a:spcPct val="0"/>
                </a:spcAft>
                <a:buClr>
                  <a:srgbClr val="000000"/>
                </a:buClr>
                <a:defRPr kumimoji="1" sz="1600">
                  <a:solidFill>
                    <a:schemeClr val="tx1"/>
                  </a:solidFill>
                  <a:latin typeface="Arial" charset="0"/>
                  <a:ea typeface="ＭＳ Ｐゴシック" charset="0"/>
                </a:defRPr>
              </a:lvl6pPr>
              <a:lvl7pPr marL="2971800" indent="-228600" eaLnBrk="0" fontAlgn="base" hangingPunct="0">
                <a:spcBef>
                  <a:spcPct val="20000"/>
                </a:spcBef>
                <a:spcAft>
                  <a:spcPct val="0"/>
                </a:spcAft>
                <a:buClr>
                  <a:srgbClr val="000000"/>
                </a:buClr>
                <a:defRPr kumimoji="1" sz="1600">
                  <a:solidFill>
                    <a:schemeClr val="tx1"/>
                  </a:solidFill>
                  <a:latin typeface="Arial" charset="0"/>
                  <a:ea typeface="ＭＳ Ｐゴシック" charset="0"/>
                </a:defRPr>
              </a:lvl7pPr>
              <a:lvl8pPr marL="3429000" indent="-228600" eaLnBrk="0" fontAlgn="base" hangingPunct="0">
                <a:spcBef>
                  <a:spcPct val="20000"/>
                </a:spcBef>
                <a:spcAft>
                  <a:spcPct val="0"/>
                </a:spcAft>
                <a:buClr>
                  <a:srgbClr val="000000"/>
                </a:buClr>
                <a:defRPr kumimoji="1" sz="1600">
                  <a:solidFill>
                    <a:schemeClr val="tx1"/>
                  </a:solidFill>
                  <a:latin typeface="Arial" charset="0"/>
                  <a:ea typeface="ＭＳ Ｐゴシック" charset="0"/>
                </a:defRPr>
              </a:lvl8pPr>
              <a:lvl9pPr marL="3886200" indent="-228600" eaLnBrk="0" fontAlgn="base" hangingPunct="0">
                <a:spcBef>
                  <a:spcPct val="20000"/>
                </a:spcBef>
                <a:spcAft>
                  <a:spcPct val="0"/>
                </a:spcAft>
                <a:buClr>
                  <a:srgbClr val="000000"/>
                </a:buClr>
                <a:defRPr kumimoji="1" sz="1600">
                  <a:solidFill>
                    <a:schemeClr val="tx1"/>
                  </a:solidFill>
                  <a:latin typeface="Arial" charset="0"/>
                  <a:ea typeface="ＭＳ Ｐゴシック" charset="0"/>
                </a:defRPr>
              </a:lvl9pPr>
            </a:lstStyle>
            <a:p>
              <a:pPr>
                <a:spcBef>
                  <a:spcPct val="50000"/>
                </a:spcBef>
                <a:buClrTx/>
              </a:pPr>
              <a:r>
                <a:rPr kumimoji="0" lang="en-US" sz="800" b="1" dirty="0">
                  <a:solidFill>
                    <a:srgbClr val="FF3300"/>
                  </a:solidFill>
                  <a:latin typeface="Times New Roman" charset="0"/>
                </a:rPr>
                <a:t>LUT2</a:t>
              </a:r>
            </a:p>
          </p:txBody>
        </p:sp>
        <p:sp>
          <p:nvSpPr>
            <p:cNvPr id="47" name="Text Box 11"/>
            <p:cNvSpPr txBox="1">
              <a:spLocks noChangeArrowheads="1"/>
            </p:cNvSpPr>
            <p:nvPr/>
          </p:nvSpPr>
          <p:spPr bwMode="auto">
            <a:xfrm>
              <a:off x="2669928" y="4799691"/>
              <a:ext cx="1104836" cy="4488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kumimoji="1" sz="1600">
                  <a:solidFill>
                    <a:schemeClr val="tx1"/>
                  </a:solidFill>
                  <a:latin typeface="Arial" charset="0"/>
                  <a:ea typeface="ＭＳ Ｐゴシック" charset="0"/>
                  <a:cs typeface="ＭＳ Ｐゴシック" charset="0"/>
                </a:defRPr>
              </a:lvl1pPr>
              <a:lvl2pPr marL="742950" indent="-285750">
                <a:defRPr kumimoji="1" sz="1600">
                  <a:solidFill>
                    <a:schemeClr val="tx1"/>
                  </a:solidFill>
                  <a:latin typeface="Arial" charset="0"/>
                  <a:ea typeface="ＭＳ Ｐゴシック" charset="0"/>
                </a:defRPr>
              </a:lvl2pPr>
              <a:lvl3pPr marL="1143000" indent="-228600">
                <a:defRPr kumimoji="1" sz="1600">
                  <a:solidFill>
                    <a:schemeClr val="tx1"/>
                  </a:solidFill>
                  <a:latin typeface="Arial" charset="0"/>
                  <a:ea typeface="ＭＳ Ｐゴシック" charset="0"/>
                </a:defRPr>
              </a:lvl3pPr>
              <a:lvl4pPr marL="1600200" indent="-228600">
                <a:defRPr kumimoji="1" sz="1600">
                  <a:solidFill>
                    <a:schemeClr val="tx1"/>
                  </a:solidFill>
                  <a:latin typeface="Arial" charset="0"/>
                  <a:ea typeface="ＭＳ Ｐゴシック" charset="0"/>
                </a:defRPr>
              </a:lvl4pPr>
              <a:lvl5pPr marL="2057400" indent="-228600">
                <a:defRPr kumimoji="1" sz="1600">
                  <a:solidFill>
                    <a:schemeClr val="tx1"/>
                  </a:solidFill>
                  <a:latin typeface="Arial" charset="0"/>
                  <a:ea typeface="ＭＳ Ｐゴシック" charset="0"/>
                </a:defRPr>
              </a:lvl5pPr>
              <a:lvl6pPr marL="2514600" indent="-228600" eaLnBrk="0" fontAlgn="base" hangingPunct="0">
                <a:spcBef>
                  <a:spcPct val="20000"/>
                </a:spcBef>
                <a:spcAft>
                  <a:spcPct val="0"/>
                </a:spcAft>
                <a:buClr>
                  <a:srgbClr val="000000"/>
                </a:buClr>
                <a:defRPr kumimoji="1" sz="1600">
                  <a:solidFill>
                    <a:schemeClr val="tx1"/>
                  </a:solidFill>
                  <a:latin typeface="Arial" charset="0"/>
                  <a:ea typeface="ＭＳ Ｐゴシック" charset="0"/>
                </a:defRPr>
              </a:lvl6pPr>
              <a:lvl7pPr marL="2971800" indent="-228600" eaLnBrk="0" fontAlgn="base" hangingPunct="0">
                <a:spcBef>
                  <a:spcPct val="20000"/>
                </a:spcBef>
                <a:spcAft>
                  <a:spcPct val="0"/>
                </a:spcAft>
                <a:buClr>
                  <a:srgbClr val="000000"/>
                </a:buClr>
                <a:defRPr kumimoji="1" sz="1600">
                  <a:solidFill>
                    <a:schemeClr val="tx1"/>
                  </a:solidFill>
                  <a:latin typeface="Arial" charset="0"/>
                  <a:ea typeface="ＭＳ Ｐゴシック" charset="0"/>
                </a:defRPr>
              </a:lvl7pPr>
              <a:lvl8pPr marL="3429000" indent="-228600" eaLnBrk="0" fontAlgn="base" hangingPunct="0">
                <a:spcBef>
                  <a:spcPct val="20000"/>
                </a:spcBef>
                <a:spcAft>
                  <a:spcPct val="0"/>
                </a:spcAft>
                <a:buClr>
                  <a:srgbClr val="000000"/>
                </a:buClr>
                <a:defRPr kumimoji="1" sz="1600">
                  <a:solidFill>
                    <a:schemeClr val="tx1"/>
                  </a:solidFill>
                  <a:latin typeface="Arial" charset="0"/>
                  <a:ea typeface="ＭＳ Ｐゴシック" charset="0"/>
                </a:defRPr>
              </a:lvl8pPr>
              <a:lvl9pPr marL="3886200" indent="-228600" eaLnBrk="0" fontAlgn="base" hangingPunct="0">
                <a:spcBef>
                  <a:spcPct val="20000"/>
                </a:spcBef>
                <a:spcAft>
                  <a:spcPct val="0"/>
                </a:spcAft>
                <a:buClr>
                  <a:srgbClr val="000000"/>
                </a:buClr>
                <a:defRPr kumimoji="1" sz="1600">
                  <a:solidFill>
                    <a:schemeClr val="tx1"/>
                  </a:solidFill>
                  <a:latin typeface="Arial" charset="0"/>
                  <a:ea typeface="ＭＳ Ｐゴシック" charset="0"/>
                </a:defRPr>
              </a:lvl9pPr>
            </a:lstStyle>
            <a:p>
              <a:pPr>
                <a:spcBef>
                  <a:spcPct val="50000"/>
                </a:spcBef>
                <a:buClrTx/>
              </a:pPr>
              <a:r>
                <a:rPr kumimoji="0" lang="en-US" sz="800" b="1" dirty="0">
                  <a:solidFill>
                    <a:srgbClr val="FF3300"/>
                  </a:solidFill>
                  <a:latin typeface="Times New Roman" charset="0"/>
                </a:rPr>
                <a:t>LUT3</a:t>
              </a:r>
            </a:p>
          </p:txBody>
        </p:sp>
        <p:sp>
          <p:nvSpPr>
            <p:cNvPr id="48" name="Text Box 12"/>
            <p:cNvSpPr txBox="1">
              <a:spLocks noChangeArrowheads="1"/>
            </p:cNvSpPr>
            <p:nvPr/>
          </p:nvSpPr>
          <p:spPr bwMode="auto">
            <a:xfrm>
              <a:off x="2974730" y="2210608"/>
              <a:ext cx="990600" cy="4488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kumimoji="1" sz="1600">
                  <a:solidFill>
                    <a:schemeClr val="tx1"/>
                  </a:solidFill>
                  <a:latin typeface="Arial" charset="0"/>
                  <a:ea typeface="ＭＳ Ｐゴシック" charset="0"/>
                  <a:cs typeface="ＭＳ Ｐゴシック" charset="0"/>
                </a:defRPr>
              </a:lvl1pPr>
              <a:lvl2pPr marL="742950" indent="-285750">
                <a:defRPr kumimoji="1" sz="1600">
                  <a:solidFill>
                    <a:schemeClr val="tx1"/>
                  </a:solidFill>
                  <a:latin typeface="Arial" charset="0"/>
                  <a:ea typeface="ＭＳ Ｐゴシック" charset="0"/>
                </a:defRPr>
              </a:lvl2pPr>
              <a:lvl3pPr marL="1143000" indent="-228600">
                <a:defRPr kumimoji="1" sz="1600">
                  <a:solidFill>
                    <a:schemeClr val="tx1"/>
                  </a:solidFill>
                  <a:latin typeface="Arial" charset="0"/>
                  <a:ea typeface="ＭＳ Ｐゴシック" charset="0"/>
                </a:defRPr>
              </a:lvl3pPr>
              <a:lvl4pPr marL="1600200" indent="-228600">
                <a:defRPr kumimoji="1" sz="1600">
                  <a:solidFill>
                    <a:schemeClr val="tx1"/>
                  </a:solidFill>
                  <a:latin typeface="Arial" charset="0"/>
                  <a:ea typeface="ＭＳ Ｐゴシック" charset="0"/>
                </a:defRPr>
              </a:lvl4pPr>
              <a:lvl5pPr marL="2057400" indent="-228600">
                <a:defRPr kumimoji="1" sz="1600">
                  <a:solidFill>
                    <a:schemeClr val="tx1"/>
                  </a:solidFill>
                  <a:latin typeface="Arial" charset="0"/>
                  <a:ea typeface="ＭＳ Ｐゴシック" charset="0"/>
                </a:defRPr>
              </a:lvl5pPr>
              <a:lvl6pPr marL="2514600" indent="-228600" eaLnBrk="0" fontAlgn="base" hangingPunct="0">
                <a:spcBef>
                  <a:spcPct val="20000"/>
                </a:spcBef>
                <a:spcAft>
                  <a:spcPct val="0"/>
                </a:spcAft>
                <a:buClr>
                  <a:srgbClr val="000000"/>
                </a:buClr>
                <a:defRPr kumimoji="1" sz="1600">
                  <a:solidFill>
                    <a:schemeClr val="tx1"/>
                  </a:solidFill>
                  <a:latin typeface="Arial" charset="0"/>
                  <a:ea typeface="ＭＳ Ｐゴシック" charset="0"/>
                </a:defRPr>
              </a:lvl6pPr>
              <a:lvl7pPr marL="2971800" indent="-228600" eaLnBrk="0" fontAlgn="base" hangingPunct="0">
                <a:spcBef>
                  <a:spcPct val="20000"/>
                </a:spcBef>
                <a:spcAft>
                  <a:spcPct val="0"/>
                </a:spcAft>
                <a:buClr>
                  <a:srgbClr val="000000"/>
                </a:buClr>
                <a:defRPr kumimoji="1" sz="1600">
                  <a:solidFill>
                    <a:schemeClr val="tx1"/>
                  </a:solidFill>
                  <a:latin typeface="Arial" charset="0"/>
                  <a:ea typeface="ＭＳ Ｐゴシック" charset="0"/>
                </a:defRPr>
              </a:lvl7pPr>
              <a:lvl8pPr marL="3429000" indent="-228600" eaLnBrk="0" fontAlgn="base" hangingPunct="0">
                <a:spcBef>
                  <a:spcPct val="20000"/>
                </a:spcBef>
                <a:spcAft>
                  <a:spcPct val="0"/>
                </a:spcAft>
                <a:buClr>
                  <a:srgbClr val="000000"/>
                </a:buClr>
                <a:defRPr kumimoji="1" sz="1600">
                  <a:solidFill>
                    <a:schemeClr val="tx1"/>
                  </a:solidFill>
                  <a:latin typeface="Arial" charset="0"/>
                  <a:ea typeface="ＭＳ Ｐゴシック" charset="0"/>
                </a:defRPr>
              </a:lvl8pPr>
              <a:lvl9pPr marL="3886200" indent="-228600" eaLnBrk="0" fontAlgn="base" hangingPunct="0">
                <a:spcBef>
                  <a:spcPct val="20000"/>
                </a:spcBef>
                <a:spcAft>
                  <a:spcPct val="0"/>
                </a:spcAft>
                <a:buClr>
                  <a:srgbClr val="000000"/>
                </a:buClr>
                <a:defRPr kumimoji="1" sz="1600">
                  <a:solidFill>
                    <a:schemeClr val="tx1"/>
                  </a:solidFill>
                  <a:latin typeface="Arial" charset="0"/>
                  <a:ea typeface="ＭＳ Ｐゴシック" charset="0"/>
                </a:defRPr>
              </a:lvl9pPr>
            </a:lstStyle>
            <a:p>
              <a:pPr>
                <a:spcBef>
                  <a:spcPct val="50000"/>
                </a:spcBef>
              </a:pPr>
              <a:r>
                <a:rPr kumimoji="0" lang="en-US" sz="800" b="1" dirty="0">
                  <a:solidFill>
                    <a:srgbClr val="FF3300"/>
                  </a:solidFill>
                  <a:latin typeface="Times New Roman" charset="0"/>
                </a:rPr>
                <a:t>LUT1</a:t>
              </a:r>
            </a:p>
          </p:txBody>
        </p:sp>
        <p:sp>
          <p:nvSpPr>
            <p:cNvPr id="49" name="Text Box 13"/>
            <p:cNvSpPr txBox="1">
              <a:spLocks noChangeArrowheads="1"/>
            </p:cNvSpPr>
            <p:nvPr/>
          </p:nvSpPr>
          <p:spPr bwMode="auto">
            <a:xfrm>
              <a:off x="5108326" y="3276702"/>
              <a:ext cx="1143002" cy="4488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kumimoji="1" sz="1600">
                  <a:solidFill>
                    <a:schemeClr val="tx1"/>
                  </a:solidFill>
                  <a:latin typeface="Arial" charset="0"/>
                  <a:ea typeface="ＭＳ Ｐゴシック" charset="0"/>
                  <a:cs typeface="ＭＳ Ｐゴシック" charset="0"/>
                </a:defRPr>
              </a:lvl1pPr>
              <a:lvl2pPr marL="742950" indent="-285750">
                <a:defRPr kumimoji="1" sz="1600">
                  <a:solidFill>
                    <a:schemeClr val="tx1"/>
                  </a:solidFill>
                  <a:latin typeface="Arial" charset="0"/>
                  <a:ea typeface="ＭＳ Ｐゴシック" charset="0"/>
                </a:defRPr>
              </a:lvl2pPr>
              <a:lvl3pPr marL="1143000" indent="-228600">
                <a:defRPr kumimoji="1" sz="1600">
                  <a:solidFill>
                    <a:schemeClr val="tx1"/>
                  </a:solidFill>
                  <a:latin typeface="Arial" charset="0"/>
                  <a:ea typeface="ＭＳ Ｐゴシック" charset="0"/>
                </a:defRPr>
              </a:lvl3pPr>
              <a:lvl4pPr marL="1600200" indent="-228600">
                <a:defRPr kumimoji="1" sz="1600">
                  <a:solidFill>
                    <a:schemeClr val="tx1"/>
                  </a:solidFill>
                  <a:latin typeface="Arial" charset="0"/>
                  <a:ea typeface="ＭＳ Ｐゴシック" charset="0"/>
                </a:defRPr>
              </a:lvl4pPr>
              <a:lvl5pPr marL="2057400" indent="-228600">
                <a:defRPr kumimoji="1" sz="1600">
                  <a:solidFill>
                    <a:schemeClr val="tx1"/>
                  </a:solidFill>
                  <a:latin typeface="Arial" charset="0"/>
                  <a:ea typeface="ＭＳ Ｐゴシック" charset="0"/>
                </a:defRPr>
              </a:lvl5pPr>
              <a:lvl6pPr marL="2514600" indent="-228600" eaLnBrk="0" fontAlgn="base" hangingPunct="0">
                <a:spcBef>
                  <a:spcPct val="20000"/>
                </a:spcBef>
                <a:spcAft>
                  <a:spcPct val="0"/>
                </a:spcAft>
                <a:buClr>
                  <a:srgbClr val="000000"/>
                </a:buClr>
                <a:defRPr kumimoji="1" sz="1600">
                  <a:solidFill>
                    <a:schemeClr val="tx1"/>
                  </a:solidFill>
                  <a:latin typeface="Arial" charset="0"/>
                  <a:ea typeface="ＭＳ Ｐゴシック" charset="0"/>
                </a:defRPr>
              </a:lvl6pPr>
              <a:lvl7pPr marL="2971800" indent="-228600" eaLnBrk="0" fontAlgn="base" hangingPunct="0">
                <a:spcBef>
                  <a:spcPct val="20000"/>
                </a:spcBef>
                <a:spcAft>
                  <a:spcPct val="0"/>
                </a:spcAft>
                <a:buClr>
                  <a:srgbClr val="000000"/>
                </a:buClr>
                <a:defRPr kumimoji="1" sz="1600">
                  <a:solidFill>
                    <a:schemeClr val="tx1"/>
                  </a:solidFill>
                  <a:latin typeface="Arial" charset="0"/>
                  <a:ea typeface="ＭＳ Ｐゴシック" charset="0"/>
                </a:defRPr>
              </a:lvl7pPr>
              <a:lvl8pPr marL="3429000" indent="-228600" eaLnBrk="0" fontAlgn="base" hangingPunct="0">
                <a:spcBef>
                  <a:spcPct val="20000"/>
                </a:spcBef>
                <a:spcAft>
                  <a:spcPct val="0"/>
                </a:spcAft>
                <a:buClr>
                  <a:srgbClr val="000000"/>
                </a:buClr>
                <a:defRPr kumimoji="1" sz="1600">
                  <a:solidFill>
                    <a:schemeClr val="tx1"/>
                  </a:solidFill>
                  <a:latin typeface="Arial" charset="0"/>
                  <a:ea typeface="ＭＳ Ｐゴシック" charset="0"/>
                </a:defRPr>
              </a:lvl8pPr>
              <a:lvl9pPr marL="3886200" indent="-228600" eaLnBrk="0" fontAlgn="base" hangingPunct="0">
                <a:spcBef>
                  <a:spcPct val="20000"/>
                </a:spcBef>
                <a:spcAft>
                  <a:spcPct val="0"/>
                </a:spcAft>
                <a:buClr>
                  <a:srgbClr val="000000"/>
                </a:buClr>
                <a:defRPr kumimoji="1" sz="1600">
                  <a:solidFill>
                    <a:schemeClr val="tx1"/>
                  </a:solidFill>
                  <a:latin typeface="Arial" charset="0"/>
                  <a:ea typeface="ＭＳ Ｐゴシック" charset="0"/>
                </a:defRPr>
              </a:lvl9pPr>
            </a:lstStyle>
            <a:p>
              <a:pPr>
                <a:spcBef>
                  <a:spcPct val="50000"/>
                </a:spcBef>
              </a:pPr>
              <a:r>
                <a:rPr kumimoji="0" lang="en-US" sz="800" b="1" dirty="0">
                  <a:solidFill>
                    <a:srgbClr val="FF3300"/>
                  </a:solidFill>
                  <a:latin typeface="Times New Roman" charset="0"/>
                </a:rPr>
                <a:t>LUT4</a:t>
              </a:r>
            </a:p>
          </p:txBody>
        </p:sp>
        <p:sp>
          <p:nvSpPr>
            <p:cNvPr id="50" name="Text Box 15"/>
            <p:cNvSpPr txBox="1">
              <a:spLocks noChangeArrowheads="1"/>
            </p:cNvSpPr>
            <p:nvPr/>
          </p:nvSpPr>
          <p:spPr bwMode="auto">
            <a:xfrm>
              <a:off x="6632329" y="3809191"/>
              <a:ext cx="838200" cy="4488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1600">
                  <a:solidFill>
                    <a:schemeClr val="tx1"/>
                  </a:solidFill>
                  <a:latin typeface="Arial" charset="0"/>
                  <a:ea typeface="ＭＳ Ｐゴシック" charset="0"/>
                  <a:cs typeface="ＭＳ Ｐゴシック" charset="0"/>
                </a:defRPr>
              </a:lvl1pPr>
              <a:lvl2pPr marL="742950" indent="-285750">
                <a:defRPr kumimoji="1" sz="1600">
                  <a:solidFill>
                    <a:schemeClr val="tx1"/>
                  </a:solidFill>
                  <a:latin typeface="Arial" charset="0"/>
                  <a:ea typeface="ＭＳ Ｐゴシック" charset="0"/>
                </a:defRPr>
              </a:lvl2pPr>
              <a:lvl3pPr marL="1143000" indent="-228600">
                <a:defRPr kumimoji="1" sz="1600">
                  <a:solidFill>
                    <a:schemeClr val="tx1"/>
                  </a:solidFill>
                  <a:latin typeface="Arial" charset="0"/>
                  <a:ea typeface="ＭＳ Ｐゴシック" charset="0"/>
                </a:defRPr>
              </a:lvl3pPr>
              <a:lvl4pPr marL="1600200" indent="-228600">
                <a:defRPr kumimoji="1" sz="1600">
                  <a:solidFill>
                    <a:schemeClr val="tx1"/>
                  </a:solidFill>
                  <a:latin typeface="Arial" charset="0"/>
                  <a:ea typeface="ＭＳ Ｐゴシック" charset="0"/>
                </a:defRPr>
              </a:lvl4pPr>
              <a:lvl5pPr marL="2057400" indent="-228600">
                <a:defRPr kumimoji="1" sz="1600">
                  <a:solidFill>
                    <a:schemeClr val="tx1"/>
                  </a:solidFill>
                  <a:latin typeface="Arial" charset="0"/>
                  <a:ea typeface="ＭＳ Ｐゴシック" charset="0"/>
                </a:defRPr>
              </a:lvl5pPr>
              <a:lvl6pPr marL="2514600" indent="-228600" eaLnBrk="0" fontAlgn="base" hangingPunct="0">
                <a:spcBef>
                  <a:spcPct val="20000"/>
                </a:spcBef>
                <a:spcAft>
                  <a:spcPct val="0"/>
                </a:spcAft>
                <a:buClr>
                  <a:srgbClr val="000000"/>
                </a:buClr>
                <a:defRPr kumimoji="1" sz="1600">
                  <a:solidFill>
                    <a:schemeClr val="tx1"/>
                  </a:solidFill>
                  <a:latin typeface="Arial" charset="0"/>
                  <a:ea typeface="ＭＳ Ｐゴシック" charset="0"/>
                </a:defRPr>
              </a:lvl6pPr>
              <a:lvl7pPr marL="2971800" indent="-228600" eaLnBrk="0" fontAlgn="base" hangingPunct="0">
                <a:spcBef>
                  <a:spcPct val="20000"/>
                </a:spcBef>
                <a:spcAft>
                  <a:spcPct val="0"/>
                </a:spcAft>
                <a:buClr>
                  <a:srgbClr val="000000"/>
                </a:buClr>
                <a:defRPr kumimoji="1" sz="1600">
                  <a:solidFill>
                    <a:schemeClr val="tx1"/>
                  </a:solidFill>
                  <a:latin typeface="Arial" charset="0"/>
                  <a:ea typeface="ＭＳ Ｐゴシック" charset="0"/>
                </a:defRPr>
              </a:lvl7pPr>
              <a:lvl8pPr marL="3429000" indent="-228600" eaLnBrk="0" fontAlgn="base" hangingPunct="0">
                <a:spcBef>
                  <a:spcPct val="20000"/>
                </a:spcBef>
                <a:spcAft>
                  <a:spcPct val="0"/>
                </a:spcAft>
                <a:buClr>
                  <a:srgbClr val="000000"/>
                </a:buClr>
                <a:defRPr kumimoji="1" sz="1600">
                  <a:solidFill>
                    <a:schemeClr val="tx1"/>
                  </a:solidFill>
                  <a:latin typeface="Arial" charset="0"/>
                  <a:ea typeface="ＭＳ Ｐゴシック" charset="0"/>
                </a:defRPr>
              </a:lvl8pPr>
              <a:lvl9pPr marL="3886200" indent="-228600" eaLnBrk="0" fontAlgn="base" hangingPunct="0">
                <a:spcBef>
                  <a:spcPct val="20000"/>
                </a:spcBef>
                <a:spcAft>
                  <a:spcPct val="0"/>
                </a:spcAft>
                <a:buClr>
                  <a:srgbClr val="000000"/>
                </a:buClr>
                <a:defRPr kumimoji="1" sz="1600">
                  <a:solidFill>
                    <a:schemeClr val="tx1"/>
                  </a:solidFill>
                  <a:latin typeface="Arial" charset="0"/>
                  <a:ea typeface="ＭＳ Ｐゴシック" charset="0"/>
                </a:defRPr>
              </a:lvl9pPr>
            </a:lstStyle>
            <a:p>
              <a:pPr>
                <a:spcBef>
                  <a:spcPct val="50000"/>
                </a:spcBef>
              </a:pPr>
              <a:r>
                <a:rPr kumimoji="0" lang="en-US" sz="800" b="1" dirty="0">
                  <a:solidFill>
                    <a:srgbClr val="FF3300"/>
                  </a:solidFill>
                  <a:latin typeface="Times New Roman" charset="0"/>
                </a:rPr>
                <a:t>FF1</a:t>
              </a:r>
            </a:p>
          </p:txBody>
        </p:sp>
        <p:sp>
          <p:nvSpPr>
            <p:cNvPr id="51" name="Text Box 16"/>
            <p:cNvSpPr txBox="1">
              <a:spLocks noChangeArrowheads="1"/>
            </p:cNvSpPr>
            <p:nvPr/>
          </p:nvSpPr>
          <p:spPr bwMode="auto">
            <a:xfrm>
              <a:off x="6632329" y="5264086"/>
              <a:ext cx="838200" cy="4488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1600">
                  <a:solidFill>
                    <a:schemeClr val="tx1"/>
                  </a:solidFill>
                  <a:latin typeface="Arial" charset="0"/>
                  <a:ea typeface="ＭＳ Ｐゴシック" charset="0"/>
                  <a:cs typeface="ＭＳ Ｐゴシック" charset="0"/>
                </a:defRPr>
              </a:lvl1pPr>
              <a:lvl2pPr marL="742950" indent="-285750">
                <a:defRPr kumimoji="1" sz="1600">
                  <a:solidFill>
                    <a:schemeClr val="tx1"/>
                  </a:solidFill>
                  <a:latin typeface="Arial" charset="0"/>
                  <a:ea typeface="ＭＳ Ｐゴシック" charset="0"/>
                </a:defRPr>
              </a:lvl2pPr>
              <a:lvl3pPr marL="1143000" indent="-228600">
                <a:defRPr kumimoji="1" sz="1600">
                  <a:solidFill>
                    <a:schemeClr val="tx1"/>
                  </a:solidFill>
                  <a:latin typeface="Arial" charset="0"/>
                  <a:ea typeface="ＭＳ Ｐゴシック" charset="0"/>
                </a:defRPr>
              </a:lvl3pPr>
              <a:lvl4pPr marL="1600200" indent="-228600">
                <a:defRPr kumimoji="1" sz="1600">
                  <a:solidFill>
                    <a:schemeClr val="tx1"/>
                  </a:solidFill>
                  <a:latin typeface="Arial" charset="0"/>
                  <a:ea typeface="ＭＳ Ｐゴシック" charset="0"/>
                </a:defRPr>
              </a:lvl4pPr>
              <a:lvl5pPr marL="2057400" indent="-228600">
                <a:defRPr kumimoji="1" sz="1600">
                  <a:solidFill>
                    <a:schemeClr val="tx1"/>
                  </a:solidFill>
                  <a:latin typeface="Arial" charset="0"/>
                  <a:ea typeface="ＭＳ Ｐゴシック" charset="0"/>
                </a:defRPr>
              </a:lvl5pPr>
              <a:lvl6pPr marL="2514600" indent="-228600" eaLnBrk="0" fontAlgn="base" hangingPunct="0">
                <a:spcBef>
                  <a:spcPct val="20000"/>
                </a:spcBef>
                <a:spcAft>
                  <a:spcPct val="0"/>
                </a:spcAft>
                <a:buClr>
                  <a:srgbClr val="000000"/>
                </a:buClr>
                <a:defRPr kumimoji="1" sz="1600">
                  <a:solidFill>
                    <a:schemeClr val="tx1"/>
                  </a:solidFill>
                  <a:latin typeface="Arial" charset="0"/>
                  <a:ea typeface="ＭＳ Ｐゴシック" charset="0"/>
                </a:defRPr>
              </a:lvl6pPr>
              <a:lvl7pPr marL="2971800" indent="-228600" eaLnBrk="0" fontAlgn="base" hangingPunct="0">
                <a:spcBef>
                  <a:spcPct val="20000"/>
                </a:spcBef>
                <a:spcAft>
                  <a:spcPct val="0"/>
                </a:spcAft>
                <a:buClr>
                  <a:srgbClr val="000000"/>
                </a:buClr>
                <a:defRPr kumimoji="1" sz="1600">
                  <a:solidFill>
                    <a:schemeClr val="tx1"/>
                  </a:solidFill>
                  <a:latin typeface="Arial" charset="0"/>
                  <a:ea typeface="ＭＳ Ｐゴシック" charset="0"/>
                </a:defRPr>
              </a:lvl7pPr>
              <a:lvl8pPr marL="3429000" indent="-228600" eaLnBrk="0" fontAlgn="base" hangingPunct="0">
                <a:spcBef>
                  <a:spcPct val="20000"/>
                </a:spcBef>
                <a:spcAft>
                  <a:spcPct val="0"/>
                </a:spcAft>
                <a:buClr>
                  <a:srgbClr val="000000"/>
                </a:buClr>
                <a:defRPr kumimoji="1" sz="1600">
                  <a:solidFill>
                    <a:schemeClr val="tx1"/>
                  </a:solidFill>
                  <a:latin typeface="Arial" charset="0"/>
                  <a:ea typeface="ＭＳ Ｐゴシック" charset="0"/>
                </a:defRPr>
              </a:lvl8pPr>
              <a:lvl9pPr marL="3886200" indent="-228600" eaLnBrk="0" fontAlgn="base" hangingPunct="0">
                <a:spcBef>
                  <a:spcPct val="20000"/>
                </a:spcBef>
                <a:spcAft>
                  <a:spcPct val="0"/>
                </a:spcAft>
                <a:buClr>
                  <a:srgbClr val="000000"/>
                </a:buClr>
                <a:defRPr kumimoji="1" sz="1600">
                  <a:solidFill>
                    <a:schemeClr val="tx1"/>
                  </a:solidFill>
                  <a:latin typeface="Arial" charset="0"/>
                  <a:ea typeface="ＭＳ Ｐゴシック" charset="0"/>
                </a:defRPr>
              </a:lvl9pPr>
            </a:lstStyle>
            <a:p>
              <a:pPr>
                <a:spcBef>
                  <a:spcPct val="50000"/>
                </a:spcBef>
              </a:pPr>
              <a:r>
                <a:rPr kumimoji="0" lang="en-US" sz="800" b="1" dirty="0">
                  <a:solidFill>
                    <a:srgbClr val="FF3300"/>
                  </a:solidFill>
                  <a:latin typeface="Times New Roman" charset="0"/>
                </a:rPr>
                <a:t>FF2</a:t>
              </a:r>
            </a:p>
          </p:txBody>
        </p:sp>
        <p:sp>
          <p:nvSpPr>
            <p:cNvPr id="52" name="Rectangle 17"/>
            <p:cNvSpPr>
              <a:spLocks noChangeArrowheads="1"/>
            </p:cNvSpPr>
            <p:nvPr/>
          </p:nvSpPr>
          <p:spPr bwMode="auto">
            <a:xfrm>
              <a:off x="155329" y="1903081"/>
              <a:ext cx="2057401" cy="1598042"/>
            </a:xfrm>
            <a:prstGeom prst="rect">
              <a:avLst/>
            </a:prstGeom>
            <a:noFill/>
            <a:ln w="19050">
              <a:solidFill>
                <a:srgbClr val="CC33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solidFill>
                  <a:srgbClr val="402000"/>
                </a:solidFill>
              </a:endParaRPr>
            </a:p>
          </p:txBody>
        </p:sp>
        <p:sp>
          <p:nvSpPr>
            <p:cNvPr id="53" name="Text Box 19"/>
            <p:cNvSpPr txBox="1">
              <a:spLocks noChangeArrowheads="1"/>
            </p:cNvSpPr>
            <p:nvPr/>
          </p:nvSpPr>
          <p:spPr bwMode="auto">
            <a:xfrm>
              <a:off x="1202676" y="2515206"/>
              <a:ext cx="1019531" cy="4488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kumimoji="1" sz="1600">
                  <a:solidFill>
                    <a:schemeClr val="tx1"/>
                  </a:solidFill>
                  <a:latin typeface="Arial" charset="0"/>
                  <a:ea typeface="ＭＳ Ｐゴシック" charset="0"/>
                  <a:cs typeface="ＭＳ Ｐゴシック" charset="0"/>
                </a:defRPr>
              </a:lvl1pPr>
              <a:lvl2pPr marL="742950" indent="-285750">
                <a:defRPr kumimoji="1" sz="1600">
                  <a:solidFill>
                    <a:schemeClr val="tx1"/>
                  </a:solidFill>
                  <a:latin typeface="Arial" charset="0"/>
                  <a:ea typeface="ＭＳ Ｐゴシック" charset="0"/>
                </a:defRPr>
              </a:lvl2pPr>
              <a:lvl3pPr marL="1143000" indent="-228600">
                <a:defRPr kumimoji="1" sz="1600">
                  <a:solidFill>
                    <a:schemeClr val="tx1"/>
                  </a:solidFill>
                  <a:latin typeface="Arial" charset="0"/>
                  <a:ea typeface="ＭＳ Ｐゴシック" charset="0"/>
                </a:defRPr>
              </a:lvl3pPr>
              <a:lvl4pPr marL="1600200" indent="-228600">
                <a:defRPr kumimoji="1" sz="1600">
                  <a:solidFill>
                    <a:schemeClr val="tx1"/>
                  </a:solidFill>
                  <a:latin typeface="Arial" charset="0"/>
                  <a:ea typeface="ＭＳ Ｐゴシック" charset="0"/>
                </a:defRPr>
              </a:lvl4pPr>
              <a:lvl5pPr marL="2057400" indent="-228600">
                <a:defRPr kumimoji="1" sz="1600">
                  <a:solidFill>
                    <a:schemeClr val="tx1"/>
                  </a:solidFill>
                  <a:latin typeface="Arial" charset="0"/>
                  <a:ea typeface="ＭＳ Ｐゴシック" charset="0"/>
                </a:defRPr>
              </a:lvl5pPr>
              <a:lvl6pPr marL="2514600" indent="-228600" eaLnBrk="0" fontAlgn="base" hangingPunct="0">
                <a:spcBef>
                  <a:spcPct val="20000"/>
                </a:spcBef>
                <a:spcAft>
                  <a:spcPct val="0"/>
                </a:spcAft>
                <a:buClr>
                  <a:srgbClr val="000000"/>
                </a:buClr>
                <a:defRPr kumimoji="1" sz="1600">
                  <a:solidFill>
                    <a:schemeClr val="tx1"/>
                  </a:solidFill>
                  <a:latin typeface="Arial" charset="0"/>
                  <a:ea typeface="ＭＳ Ｐゴシック" charset="0"/>
                </a:defRPr>
              </a:lvl6pPr>
              <a:lvl7pPr marL="2971800" indent="-228600" eaLnBrk="0" fontAlgn="base" hangingPunct="0">
                <a:spcBef>
                  <a:spcPct val="20000"/>
                </a:spcBef>
                <a:spcAft>
                  <a:spcPct val="0"/>
                </a:spcAft>
                <a:buClr>
                  <a:srgbClr val="000000"/>
                </a:buClr>
                <a:defRPr kumimoji="1" sz="1600">
                  <a:solidFill>
                    <a:schemeClr val="tx1"/>
                  </a:solidFill>
                  <a:latin typeface="Arial" charset="0"/>
                  <a:ea typeface="ＭＳ Ｐゴシック" charset="0"/>
                </a:defRPr>
              </a:lvl7pPr>
              <a:lvl8pPr marL="3429000" indent="-228600" eaLnBrk="0" fontAlgn="base" hangingPunct="0">
                <a:spcBef>
                  <a:spcPct val="20000"/>
                </a:spcBef>
                <a:spcAft>
                  <a:spcPct val="0"/>
                </a:spcAft>
                <a:buClr>
                  <a:srgbClr val="000000"/>
                </a:buClr>
                <a:defRPr kumimoji="1" sz="1600">
                  <a:solidFill>
                    <a:schemeClr val="tx1"/>
                  </a:solidFill>
                  <a:latin typeface="Arial" charset="0"/>
                  <a:ea typeface="ＭＳ Ｐゴシック" charset="0"/>
                </a:defRPr>
              </a:lvl8pPr>
              <a:lvl9pPr marL="3886200" indent="-228600" eaLnBrk="0" fontAlgn="base" hangingPunct="0">
                <a:spcBef>
                  <a:spcPct val="20000"/>
                </a:spcBef>
                <a:spcAft>
                  <a:spcPct val="0"/>
                </a:spcAft>
                <a:buClr>
                  <a:srgbClr val="000000"/>
                </a:buClr>
                <a:defRPr kumimoji="1" sz="1600">
                  <a:solidFill>
                    <a:schemeClr val="tx1"/>
                  </a:solidFill>
                  <a:latin typeface="Arial" charset="0"/>
                  <a:ea typeface="ＭＳ Ｐゴシック" charset="0"/>
                </a:defRPr>
              </a:lvl9pPr>
            </a:lstStyle>
            <a:p>
              <a:pPr>
                <a:spcBef>
                  <a:spcPct val="50000"/>
                </a:spcBef>
                <a:buClrTx/>
              </a:pPr>
              <a:r>
                <a:rPr kumimoji="0" lang="en-US" sz="800" b="1" dirty="0">
                  <a:solidFill>
                    <a:srgbClr val="FF3300"/>
                  </a:solidFill>
                  <a:latin typeface="Times New Roman" charset="0"/>
                </a:rPr>
                <a:t>LUT0</a:t>
              </a:r>
            </a:p>
          </p:txBody>
        </p:sp>
      </p:grpSp>
      <p:pic>
        <p:nvPicPr>
          <p:cNvPr id="55" name="Picture 3" descr="C:\Backup\Lancaster University\Teaching\ENGR228_Digital Electronic\A Montazeri_ENGR228\Pics\10.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flipH="1">
            <a:off x="1069123" y="1621919"/>
            <a:ext cx="3636000" cy="211167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54176577"/>
      </p:ext>
    </p:extLst>
  </p:cSld>
  <p:clrMapOvr>
    <a:masterClrMapping/>
  </p:clrMapOvr>
  <mc:AlternateContent xmlns:mc="http://schemas.openxmlformats.org/markup-compatibility/2006" xmlns:p14="http://schemas.microsoft.com/office/powerpoint/2010/main">
    <mc:Choice Requires="p14">
      <p:transition spd="slow" p14:dur="2000" advTm="47682"/>
    </mc:Choice>
    <mc:Fallback xmlns="">
      <p:transition spd="slow" advTm="47682"/>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Step 2 - Synthesis</a:t>
            </a:r>
          </a:p>
        </p:txBody>
      </p:sp>
      <p:sp>
        <p:nvSpPr>
          <p:cNvPr id="81" name="Content Placeholder 2"/>
          <p:cNvSpPr txBox="1">
            <a:spLocks/>
          </p:cNvSpPr>
          <p:nvPr/>
        </p:nvSpPr>
        <p:spPr>
          <a:xfrm>
            <a:off x="459926" y="1906010"/>
            <a:ext cx="7310353" cy="1218392"/>
          </a:xfrm>
          <a:prstGeom prst="rect">
            <a:avLst/>
          </a:prstGeom>
        </p:spPr>
        <p:txBody>
          <a:bodyPr/>
          <a:lstStyle>
            <a:lvl1pPr marL="268288" indent="-268288" algn="l" rtl="0" eaLnBrk="0" fontAlgn="base" hangingPunct="0">
              <a:spcBef>
                <a:spcPct val="0"/>
              </a:spcBef>
              <a:spcAft>
                <a:spcPct val="40000"/>
              </a:spcAft>
              <a:buClr>
                <a:srgbClr val="FF0000"/>
              </a:buClr>
              <a:buFont typeface="Wingdings" pitchFamily="1" charset="2"/>
              <a:buChar char="n"/>
              <a:defRPr>
                <a:solidFill>
                  <a:schemeClr val="tx1"/>
                </a:solidFill>
                <a:latin typeface="+mn-lt"/>
                <a:ea typeface="+mn-ea"/>
                <a:cs typeface="+mn-cs"/>
              </a:defRPr>
            </a:lvl1pPr>
            <a:lvl2pPr marL="1219200" indent="-234950" algn="l" rtl="0" eaLnBrk="0" fontAlgn="base" hangingPunct="0">
              <a:spcBef>
                <a:spcPct val="0"/>
              </a:spcBef>
              <a:spcAft>
                <a:spcPct val="40000"/>
              </a:spcAft>
              <a:buClr>
                <a:schemeClr val="bg2"/>
              </a:buClr>
              <a:buFont typeface="Wingdings" pitchFamily="1" charset="2"/>
              <a:buChar char="n"/>
              <a:defRPr>
                <a:solidFill>
                  <a:schemeClr val="tx1"/>
                </a:solidFill>
                <a:latin typeface="+mn-lt"/>
              </a:defRPr>
            </a:lvl2pPr>
            <a:lvl3pPr marL="1644650" indent="-246063" algn="l" rtl="0" eaLnBrk="0" fontAlgn="base" hangingPunct="0">
              <a:spcBef>
                <a:spcPct val="0"/>
              </a:spcBef>
              <a:spcAft>
                <a:spcPct val="40000"/>
              </a:spcAft>
              <a:buClr>
                <a:schemeClr val="bg2"/>
              </a:buClr>
              <a:buFont typeface="Wingdings" pitchFamily="1" charset="2"/>
              <a:buChar char="n"/>
              <a:defRPr>
                <a:solidFill>
                  <a:schemeClr val="tx1"/>
                </a:solidFill>
                <a:latin typeface="+mn-lt"/>
              </a:defRPr>
            </a:lvl3pPr>
            <a:lvl4pPr marL="2066925" indent="-242888" algn="l" rtl="0" eaLnBrk="0" fontAlgn="base" hangingPunct="0">
              <a:spcBef>
                <a:spcPct val="0"/>
              </a:spcBef>
              <a:spcAft>
                <a:spcPct val="40000"/>
              </a:spcAft>
              <a:buClr>
                <a:schemeClr val="bg2"/>
              </a:buClr>
              <a:buFont typeface="Wingdings" pitchFamily="1" charset="2"/>
              <a:buChar char="n"/>
              <a:defRPr>
                <a:solidFill>
                  <a:schemeClr val="tx1"/>
                </a:solidFill>
                <a:latin typeface="+mn-lt"/>
              </a:defRPr>
            </a:lvl4pPr>
            <a:lvl5pPr marL="2489200" indent="-242888" algn="l" rtl="0" eaLnBrk="0" fontAlgn="base" hangingPunct="0">
              <a:spcBef>
                <a:spcPct val="0"/>
              </a:spcBef>
              <a:spcAft>
                <a:spcPct val="40000"/>
              </a:spcAft>
              <a:buClr>
                <a:schemeClr val="bg2"/>
              </a:buClr>
              <a:buFont typeface="Wingdings" pitchFamily="1" charset="2"/>
              <a:buChar char="n"/>
              <a:defRPr>
                <a:solidFill>
                  <a:schemeClr val="tx1"/>
                </a:solidFill>
                <a:latin typeface="+mn-lt"/>
              </a:defRPr>
            </a:lvl5pPr>
            <a:lvl6pPr marL="2946400" indent="-242888" algn="l" rtl="0" fontAlgn="base">
              <a:spcBef>
                <a:spcPct val="0"/>
              </a:spcBef>
              <a:spcAft>
                <a:spcPct val="40000"/>
              </a:spcAft>
              <a:buClr>
                <a:schemeClr val="bg2"/>
              </a:buClr>
              <a:buFont typeface="Wingdings" pitchFamily="1" charset="2"/>
              <a:buChar char="n"/>
              <a:defRPr>
                <a:solidFill>
                  <a:schemeClr val="tx1"/>
                </a:solidFill>
                <a:latin typeface="+mn-lt"/>
              </a:defRPr>
            </a:lvl6pPr>
            <a:lvl7pPr marL="3403600" indent="-242888" algn="l" rtl="0" fontAlgn="base">
              <a:spcBef>
                <a:spcPct val="0"/>
              </a:spcBef>
              <a:spcAft>
                <a:spcPct val="40000"/>
              </a:spcAft>
              <a:buClr>
                <a:schemeClr val="bg2"/>
              </a:buClr>
              <a:buFont typeface="Wingdings" pitchFamily="1" charset="2"/>
              <a:buChar char="n"/>
              <a:defRPr>
                <a:solidFill>
                  <a:schemeClr val="tx1"/>
                </a:solidFill>
                <a:latin typeface="+mn-lt"/>
              </a:defRPr>
            </a:lvl7pPr>
            <a:lvl8pPr marL="3860800" indent="-242888" algn="l" rtl="0" fontAlgn="base">
              <a:spcBef>
                <a:spcPct val="0"/>
              </a:spcBef>
              <a:spcAft>
                <a:spcPct val="40000"/>
              </a:spcAft>
              <a:buClr>
                <a:schemeClr val="bg2"/>
              </a:buClr>
              <a:buFont typeface="Wingdings" pitchFamily="1" charset="2"/>
              <a:buChar char="n"/>
              <a:defRPr>
                <a:solidFill>
                  <a:schemeClr val="tx1"/>
                </a:solidFill>
                <a:latin typeface="+mn-lt"/>
              </a:defRPr>
            </a:lvl8pPr>
            <a:lvl9pPr marL="4318000" indent="-242888" algn="l" rtl="0" fontAlgn="base">
              <a:spcBef>
                <a:spcPct val="0"/>
              </a:spcBef>
              <a:spcAft>
                <a:spcPct val="40000"/>
              </a:spcAft>
              <a:buClr>
                <a:schemeClr val="bg2"/>
              </a:buClr>
              <a:buFont typeface="Wingdings" pitchFamily="1" charset="2"/>
              <a:buChar char="n"/>
              <a:defRPr>
                <a:solidFill>
                  <a:schemeClr val="tx1"/>
                </a:solidFill>
                <a:latin typeface="+mn-lt"/>
              </a:defRPr>
            </a:lvl9pPr>
          </a:lstStyle>
          <a:p>
            <a:pPr>
              <a:buClr>
                <a:srgbClr val="00B050"/>
              </a:buClr>
            </a:pPr>
            <a:r>
              <a:rPr lang="en-CA" b="1" dirty="0"/>
              <a:t>Incremental Synthesis</a:t>
            </a:r>
            <a:endParaRPr lang="en-CA" sz="1600" dirty="0"/>
          </a:p>
          <a:p>
            <a:pPr lvl="1"/>
            <a:r>
              <a:rPr lang="en-CA" sz="1600" dirty="0"/>
              <a:t>Analysis and elaboration (Check syntax and semantic errors)</a:t>
            </a:r>
          </a:p>
          <a:p>
            <a:pPr lvl="1"/>
            <a:r>
              <a:rPr lang="en-CA" sz="1600" dirty="0"/>
              <a:t>Analyze current file (Check single design file)</a:t>
            </a:r>
          </a:p>
          <a:p>
            <a:pPr lvl="1"/>
            <a:endParaRPr lang="en-CA" sz="1600" dirty="0"/>
          </a:p>
          <a:p>
            <a:pPr lvl="1"/>
            <a:endParaRPr lang="en-CA" sz="1600" dirty="0"/>
          </a:p>
          <a:p>
            <a:pPr lvl="1"/>
            <a:endParaRPr lang="en-CA" sz="1600" dirty="0"/>
          </a:p>
          <a:p>
            <a:pPr lvl="1"/>
            <a:endParaRPr lang="en-CA" sz="1600" kern="0" dirty="0"/>
          </a:p>
          <a:p>
            <a:pPr lvl="1"/>
            <a:endParaRPr lang="en-CA" kern="0" dirty="0"/>
          </a:p>
        </p:txBody>
      </p:sp>
      <p:sp>
        <p:nvSpPr>
          <p:cNvPr id="85" name="AutoShape 12"/>
          <p:cNvSpPr>
            <a:spLocks noChangeArrowheads="1"/>
          </p:cNvSpPr>
          <p:nvPr/>
        </p:nvSpPr>
        <p:spPr bwMode="auto">
          <a:xfrm>
            <a:off x="6454205" y="2958309"/>
            <a:ext cx="2232000" cy="622991"/>
          </a:xfrm>
          <a:prstGeom prst="roundRect">
            <a:avLst>
              <a:gd name="adj" fmla="val 373"/>
            </a:avLst>
          </a:prstGeom>
          <a:solidFill>
            <a:schemeClr val="bg1"/>
          </a:solidFill>
          <a:ln w="25400">
            <a:solidFill>
              <a:srgbClr val="0078C1"/>
            </a:solidFill>
            <a:round/>
            <a:headEnd/>
            <a:tailEnd/>
          </a:ln>
        </p:spPr>
        <p:txBody>
          <a:bodyPr wrap="none" anchor="ctr"/>
          <a:lstStyle/>
          <a:p>
            <a:pPr algn="ctr"/>
            <a:r>
              <a:rPr lang="en-US" dirty="0">
                <a:solidFill>
                  <a:srgbClr val="402000"/>
                </a:solidFill>
                <a:latin typeface="+mn-lt"/>
              </a:rPr>
              <a:t>Netlist Generation</a:t>
            </a:r>
          </a:p>
        </p:txBody>
      </p:sp>
      <p:sp>
        <p:nvSpPr>
          <p:cNvPr id="86" name="AutoShape 12"/>
          <p:cNvSpPr>
            <a:spLocks noChangeArrowheads="1"/>
          </p:cNvSpPr>
          <p:nvPr/>
        </p:nvSpPr>
        <p:spPr bwMode="auto">
          <a:xfrm>
            <a:off x="6457841" y="3885897"/>
            <a:ext cx="2232000" cy="595402"/>
          </a:xfrm>
          <a:prstGeom prst="roundRect">
            <a:avLst>
              <a:gd name="adj" fmla="val 373"/>
            </a:avLst>
          </a:prstGeom>
          <a:solidFill>
            <a:schemeClr val="bg1"/>
          </a:solidFill>
          <a:ln w="25400">
            <a:solidFill>
              <a:srgbClr val="0078C1"/>
            </a:solidFill>
            <a:round/>
            <a:headEnd/>
            <a:tailEnd/>
          </a:ln>
        </p:spPr>
        <p:txBody>
          <a:bodyPr wrap="none" anchor="ctr"/>
          <a:lstStyle/>
          <a:p>
            <a:pPr algn="ctr"/>
            <a:r>
              <a:rPr lang="en-US" dirty="0">
                <a:solidFill>
                  <a:srgbClr val="402000"/>
                </a:solidFill>
                <a:latin typeface="+mn-lt"/>
              </a:rPr>
              <a:t>Gate Optimization</a:t>
            </a:r>
          </a:p>
        </p:txBody>
      </p:sp>
      <p:sp>
        <p:nvSpPr>
          <p:cNvPr id="87" name="AutoShape 12"/>
          <p:cNvSpPr>
            <a:spLocks noChangeArrowheads="1"/>
          </p:cNvSpPr>
          <p:nvPr/>
        </p:nvSpPr>
        <p:spPr bwMode="auto">
          <a:xfrm>
            <a:off x="6454205" y="4785897"/>
            <a:ext cx="2232000" cy="609196"/>
          </a:xfrm>
          <a:prstGeom prst="roundRect">
            <a:avLst>
              <a:gd name="adj" fmla="val 373"/>
            </a:avLst>
          </a:prstGeom>
          <a:solidFill>
            <a:schemeClr val="bg1"/>
          </a:solidFill>
          <a:ln w="25400">
            <a:solidFill>
              <a:srgbClr val="0078C1"/>
            </a:solidFill>
            <a:round/>
            <a:headEnd/>
            <a:tailEnd/>
          </a:ln>
        </p:spPr>
        <p:txBody>
          <a:bodyPr wrap="none" anchor="ctr"/>
          <a:lstStyle/>
          <a:p>
            <a:pPr algn="ctr"/>
            <a:r>
              <a:rPr lang="en-US" dirty="0">
                <a:solidFill>
                  <a:srgbClr val="402000"/>
                </a:solidFill>
                <a:latin typeface="+mn-lt"/>
              </a:rPr>
              <a:t>Technology Mapping</a:t>
            </a:r>
          </a:p>
        </p:txBody>
      </p:sp>
      <p:sp>
        <p:nvSpPr>
          <p:cNvPr id="88" name="Line 133"/>
          <p:cNvSpPr>
            <a:spLocks noChangeShapeType="1"/>
          </p:cNvSpPr>
          <p:nvPr/>
        </p:nvSpPr>
        <p:spPr bwMode="auto">
          <a:xfrm rot="5400000">
            <a:off x="7277091" y="2497815"/>
            <a:ext cx="576000" cy="1587"/>
          </a:xfrm>
          <a:prstGeom prst="line">
            <a:avLst/>
          </a:prstGeom>
          <a:noFill/>
          <a:ln w="20638">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GB"/>
          </a:p>
        </p:txBody>
      </p:sp>
      <p:sp>
        <p:nvSpPr>
          <p:cNvPr id="89" name="Freeform 138"/>
          <p:cNvSpPr>
            <a:spLocks/>
          </p:cNvSpPr>
          <p:nvPr/>
        </p:nvSpPr>
        <p:spPr bwMode="auto">
          <a:xfrm rot="5400000">
            <a:off x="7460817" y="2814940"/>
            <a:ext cx="217487" cy="96838"/>
          </a:xfrm>
          <a:custGeom>
            <a:avLst/>
            <a:gdLst>
              <a:gd name="T0" fmla="*/ 217487 w 100"/>
              <a:gd name="T1" fmla="*/ 48419 h 50"/>
              <a:gd name="T2" fmla="*/ 0 w 100"/>
              <a:gd name="T3" fmla="*/ 0 h 50"/>
              <a:gd name="T4" fmla="*/ 0 w 100"/>
              <a:gd name="T5" fmla="*/ 96838 h 50"/>
              <a:gd name="T6" fmla="*/ 217487 w 100"/>
              <a:gd name="T7" fmla="*/ 48419 h 50"/>
              <a:gd name="T8" fmla="*/ 0 60000 65536"/>
              <a:gd name="T9" fmla="*/ 0 60000 65536"/>
              <a:gd name="T10" fmla="*/ 0 60000 65536"/>
              <a:gd name="T11" fmla="*/ 0 60000 65536"/>
              <a:gd name="T12" fmla="*/ 0 w 100"/>
              <a:gd name="T13" fmla="*/ 0 h 50"/>
              <a:gd name="T14" fmla="*/ 100 w 100"/>
              <a:gd name="T15" fmla="*/ 50 h 50"/>
            </a:gdLst>
            <a:ahLst/>
            <a:cxnLst>
              <a:cxn ang="T8">
                <a:pos x="T0" y="T1"/>
              </a:cxn>
              <a:cxn ang="T9">
                <a:pos x="T2" y="T3"/>
              </a:cxn>
              <a:cxn ang="T10">
                <a:pos x="T4" y="T5"/>
              </a:cxn>
              <a:cxn ang="T11">
                <a:pos x="T6" y="T7"/>
              </a:cxn>
            </a:cxnLst>
            <a:rect l="T12" t="T13" r="T14" b="T15"/>
            <a:pathLst>
              <a:path w="100" h="50">
                <a:moveTo>
                  <a:pt x="100" y="25"/>
                </a:moveTo>
                <a:lnTo>
                  <a:pt x="0" y="0"/>
                </a:lnTo>
                <a:lnTo>
                  <a:pt x="0" y="50"/>
                </a:lnTo>
                <a:lnTo>
                  <a:pt x="100" y="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p>
        </p:txBody>
      </p:sp>
      <p:sp>
        <p:nvSpPr>
          <p:cNvPr id="90" name="Line 133"/>
          <p:cNvSpPr>
            <a:spLocks noChangeShapeType="1"/>
          </p:cNvSpPr>
          <p:nvPr/>
        </p:nvSpPr>
        <p:spPr bwMode="auto">
          <a:xfrm rot="5400000">
            <a:off x="7493091" y="3660804"/>
            <a:ext cx="144000" cy="1587"/>
          </a:xfrm>
          <a:prstGeom prst="line">
            <a:avLst/>
          </a:prstGeom>
          <a:noFill/>
          <a:ln w="20638">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GB"/>
          </a:p>
        </p:txBody>
      </p:sp>
      <p:sp>
        <p:nvSpPr>
          <p:cNvPr id="91" name="Freeform 138"/>
          <p:cNvSpPr>
            <a:spLocks/>
          </p:cNvSpPr>
          <p:nvPr/>
        </p:nvSpPr>
        <p:spPr bwMode="auto">
          <a:xfrm rot="5400000">
            <a:off x="7460817" y="3728734"/>
            <a:ext cx="217487" cy="96838"/>
          </a:xfrm>
          <a:custGeom>
            <a:avLst/>
            <a:gdLst>
              <a:gd name="T0" fmla="*/ 217487 w 100"/>
              <a:gd name="T1" fmla="*/ 48419 h 50"/>
              <a:gd name="T2" fmla="*/ 0 w 100"/>
              <a:gd name="T3" fmla="*/ 0 h 50"/>
              <a:gd name="T4" fmla="*/ 0 w 100"/>
              <a:gd name="T5" fmla="*/ 96838 h 50"/>
              <a:gd name="T6" fmla="*/ 217487 w 100"/>
              <a:gd name="T7" fmla="*/ 48419 h 50"/>
              <a:gd name="T8" fmla="*/ 0 60000 65536"/>
              <a:gd name="T9" fmla="*/ 0 60000 65536"/>
              <a:gd name="T10" fmla="*/ 0 60000 65536"/>
              <a:gd name="T11" fmla="*/ 0 60000 65536"/>
              <a:gd name="T12" fmla="*/ 0 w 100"/>
              <a:gd name="T13" fmla="*/ 0 h 50"/>
              <a:gd name="T14" fmla="*/ 100 w 100"/>
              <a:gd name="T15" fmla="*/ 50 h 50"/>
            </a:gdLst>
            <a:ahLst/>
            <a:cxnLst>
              <a:cxn ang="T8">
                <a:pos x="T0" y="T1"/>
              </a:cxn>
              <a:cxn ang="T9">
                <a:pos x="T2" y="T3"/>
              </a:cxn>
              <a:cxn ang="T10">
                <a:pos x="T4" y="T5"/>
              </a:cxn>
              <a:cxn ang="T11">
                <a:pos x="T6" y="T7"/>
              </a:cxn>
            </a:cxnLst>
            <a:rect l="T12" t="T13" r="T14" b="T15"/>
            <a:pathLst>
              <a:path w="100" h="50">
                <a:moveTo>
                  <a:pt x="100" y="25"/>
                </a:moveTo>
                <a:lnTo>
                  <a:pt x="0" y="0"/>
                </a:lnTo>
                <a:lnTo>
                  <a:pt x="0" y="50"/>
                </a:lnTo>
                <a:lnTo>
                  <a:pt x="100" y="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p>
        </p:txBody>
      </p:sp>
      <p:sp>
        <p:nvSpPr>
          <p:cNvPr id="92" name="Line 133"/>
          <p:cNvSpPr>
            <a:spLocks noChangeShapeType="1"/>
          </p:cNvSpPr>
          <p:nvPr/>
        </p:nvSpPr>
        <p:spPr bwMode="auto">
          <a:xfrm rot="5400000">
            <a:off x="7493091" y="4566300"/>
            <a:ext cx="144000" cy="1587"/>
          </a:xfrm>
          <a:prstGeom prst="line">
            <a:avLst/>
          </a:prstGeom>
          <a:noFill/>
          <a:ln w="20638">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GB"/>
          </a:p>
        </p:txBody>
      </p:sp>
      <p:sp>
        <p:nvSpPr>
          <p:cNvPr id="93" name="Freeform 138"/>
          <p:cNvSpPr>
            <a:spLocks/>
          </p:cNvSpPr>
          <p:nvPr/>
        </p:nvSpPr>
        <p:spPr bwMode="auto">
          <a:xfrm rot="5400000">
            <a:off x="7460817" y="4642528"/>
            <a:ext cx="217487" cy="96838"/>
          </a:xfrm>
          <a:custGeom>
            <a:avLst/>
            <a:gdLst>
              <a:gd name="T0" fmla="*/ 217487 w 100"/>
              <a:gd name="T1" fmla="*/ 48419 h 50"/>
              <a:gd name="T2" fmla="*/ 0 w 100"/>
              <a:gd name="T3" fmla="*/ 0 h 50"/>
              <a:gd name="T4" fmla="*/ 0 w 100"/>
              <a:gd name="T5" fmla="*/ 96838 h 50"/>
              <a:gd name="T6" fmla="*/ 217487 w 100"/>
              <a:gd name="T7" fmla="*/ 48419 h 50"/>
              <a:gd name="T8" fmla="*/ 0 60000 65536"/>
              <a:gd name="T9" fmla="*/ 0 60000 65536"/>
              <a:gd name="T10" fmla="*/ 0 60000 65536"/>
              <a:gd name="T11" fmla="*/ 0 60000 65536"/>
              <a:gd name="T12" fmla="*/ 0 w 100"/>
              <a:gd name="T13" fmla="*/ 0 h 50"/>
              <a:gd name="T14" fmla="*/ 100 w 100"/>
              <a:gd name="T15" fmla="*/ 50 h 50"/>
            </a:gdLst>
            <a:ahLst/>
            <a:cxnLst>
              <a:cxn ang="T8">
                <a:pos x="T0" y="T1"/>
              </a:cxn>
              <a:cxn ang="T9">
                <a:pos x="T2" y="T3"/>
              </a:cxn>
              <a:cxn ang="T10">
                <a:pos x="T4" y="T5"/>
              </a:cxn>
              <a:cxn ang="T11">
                <a:pos x="T6" y="T7"/>
              </a:cxn>
            </a:cxnLst>
            <a:rect l="T12" t="T13" r="T14" b="T15"/>
            <a:pathLst>
              <a:path w="100" h="50">
                <a:moveTo>
                  <a:pt x="100" y="25"/>
                </a:moveTo>
                <a:lnTo>
                  <a:pt x="0" y="0"/>
                </a:lnTo>
                <a:lnTo>
                  <a:pt x="0" y="50"/>
                </a:lnTo>
                <a:lnTo>
                  <a:pt x="100" y="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p>
        </p:txBody>
      </p:sp>
      <p:sp>
        <p:nvSpPr>
          <p:cNvPr id="94" name="Line 133"/>
          <p:cNvSpPr>
            <a:spLocks noChangeShapeType="1"/>
          </p:cNvSpPr>
          <p:nvPr/>
        </p:nvSpPr>
        <p:spPr bwMode="auto">
          <a:xfrm rot="5400000">
            <a:off x="7493091" y="5488392"/>
            <a:ext cx="144000" cy="1587"/>
          </a:xfrm>
          <a:prstGeom prst="line">
            <a:avLst/>
          </a:prstGeom>
          <a:noFill/>
          <a:ln w="20638">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GB"/>
          </a:p>
        </p:txBody>
      </p:sp>
      <p:sp>
        <p:nvSpPr>
          <p:cNvPr id="95" name="Freeform 138"/>
          <p:cNvSpPr>
            <a:spLocks/>
          </p:cNvSpPr>
          <p:nvPr/>
        </p:nvSpPr>
        <p:spPr bwMode="auto">
          <a:xfrm rot="5400000">
            <a:off x="7460817" y="5556322"/>
            <a:ext cx="217487" cy="96838"/>
          </a:xfrm>
          <a:custGeom>
            <a:avLst/>
            <a:gdLst>
              <a:gd name="T0" fmla="*/ 217487 w 100"/>
              <a:gd name="T1" fmla="*/ 48419 h 50"/>
              <a:gd name="T2" fmla="*/ 0 w 100"/>
              <a:gd name="T3" fmla="*/ 0 h 50"/>
              <a:gd name="T4" fmla="*/ 0 w 100"/>
              <a:gd name="T5" fmla="*/ 96838 h 50"/>
              <a:gd name="T6" fmla="*/ 217487 w 100"/>
              <a:gd name="T7" fmla="*/ 48419 h 50"/>
              <a:gd name="T8" fmla="*/ 0 60000 65536"/>
              <a:gd name="T9" fmla="*/ 0 60000 65536"/>
              <a:gd name="T10" fmla="*/ 0 60000 65536"/>
              <a:gd name="T11" fmla="*/ 0 60000 65536"/>
              <a:gd name="T12" fmla="*/ 0 w 100"/>
              <a:gd name="T13" fmla="*/ 0 h 50"/>
              <a:gd name="T14" fmla="*/ 100 w 100"/>
              <a:gd name="T15" fmla="*/ 50 h 50"/>
            </a:gdLst>
            <a:ahLst/>
            <a:cxnLst>
              <a:cxn ang="T8">
                <a:pos x="T0" y="T1"/>
              </a:cxn>
              <a:cxn ang="T9">
                <a:pos x="T2" y="T3"/>
              </a:cxn>
              <a:cxn ang="T10">
                <a:pos x="T4" y="T5"/>
              </a:cxn>
              <a:cxn ang="T11">
                <a:pos x="T6" y="T7"/>
              </a:cxn>
            </a:cxnLst>
            <a:rect l="T12" t="T13" r="T14" b="T15"/>
            <a:pathLst>
              <a:path w="100" h="50">
                <a:moveTo>
                  <a:pt x="100" y="25"/>
                </a:moveTo>
                <a:lnTo>
                  <a:pt x="0" y="0"/>
                </a:lnTo>
                <a:lnTo>
                  <a:pt x="0" y="50"/>
                </a:lnTo>
                <a:lnTo>
                  <a:pt x="100" y="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p>
        </p:txBody>
      </p:sp>
      <p:sp>
        <p:nvSpPr>
          <p:cNvPr id="96" name="Text Box 106"/>
          <p:cNvSpPr txBox="1">
            <a:spLocks noChangeArrowheads="1"/>
          </p:cNvSpPr>
          <p:nvPr/>
        </p:nvSpPr>
        <p:spPr bwMode="auto">
          <a:xfrm>
            <a:off x="5613292" y="5713485"/>
            <a:ext cx="3679977"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kumimoji="1" sz="1600">
                <a:solidFill>
                  <a:schemeClr val="tx1"/>
                </a:solidFill>
                <a:latin typeface="Arial" charset="0"/>
                <a:ea typeface="ＭＳ Ｐゴシック" charset="0"/>
                <a:cs typeface="ＭＳ Ｐゴシック" charset="0"/>
              </a:defRPr>
            </a:lvl1pPr>
            <a:lvl2pPr marL="742950" indent="-285750">
              <a:defRPr kumimoji="1" sz="1600">
                <a:solidFill>
                  <a:schemeClr val="tx1"/>
                </a:solidFill>
                <a:latin typeface="Arial" charset="0"/>
                <a:ea typeface="ＭＳ Ｐゴシック" charset="0"/>
              </a:defRPr>
            </a:lvl2pPr>
            <a:lvl3pPr marL="1143000" indent="-228600">
              <a:defRPr kumimoji="1" sz="1600">
                <a:solidFill>
                  <a:schemeClr val="tx1"/>
                </a:solidFill>
                <a:latin typeface="Arial" charset="0"/>
                <a:ea typeface="ＭＳ Ｐゴシック" charset="0"/>
              </a:defRPr>
            </a:lvl3pPr>
            <a:lvl4pPr marL="1600200" indent="-228600">
              <a:defRPr kumimoji="1" sz="1600">
                <a:solidFill>
                  <a:schemeClr val="tx1"/>
                </a:solidFill>
                <a:latin typeface="Arial" charset="0"/>
                <a:ea typeface="ＭＳ Ｐゴシック" charset="0"/>
              </a:defRPr>
            </a:lvl4pPr>
            <a:lvl5pPr marL="2057400" indent="-228600">
              <a:defRPr kumimoji="1" sz="1600">
                <a:solidFill>
                  <a:schemeClr val="tx1"/>
                </a:solidFill>
                <a:latin typeface="Arial" charset="0"/>
                <a:ea typeface="ＭＳ Ｐゴシック" charset="0"/>
              </a:defRPr>
            </a:lvl5pPr>
            <a:lvl6pPr marL="2514600" indent="-228600" eaLnBrk="0" fontAlgn="base" hangingPunct="0">
              <a:spcBef>
                <a:spcPct val="20000"/>
              </a:spcBef>
              <a:spcAft>
                <a:spcPct val="0"/>
              </a:spcAft>
              <a:buClr>
                <a:srgbClr val="000000"/>
              </a:buClr>
              <a:defRPr kumimoji="1" sz="1600">
                <a:solidFill>
                  <a:schemeClr val="tx1"/>
                </a:solidFill>
                <a:latin typeface="Arial" charset="0"/>
                <a:ea typeface="ＭＳ Ｐゴシック" charset="0"/>
              </a:defRPr>
            </a:lvl6pPr>
            <a:lvl7pPr marL="2971800" indent="-228600" eaLnBrk="0" fontAlgn="base" hangingPunct="0">
              <a:spcBef>
                <a:spcPct val="20000"/>
              </a:spcBef>
              <a:spcAft>
                <a:spcPct val="0"/>
              </a:spcAft>
              <a:buClr>
                <a:srgbClr val="000000"/>
              </a:buClr>
              <a:defRPr kumimoji="1" sz="1600">
                <a:solidFill>
                  <a:schemeClr val="tx1"/>
                </a:solidFill>
                <a:latin typeface="Arial" charset="0"/>
                <a:ea typeface="ＭＳ Ｐゴシック" charset="0"/>
              </a:defRPr>
            </a:lvl7pPr>
            <a:lvl8pPr marL="3429000" indent="-228600" eaLnBrk="0" fontAlgn="base" hangingPunct="0">
              <a:spcBef>
                <a:spcPct val="20000"/>
              </a:spcBef>
              <a:spcAft>
                <a:spcPct val="0"/>
              </a:spcAft>
              <a:buClr>
                <a:srgbClr val="000000"/>
              </a:buClr>
              <a:defRPr kumimoji="1" sz="1600">
                <a:solidFill>
                  <a:schemeClr val="tx1"/>
                </a:solidFill>
                <a:latin typeface="Arial" charset="0"/>
                <a:ea typeface="ＭＳ Ｐゴシック" charset="0"/>
              </a:defRPr>
            </a:lvl8pPr>
            <a:lvl9pPr marL="3886200" indent="-228600" eaLnBrk="0" fontAlgn="base" hangingPunct="0">
              <a:spcBef>
                <a:spcPct val="20000"/>
              </a:spcBef>
              <a:spcAft>
                <a:spcPct val="0"/>
              </a:spcAft>
              <a:buClr>
                <a:srgbClr val="000000"/>
              </a:buClr>
              <a:defRPr kumimoji="1" sz="1600">
                <a:solidFill>
                  <a:schemeClr val="tx1"/>
                </a:solidFill>
                <a:latin typeface="Arial" charset="0"/>
                <a:ea typeface="ＭＳ Ｐゴシック" charset="0"/>
              </a:defRPr>
            </a:lvl9pPr>
          </a:lstStyle>
          <a:p>
            <a:pPr>
              <a:spcBef>
                <a:spcPct val="0"/>
              </a:spcBef>
              <a:buClrTx/>
            </a:pPr>
            <a:r>
              <a:rPr kumimoji="0" lang="en-US" sz="1800" dirty="0">
                <a:solidFill>
                  <a:srgbClr val="000000"/>
                </a:solidFill>
              </a:rPr>
              <a:t>Post-synthesis Functional Netlist</a:t>
            </a:r>
          </a:p>
        </p:txBody>
      </p:sp>
      <p:sp>
        <p:nvSpPr>
          <p:cNvPr id="99" name="Text Box 106"/>
          <p:cNvSpPr txBox="1">
            <a:spLocks noChangeArrowheads="1"/>
          </p:cNvSpPr>
          <p:nvPr/>
        </p:nvSpPr>
        <p:spPr bwMode="auto">
          <a:xfrm>
            <a:off x="7617980" y="2270630"/>
            <a:ext cx="118494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1600">
                <a:solidFill>
                  <a:schemeClr val="tx1"/>
                </a:solidFill>
                <a:latin typeface="Arial" charset="0"/>
                <a:ea typeface="ＭＳ Ｐゴシック" charset="0"/>
                <a:cs typeface="ＭＳ Ｐゴシック" charset="0"/>
              </a:defRPr>
            </a:lvl1pPr>
            <a:lvl2pPr marL="742950" indent="-285750">
              <a:defRPr kumimoji="1" sz="1600">
                <a:solidFill>
                  <a:schemeClr val="tx1"/>
                </a:solidFill>
                <a:latin typeface="Arial" charset="0"/>
                <a:ea typeface="ＭＳ Ｐゴシック" charset="0"/>
              </a:defRPr>
            </a:lvl2pPr>
            <a:lvl3pPr marL="1143000" indent="-228600">
              <a:defRPr kumimoji="1" sz="1600">
                <a:solidFill>
                  <a:schemeClr val="tx1"/>
                </a:solidFill>
                <a:latin typeface="Arial" charset="0"/>
                <a:ea typeface="ＭＳ Ｐゴシック" charset="0"/>
              </a:defRPr>
            </a:lvl3pPr>
            <a:lvl4pPr marL="1600200" indent="-228600">
              <a:defRPr kumimoji="1" sz="1600">
                <a:solidFill>
                  <a:schemeClr val="tx1"/>
                </a:solidFill>
                <a:latin typeface="Arial" charset="0"/>
                <a:ea typeface="ＭＳ Ｐゴシック" charset="0"/>
              </a:defRPr>
            </a:lvl4pPr>
            <a:lvl5pPr marL="2057400" indent="-228600">
              <a:defRPr kumimoji="1" sz="1600">
                <a:solidFill>
                  <a:schemeClr val="tx1"/>
                </a:solidFill>
                <a:latin typeface="Arial" charset="0"/>
                <a:ea typeface="ＭＳ Ｐゴシック" charset="0"/>
              </a:defRPr>
            </a:lvl5pPr>
            <a:lvl6pPr marL="2514600" indent="-228600" eaLnBrk="0" fontAlgn="base" hangingPunct="0">
              <a:spcBef>
                <a:spcPct val="20000"/>
              </a:spcBef>
              <a:spcAft>
                <a:spcPct val="0"/>
              </a:spcAft>
              <a:buClr>
                <a:srgbClr val="000000"/>
              </a:buClr>
              <a:defRPr kumimoji="1" sz="1600">
                <a:solidFill>
                  <a:schemeClr val="tx1"/>
                </a:solidFill>
                <a:latin typeface="Arial" charset="0"/>
                <a:ea typeface="ＭＳ Ｐゴシック" charset="0"/>
              </a:defRPr>
            </a:lvl6pPr>
            <a:lvl7pPr marL="2971800" indent="-228600" eaLnBrk="0" fontAlgn="base" hangingPunct="0">
              <a:spcBef>
                <a:spcPct val="20000"/>
              </a:spcBef>
              <a:spcAft>
                <a:spcPct val="0"/>
              </a:spcAft>
              <a:buClr>
                <a:srgbClr val="000000"/>
              </a:buClr>
              <a:defRPr kumimoji="1" sz="1600">
                <a:solidFill>
                  <a:schemeClr val="tx1"/>
                </a:solidFill>
                <a:latin typeface="Arial" charset="0"/>
                <a:ea typeface="ＭＳ Ｐゴシック" charset="0"/>
              </a:defRPr>
            </a:lvl7pPr>
            <a:lvl8pPr marL="3429000" indent="-228600" eaLnBrk="0" fontAlgn="base" hangingPunct="0">
              <a:spcBef>
                <a:spcPct val="20000"/>
              </a:spcBef>
              <a:spcAft>
                <a:spcPct val="0"/>
              </a:spcAft>
              <a:buClr>
                <a:srgbClr val="000000"/>
              </a:buClr>
              <a:defRPr kumimoji="1" sz="1600">
                <a:solidFill>
                  <a:schemeClr val="tx1"/>
                </a:solidFill>
                <a:latin typeface="Arial" charset="0"/>
                <a:ea typeface="ＭＳ Ｐゴシック" charset="0"/>
              </a:defRPr>
            </a:lvl8pPr>
            <a:lvl9pPr marL="3886200" indent="-228600" eaLnBrk="0" fontAlgn="base" hangingPunct="0">
              <a:spcBef>
                <a:spcPct val="20000"/>
              </a:spcBef>
              <a:spcAft>
                <a:spcPct val="0"/>
              </a:spcAft>
              <a:buClr>
                <a:srgbClr val="000000"/>
              </a:buClr>
              <a:defRPr kumimoji="1" sz="1600">
                <a:solidFill>
                  <a:schemeClr val="tx1"/>
                </a:solidFill>
                <a:latin typeface="Arial" charset="0"/>
                <a:ea typeface="ＭＳ Ｐゴシック" charset="0"/>
              </a:defRPr>
            </a:lvl9pPr>
          </a:lstStyle>
          <a:p>
            <a:pPr>
              <a:spcBef>
                <a:spcPct val="0"/>
              </a:spcBef>
              <a:buClrTx/>
            </a:pPr>
            <a:r>
              <a:rPr kumimoji="0" lang="en-US" sz="1800" dirty="0">
                <a:solidFill>
                  <a:srgbClr val="FF0000"/>
                </a:solidFill>
              </a:rPr>
              <a:t>Synthesis</a:t>
            </a:r>
          </a:p>
        </p:txBody>
      </p:sp>
      <p:sp>
        <p:nvSpPr>
          <p:cNvPr id="100" name="Slide Number Placeholder 3"/>
          <p:cNvSpPr>
            <a:spLocks noGrp="1"/>
          </p:cNvSpPr>
          <p:nvPr>
            <p:ph type="sldNum" sz="quarter" idx="4"/>
          </p:nvPr>
        </p:nvSpPr>
        <p:spPr>
          <a:xfrm>
            <a:off x="3505907" y="6322681"/>
            <a:ext cx="2133600" cy="365125"/>
          </a:xfrm>
        </p:spPr>
        <p:txBody>
          <a:bodyPr/>
          <a:lstStyle/>
          <a:p>
            <a:fld id="{678EF7AC-325E-49D0-8897-E637594B55B4}" type="slidenum">
              <a:rPr lang="de-DE" smtClean="0"/>
              <a:pPr/>
              <a:t>16</a:t>
            </a:fld>
            <a:endParaRPr lang="de-DE" dirty="0"/>
          </a:p>
        </p:txBody>
      </p:sp>
      <p:pic>
        <p:nvPicPr>
          <p:cNvPr id="20" name="Picture 19"/>
          <p:cNvPicPr>
            <a:picLocks noChangeAspect="1"/>
          </p:cNvPicPr>
          <p:nvPr/>
        </p:nvPicPr>
        <p:blipFill>
          <a:blip r:embed="rId2"/>
          <a:stretch>
            <a:fillRect/>
          </a:stretch>
        </p:blipFill>
        <p:spPr>
          <a:xfrm>
            <a:off x="764525" y="3055541"/>
            <a:ext cx="3996000" cy="3023103"/>
          </a:xfrm>
          <a:prstGeom prst="rect">
            <a:avLst/>
          </a:prstGeom>
        </p:spPr>
      </p:pic>
    </p:spTree>
    <p:extLst>
      <p:ext uri="{BB962C8B-B14F-4D97-AF65-F5344CB8AC3E}">
        <p14:creationId xmlns:p14="http://schemas.microsoft.com/office/powerpoint/2010/main" val="162509501"/>
      </p:ext>
    </p:extLst>
  </p:cSld>
  <p:clrMapOvr>
    <a:masterClrMapping/>
  </p:clrMapOvr>
  <mc:AlternateContent xmlns:mc="http://schemas.openxmlformats.org/markup-compatibility/2006" xmlns:p14="http://schemas.microsoft.com/office/powerpoint/2010/main">
    <mc:Choice Requires="p14">
      <p:transition spd="slow" p14:dur="2000" advTm="18522"/>
    </mc:Choice>
    <mc:Fallback xmlns="">
      <p:transition spd="slow" advTm="18522"/>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2" name="Group 41"/>
          <p:cNvGrpSpPr>
            <a:grpSpLocks noChangeAspect="1"/>
          </p:cNvGrpSpPr>
          <p:nvPr/>
        </p:nvGrpSpPr>
        <p:grpSpPr>
          <a:xfrm>
            <a:off x="3509241" y="2849144"/>
            <a:ext cx="4095359" cy="2378464"/>
            <a:chOff x="36000" y="1332000"/>
            <a:chExt cx="8532000" cy="4955132"/>
          </a:xfrm>
        </p:grpSpPr>
        <p:pic>
          <p:nvPicPr>
            <p:cNvPr id="43" name="Picture 3" descr="C:\Backup\Lancaster University\Teaching\ENGR228_Digital Electronic\A Montazeri_ENGR228\Pics\10.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6000" y="1332000"/>
              <a:ext cx="8532000" cy="4955132"/>
            </a:xfrm>
            <a:prstGeom prst="rect">
              <a:avLst/>
            </a:prstGeom>
            <a:noFill/>
            <a:extLst>
              <a:ext uri="{909E8E84-426E-40DD-AFC4-6F175D3DCCD1}">
                <a14:hiddenFill xmlns:a14="http://schemas.microsoft.com/office/drawing/2010/main">
                  <a:solidFill>
                    <a:srgbClr val="FFFFFF"/>
                  </a:solidFill>
                </a14:hiddenFill>
              </a:ext>
            </a:extLst>
          </p:spPr>
        </p:pic>
        <p:sp>
          <p:nvSpPr>
            <p:cNvPr id="44" name="Rectangle 4"/>
            <p:cNvSpPr>
              <a:spLocks noChangeArrowheads="1"/>
            </p:cNvSpPr>
            <p:nvPr/>
          </p:nvSpPr>
          <p:spPr bwMode="auto">
            <a:xfrm>
              <a:off x="155329" y="4696282"/>
              <a:ext cx="7467600" cy="1575000"/>
            </a:xfrm>
            <a:prstGeom prst="rect">
              <a:avLst/>
            </a:prstGeom>
            <a:noFill/>
            <a:ln w="19050">
              <a:solidFill>
                <a:srgbClr val="990099"/>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spcBef>
                  <a:spcPct val="0"/>
                </a:spcBef>
                <a:buClrTx/>
              </a:pPr>
              <a:endParaRPr kumimoji="0" lang="pl-PL" sz="2000">
                <a:solidFill>
                  <a:srgbClr val="402000"/>
                </a:solidFill>
                <a:latin typeface="Times New Roman" charset="0"/>
              </a:endParaRPr>
            </a:p>
          </p:txBody>
        </p:sp>
        <p:sp>
          <p:nvSpPr>
            <p:cNvPr id="45" name="Rectangle 5"/>
            <p:cNvSpPr>
              <a:spLocks noChangeArrowheads="1"/>
            </p:cNvSpPr>
            <p:nvPr/>
          </p:nvSpPr>
          <p:spPr bwMode="auto">
            <a:xfrm>
              <a:off x="156550" y="3794820"/>
              <a:ext cx="2819401" cy="815627"/>
            </a:xfrm>
            <a:prstGeom prst="rect">
              <a:avLst/>
            </a:prstGeom>
            <a:noFill/>
            <a:ln w="19050">
              <a:solidFill>
                <a:schemeClr val="accent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solidFill>
                  <a:srgbClr val="402000"/>
                </a:solidFill>
              </a:endParaRPr>
            </a:p>
          </p:txBody>
        </p:sp>
        <p:sp>
          <p:nvSpPr>
            <p:cNvPr id="46" name="Rectangle 6"/>
            <p:cNvSpPr>
              <a:spLocks noChangeArrowheads="1"/>
            </p:cNvSpPr>
            <p:nvPr/>
          </p:nvSpPr>
          <p:spPr bwMode="auto">
            <a:xfrm>
              <a:off x="2517530" y="2207881"/>
              <a:ext cx="1447800" cy="868946"/>
            </a:xfrm>
            <a:prstGeom prst="rect">
              <a:avLst/>
            </a:prstGeom>
            <a:noFill/>
            <a:ln w="19050">
              <a:solidFill>
                <a:srgbClr val="00808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solidFill>
                  <a:srgbClr val="402000"/>
                </a:solidFill>
              </a:endParaRPr>
            </a:p>
          </p:txBody>
        </p:sp>
        <p:sp>
          <p:nvSpPr>
            <p:cNvPr id="47" name="Rectangle 7"/>
            <p:cNvSpPr>
              <a:spLocks noChangeArrowheads="1"/>
            </p:cNvSpPr>
            <p:nvPr/>
          </p:nvSpPr>
          <p:spPr bwMode="auto">
            <a:xfrm>
              <a:off x="4949130" y="3270502"/>
              <a:ext cx="2667001" cy="1299579"/>
            </a:xfrm>
            <a:prstGeom prst="rect">
              <a:avLst/>
            </a:prstGeom>
            <a:noFill/>
            <a:ln w="19050">
              <a:solidFill>
                <a:srgbClr val="FF33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solidFill>
                  <a:srgbClr val="402000"/>
                </a:solidFill>
              </a:endParaRPr>
            </a:p>
          </p:txBody>
        </p:sp>
        <p:sp>
          <p:nvSpPr>
            <p:cNvPr id="50" name="Text Box 10"/>
            <p:cNvSpPr txBox="1">
              <a:spLocks noChangeArrowheads="1"/>
            </p:cNvSpPr>
            <p:nvPr/>
          </p:nvSpPr>
          <p:spPr bwMode="auto">
            <a:xfrm>
              <a:off x="1907930" y="3821162"/>
              <a:ext cx="1066800" cy="4488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kumimoji="1" sz="1600">
                  <a:solidFill>
                    <a:schemeClr val="tx1"/>
                  </a:solidFill>
                  <a:latin typeface="Arial" charset="0"/>
                  <a:ea typeface="ＭＳ Ｐゴシック" charset="0"/>
                  <a:cs typeface="ＭＳ Ｐゴシック" charset="0"/>
                </a:defRPr>
              </a:lvl1pPr>
              <a:lvl2pPr marL="742950" indent="-285750">
                <a:defRPr kumimoji="1" sz="1600">
                  <a:solidFill>
                    <a:schemeClr val="tx1"/>
                  </a:solidFill>
                  <a:latin typeface="Arial" charset="0"/>
                  <a:ea typeface="ＭＳ Ｐゴシック" charset="0"/>
                </a:defRPr>
              </a:lvl2pPr>
              <a:lvl3pPr marL="1143000" indent="-228600">
                <a:defRPr kumimoji="1" sz="1600">
                  <a:solidFill>
                    <a:schemeClr val="tx1"/>
                  </a:solidFill>
                  <a:latin typeface="Arial" charset="0"/>
                  <a:ea typeface="ＭＳ Ｐゴシック" charset="0"/>
                </a:defRPr>
              </a:lvl3pPr>
              <a:lvl4pPr marL="1600200" indent="-228600">
                <a:defRPr kumimoji="1" sz="1600">
                  <a:solidFill>
                    <a:schemeClr val="tx1"/>
                  </a:solidFill>
                  <a:latin typeface="Arial" charset="0"/>
                  <a:ea typeface="ＭＳ Ｐゴシック" charset="0"/>
                </a:defRPr>
              </a:lvl4pPr>
              <a:lvl5pPr marL="2057400" indent="-228600">
                <a:defRPr kumimoji="1" sz="1600">
                  <a:solidFill>
                    <a:schemeClr val="tx1"/>
                  </a:solidFill>
                  <a:latin typeface="Arial" charset="0"/>
                  <a:ea typeface="ＭＳ Ｐゴシック" charset="0"/>
                </a:defRPr>
              </a:lvl5pPr>
              <a:lvl6pPr marL="2514600" indent="-228600" eaLnBrk="0" fontAlgn="base" hangingPunct="0">
                <a:spcBef>
                  <a:spcPct val="20000"/>
                </a:spcBef>
                <a:spcAft>
                  <a:spcPct val="0"/>
                </a:spcAft>
                <a:buClr>
                  <a:srgbClr val="000000"/>
                </a:buClr>
                <a:defRPr kumimoji="1" sz="1600">
                  <a:solidFill>
                    <a:schemeClr val="tx1"/>
                  </a:solidFill>
                  <a:latin typeface="Arial" charset="0"/>
                  <a:ea typeface="ＭＳ Ｐゴシック" charset="0"/>
                </a:defRPr>
              </a:lvl6pPr>
              <a:lvl7pPr marL="2971800" indent="-228600" eaLnBrk="0" fontAlgn="base" hangingPunct="0">
                <a:spcBef>
                  <a:spcPct val="20000"/>
                </a:spcBef>
                <a:spcAft>
                  <a:spcPct val="0"/>
                </a:spcAft>
                <a:buClr>
                  <a:srgbClr val="000000"/>
                </a:buClr>
                <a:defRPr kumimoji="1" sz="1600">
                  <a:solidFill>
                    <a:schemeClr val="tx1"/>
                  </a:solidFill>
                  <a:latin typeface="Arial" charset="0"/>
                  <a:ea typeface="ＭＳ Ｐゴシック" charset="0"/>
                </a:defRPr>
              </a:lvl7pPr>
              <a:lvl8pPr marL="3429000" indent="-228600" eaLnBrk="0" fontAlgn="base" hangingPunct="0">
                <a:spcBef>
                  <a:spcPct val="20000"/>
                </a:spcBef>
                <a:spcAft>
                  <a:spcPct val="0"/>
                </a:spcAft>
                <a:buClr>
                  <a:srgbClr val="000000"/>
                </a:buClr>
                <a:defRPr kumimoji="1" sz="1600">
                  <a:solidFill>
                    <a:schemeClr val="tx1"/>
                  </a:solidFill>
                  <a:latin typeface="Arial" charset="0"/>
                  <a:ea typeface="ＭＳ Ｐゴシック" charset="0"/>
                </a:defRPr>
              </a:lvl8pPr>
              <a:lvl9pPr marL="3886200" indent="-228600" eaLnBrk="0" fontAlgn="base" hangingPunct="0">
                <a:spcBef>
                  <a:spcPct val="20000"/>
                </a:spcBef>
                <a:spcAft>
                  <a:spcPct val="0"/>
                </a:spcAft>
                <a:buClr>
                  <a:srgbClr val="000000"/>
                </a:buClr>
                <a:defRPr kumimoji="1" sz="1600">
                  <a:solidFill>
                    <a:schemeClr val="tx1"/>
                  </a:solidFill>
                  <a:latin typeface="Arial" charset="0"/>
                  <a:ea typeface="ＭＳ Ｐゴシック" charset="0"/>
                </a:defRPr>
              </a:lvl9pPr>
            </a:lstStyle>
            <a:p>
              <a:pPr>
                <a:spcBef>
                  <a:spcPct val="50000"/>
                </a:spcBef>
                <a:buClrTx/>
              </a:pPr>
              <a:r>
                <a:rPr kumimoji="0" lang="en-US" sz="800" b="1" dirty="0">
                  <a:solidFill>
                    <a:srgbClr val="FF3300"/>
                  </a:solidFill>
                  <a:latin typeface="Times New Roman" charset="0"/>
                </a:rPr>
                <a:t>LUT2</a:t>
              </a:r>
            </a:p>
          </p:txBody>
        </p:sp>
        <p:sp>
          <p:nvSpPr>
            <p:cNvPr id="51" name="Text Box 11"/>
            <p:cNvSpPr txBox="1">
              <a:spLocks noChangeArrowheads="1"/>
            </p:cNvSpPr>
            <p:nvPr/>
          </p:nvSpPr>
          <p:spPr bwMode="auto">
            <a:xfrm>
              <a:off x="2669928" y="4799691"/>
              <a:ext cx="1104836" cy="4488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kumimoji="1" sz="1600">
                  <a:solidFill>
                    <a:schemeClr val="tx1"/>
                  </a:solidFill>
                  <a:latin typeface="Arial" charset="0"/>
                  <a:ea typeface="ＭＳ Ｐゴシック" charset="0"/>
                  <a:cs typeface="ＭＳ Ｐゴシック" charset="0"/>
                </a:defRPr>
              </a:lvl1pPr>
              <a:lvl2pPr marL="742950" indent="-285750">
                <a:defRPr kumimoji="1" sz="1600">
                  <a:solidFill>
                    <a:schemeClr val="tx1"/>
                  </a:solidFill>
                  <a:latin typeface="Arial" charset="0"/>
                  <a:ea typeface="ＭＳ Ｐゴシック" charset="0"/>
                </a:defRPr>
              </a:lvl2pPr>
              <a:lvl3pPr marL="1143000" indent="-228600">
                <a:defRPr kumimoji="1" sz="1600">
                  <a:solidFill>
                    <a:schemeClr val="tx1"/>
                  </a:solidFill>
                  <a:latin typeface="Arial" charset="0"/>
                  <a:ea typeface="ＭＳ Ｐゴシック" charset="0"/>
                </a:defRPr>
              </a:lvl3pPr>
              <a:lvl4pPr marL="1600200" indent="-228600">
                <a:defRPr kumimoji="1" sz="1600">
                  <a:solidFill>
                    <a:schemeClr val="tx1"/>
                  </a:solidFill>
                  <a:latin typeface="Arial" charset="0"/>
                  <a:ea typeface="ＭＳ Ｐゴシック" charset="0"/>
                </a:defRPr>
              </a:lvl4pPr>
              <a:lvl5pPr marL="2057400" indent="-228600">
                <a:defRPr kumimoji="1" sz="1600">
                  <a:solidFill>
                    <a:schemeClr val="tx1"/>
                  </a:solidFill>
                  <a:latin typeface="Arial" charset="0"/>
                  <a:ea typeface="ＭＳ Ｐゴシック" charset="0"/>
                </a:defRPr>
              </a:lvl5pPr>
              <a:lvl6pPr marL="2514600" indent="-228600" eaLnBrk="0" fontAlgn="base" hangingPunct="0">
                <a:spcBef>
                  <a:spcPct val="20000"/>
                </a:spcBef>
                <a:spcAft>
                  <a:spcPct val="0"/>
                </a:spcAft>
                <a:buClr>
                  <a:srgbClr val="000000"/>
                </a:buClr>
                <a:defRPr kumimoji="1" sz="1600">
                  <a:solidFill>
                    <a:schemeClr val="tx1"/>
                  </a:solidFill>
                  <a:latin typeface="Arial" charset="0"/>
                  <a:ea typeface="ＭＳ Ｐゴシック" charset="0"/>
                </a:defRPr>
              </a:lvl6pPr>
              <a:lvl7pPr marL="2971800" indent="-228600" eaLnBrk="0" fontAlgn="base" hangingPunct="0">
                <a:spcBef>
                  <a:spcPct val="20000"/>
                </a:spcBef>
                <a:spcAft>
                  <a:spcPct val="0"/>
                </a:spcAft>
                <a:buClr>
                  <a:srgbClr val="000000"/>
                </a:buClr>
                <a:defRPr kumimoji="1" sz="1600">
                  <a:solidFill>
                    <a:schemeClr val="tx1"/>
                  </a:solidFill>
                  <a:latin typeface="Arial" charset="0"/>
                  <a:ea typeface="ＭＳ Ｐゴシック" charset="0"/>
                </a:defRPr>
              </a:lvl7pPr>
              <a:lvl8pPr marL="3429000" indent="-228600" eaLnBrk="0" fontAlgn="base" hangingPunct="0">
                <a:spcBef>
                  <a:spcPct val="20000"/>
                </a:spcBef>
                <a:spcAft>
                  <a:spcPct val="0"/>
                </a:spcAft>
                <a:buClr>
                  <a:srgbClr val="000000"/>
                </a:buClr>
                <a:defRPr kumimoji="1" sz="1600">
                  <a:solidFill>
                    <a:schemeClr val="tx1"/>
                  </a:solidFill>
                  <a:latin typeface="Arial" charset="0"/>
                  <a:ea typeface="ＭＳ Ｐゴシック" charset="0"/>
                </a:defRPr>
              </a:lvl8pPr>
              <a:lvl9pPr marL="3886200" indent="-228600" eaLnBrk="0" fontAlgn="base" hangingPunct="0">
                <a:spcBef>
                  <a:spcPct val="20000"/>
                </a:spcBef>
                <a:spcAft>
                  <a:spcPct val="0"/>
                </a:spcAft>
                <a:buClr>
                  <a:srgbClr val="000000"/>
                </a:buClr>
                <a:defRPr kumimoji="1" sz="1600">
                  <a:solidFill>
                    <a:schemeClr val="tx1"/>
                  </a:solidFill>
                  <a:latin typeface="Arial" charset="0"/>
                  <a:ea typeface="ＭＳ Ｐゴシック" charset="0"/>
                </a:defRPr>
              </a:lvl9pPr>
            </a:lstStyle>
            <a:p>
              <a:pPr>
                <a:spcBef>
                  <a:spcPct val="50000"/>
                </a:spcBef>
                <a:buClrTx/>
              </a:pPr>
              <a:r>
                <a:rPr kumimoji="0" lang="en-US" sz="800" b="1" dirty="0">
                  <a:solidFill>
                    <a:srgbClr val="FF3300"/>
                  </a:solidFill>
                  <a:latin typeface="Times New Roman" charset="0"/>
                </a:rPr>
                <a:t>LUT3</a:t>
              </a:r>
            </a:p>
          </p:txBody>
        </p:sp>
        <p:sp>
          <p:nvSpPr>
            <p:cNvPr id="52" name="Text Box 12"/>
            <p:cNvSpPr txBox="1">
              <a:spLocks noChangeArrowheads="1"/>
            </p:cNvSpPr>
            <p:nvPr/>
          </p:nvSpPr>
          <p:spPr bwMode="auto">
            <a:xfrm>
              <a:off x="2974730" y="2210608"/>
              <a:ext cx="990600" cy="4488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kumimoji="1" sz="1600">
                  <a:solidFill>
                    <a:schemeClr val="tx1"/>
                  </a:solidFill>
                  <a:latin typeface="Arial" charset="0"/>
                  <a:ea typeface="ＭＳ Ｐゴシック" charset="0"/>
                  <a:cs typeface="ＭＳ Ｐゴシック" charset="0"/>
                </a:defRPr>
              </a:lvl1pPr>
              <a:lvl2pPr marL="742950" indent="-285750">
                <a:defRPr kumimoji="1" sz="1600">
                  <a:solidFill>
                    <a:schemeClr val="tx1"/>
                  </a:solidFill>
                  <a:latin typeface="Arial" charset="0"/>
                  <a:ea typeface="ＭＳ Ｐゴシック" charset="0"/>
                </a:defRPr>
              </a:lvl2pPr>
              <a:lvl3pPr marL="1143000" indent="-228600">
                <a:defRPr kumimoji="1" sz="1600">
                  <a:solidFill>
                    <a:schemeClr val="tx1"/>
                  </a:solidFill>
                  <a:latin typeface="Arial" charset="0"/>
                  <a:ea typeface="ＭＳ Ｐゴシック" charset="0"/>
                </a:defRPr>
              </a:lvl3pPr>
              <a:lvl4pPr marL="1600200" indent="-228600">
                <a:defRPr kumimoji="1" sz="1600">
                  <a:solidFill>
                    <a:schemeClr val="tx1"/>
                  </a:solidFill>
                  <a:latin typeface="Arial" charset="0"/>
                  <a:ea typeface="ＭＳ Ｐゴシック" charset="0"/>
                </a:defRPr>
              </a:lvl4pPr>
              <a:lvl5pPr marL="2057400" indent="-228600">
                <a:defRPr kumimoji="1" sz="1600">
                  <a:solidFill>
                    <a:schemeClr val="tx1"/>
                  </a:solidFill>
                  <a:latin typeface="Arial" charset="0"/>
                  <a:ea typeface="ＭＳ Ｐゴシック" charset="0"/>
                </a:defRPr>
              </a:lvl5pPr>
              <a:lvl6pPr marL="2514600" indent="-228600" eaLnBrk="0" fontAlgn="base" hangingPunct="0">
                <a:spcBef>
                  <a:spcPct val="20000"/>
                </a:spcBef>
                <a:spcAft>
                  <a:spcPct val="0"/>
                </a:spcAft>
                <a:buClr>
                  <a:srgbClr val="000000"/>
                </a:buClr>
                <a:defRPr kumimoji="1" sz="1600">
                  <a:solidFill>
                    <a:schemeClr val="tx1"/>
                  </a:solidFill>
                  <a:latin typeface="Arial" charset="0"/>
                  <a:ea typeface="ＭＳ Ｐゴシック" charset="0"/>
                </a:defRPr>
              </a:lvl6pPr>
              <a:lvl7pPr marL="2971800" indent="-228600" eaLnBrk="0" fontAlgn="base" hangingPunct="0">
                <a:spcBef>
                  <a:spcPct val="20000"/>
                </a:spcBef>
                <a:spcAft>
                  <a:spcPct val="0"/>
                </a:spcAft>
                <a:buClr>
                  <a:srgbClr val="000000"/>
                </a:buClr>
                <a:defRPr kumimoji="1" sz="1600">
                  <a:solidFill>
                    <a:schemeClr val="tx1"/>
                  </a:solidFill>
                  <a:latin typeface="Arial" charset="0"/>
                  <a:ea typeface="ＭＳ Ｐゴシック" charset="0"/>
                </a:defRPr>
              </a:lvl7pPr>
              <a:lvl8pPr marL="3429000" indent="-228600" eaLnBrk="0" fontAlgn="base" hangingPunct="0">
                <a:spcBef>
                  <a:spcPct val="20000"/>
                </a:spcBef>
                <a:spcAft>
                  <a:spcPct val="0"/>
                </a:spcAft>
                <a:buClr>
                  <a:srgbClr val="000000"/>
                </a:buClr>
                <a:defRPr kumimoji="1" sz="1600">
                  <a:solidFill>
                    <a:schemeClr val="tx1"/>
                  </a:solidFill>
                  <a:latin typeface="Arial" charset="0"/>
                  <a:ea typeface="ＭＳ Ｐゴシック" charset="0"/>
                </a:defRPr>
              </a:lvl8pPr>
              <a:lvl9pPr marL="3886200" indent="-228600" eaLnBrk="0" fontAlgn="base" hangingPunct="0">
                <a:spcBef>
                  <a:spcPct val="20000"/>
                </a:spcBef>
                <a:spcAft>
                  <a:spcPct val="0"/>
                </a:spcAft>
                <a:buClr>
                  <a:srgbClr val="000000"/>
                </a:buClr>
                <a:defRPr kumimoji="1" sz="1600">
                  <a:solidFill>
                    <a:schemeClr val="tx1"/>
                  </a:solidFill>
                  <a:latin typeface="Arial" charset="0"/>
                  <a:ea typeface="ＭＳ Ｐゴシック" charset="0"/>
                </a:defRPr>
              </a:lvl9pPr>
            </a:lstStyle>
            <a:p>
              <a:pPr>
                <a:spcBef>
                  <a:spcPct val="50000"/>
                </a:spcBef>
              </a:pPr>
              <a:r>
                <a:rPr kumimoji="0" lang="en-US" sz="800" b="1" dirty="0">
                  <a:solidFill>
                    <a:srgbClr val="FF3300"/>
                  </a:solidFill>
                  <a:latin typeface="Times New Roman" charset="0"/>
                </a:rPr>
                <a:t>LUT1</a:t>
              </a:r>
            </a:p>
          </p:txBody>
        </p:sp>
        <p:sp>
          <p:nvSpPr>
            <p:cNvPr id="53" name="Text Box 13"/>
            <p:cNvSpPr txBox="1">
              <a:spLocks noChangeArrowheads="1"/>
            </p:cNvSpPr>
            <p:nvPr/>
          </p:nvSpPr>
          <p:spPr bwMode="auto">
            <a:xfrm>
              <a:off x="5108326" y="3276702"/>
              <a:ext cx="1143002" cy="4488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kumimoji="1" sz="1600">
                  <a:solidFill>
                    <a:schemeClr val="tx1"/>
                  </a:solidFill>
                  <a:latin typeface="Arial" charset="0"/>
                  <a:ea typeface="ＭＳ Ｐゴシック" charset="0"/>
                  <a:cs typeface="ＭＳ Ｐゴシック" charset="0"/>
                </a:defRPr>
              </a:lvl1pPr>
              <a:lvl2pPr marL="742950" indent="-285750">
                <a:defRPr kumimoji="1" sz="1600">
                  <a:solidFill>
                    <a:schemeClr val="tx1"/>
                  </a:solidFill>
                  <a:latin typeface="Arial" charset="0"/>
                  <a:ea typeface="ＭＳ Ｐゴシック" charset="0"/>
                </a:defRPr>
              </a:lvl2pPr>
              <a:lvl3pPr marL="1143000" indent="-228600">
                <a:defRPr kumimoji="1" sz="1600">
                  <a:solidFill>
                    <a:schemeClr val="tx1"/>
                  </a:solidFill>
                  <a:latin typeface="Arial" charset="0"/>
                  <a:ea typeface="ＭＳ Ｐゴシック" charset="0"/>
                </a:defRPr>
              </a:lvl3pPr>
              <a:lvl4pPr marL="1600200" indent="-228600">
                <a:defRPr kumimoji="1" sz="1600">
                  <a:solidFill>
                    <a:schemeClr val="tx1"/>
                  </a:solidFill>
                  <a:latin typeface="Arial" charset="0"/>
                  <a:ea typeface="ＭＳ Ｐゴシック" charset="0"/>
                </a:defRPr>
              </a:lvl4pPr>
              <a:lvl5pPr marL="2057400" indent="-228600">
                <a:defRPr kumimoji="1" sz="1600">
                  <a:solidFill>
                    <a:schemeClr val="tx1"/>
                  </a:solidFill>
                  <a:latin typeface="Arial" charset="0"/>
                  <a:ea typeface="ＭＳ Ｐゴシック" charset="0"/>
                </a:defRPr>
              </a:lvl5pPr>
              <a:lvl6pPr marL="2514600" indent="-228600" eaLnBrk="0" fontAlgn="base" hangingPunct="0">
                <a:spcBef>
                  <a:spcPct val="20000"/>
                </a:spcBef>
                <a:spcAft>
                  <a:spcPct val="0"/>
                </a:spcAft>
                <a:buClr>
                  <a:srgbClr val="000000"/>
                </a:buClr>
                <a:defRPr kumimoji="1" sz="1600">
                  <a:solidFill>
                    <a:schemeClr val="tx1"/>
                  </a:solidFill>
                  <a:latin typeface="Arial" charset="0"/>
                  <a:ea typeface="ＭＳ Ｐゴシック" charset="0"/>
                </a:defRPr>
              </a:lvl6pPr>
              <a:lvl7pPr marL="2971800" indent="-228600" eaLnBrk="0" fontAlgn="base" hangingPunct="0">
                <a:spcBef>
                  <a:spcPct val="20000"/>
                </a:spcBef>
                <a:spcAft>
                  <a:spcPct val="0"/>
                </a:spcAft>
                <a:buClr>
                  <a:srgbClr val="000000"/>
                </a:buClr>
                <a:defRPr kumimoji="1" sz="1600">
                  <a:solidFill>
                    <a:schemeClr val="tx1"/>
                  </a:solidFill>
                  <a:latin typeface="Arial" charset="0"/>
                  <a:ea typeface="ＭＳ Ｐゴシック" charset="0"/>
                </a:defRPr>
              </a:lvl7pPr>
              <a:lvl8pPr marL="3429000" indent="-228600" eaLnBrk="0" fontAlgn="base" hangingPunct="0">
                <a:spcBef>
                  <a:spcPct val="20000"/>
                </a:spcBef>
                <a:spcAft>
                  <a:spcPct val="0"/>
                </a:spcAft>
                <a:buClr>
                  <a:srgbClr val="000000"/>
                </a:buClr>
                <a:defRPr kumimoji="1" sz="1600">
                  <a:solidFill>
                    <a:schemeClr val="tx1"/>
                  </a:solidFill>
                  <a:latin typeface="Arial" charset="0"/>
                  <a:ea typeface="ＭＳ Ｐゴシック" charset="0"/>
                </a:defRPr>
              </a:lvl8pPr>
              <a:lvl9pPr marL="3886200" indent="-228600" eaLnBrk="0" fontAlgn="base" hangingPunct="0">
                <a:spcBef>
                  <a:spcPct val="20000"/>
                </a:spcBef>
                <a:spcAft>
                  <a:spcPct val="0"/>
                </a:spcAft>
                <a:buClr>
                  <a:srgbClr val="000000"/>
                </a:buClr>
                <a:defRPr kumimoji="1" sz="1600">
                  <a:solidFill>
                    <a:schemeClr val="tx1"/>
                  </a:solidFill>
                  <a:latin typeface="Arial" charset="0"/>
                  <a:ea typeface="ＭＳ Ｐゴシック" charset="0"/>
                </a:defRPr>
              </a:lvl9pPr>
            </a:lstStyle>
            <a:p>
              <a:pPr>
                <a:spcBef>
                  <a:spcPct val="50000"/>
                </a:spcBef>
              </a:pPr>
              <a:r>
                <a:rPr kumimoji="0" lang="en-US" sz="800" b="1" dirty="0">
                  <a:solidFill>
                    <a:srgbClr val="FF3300"/>
                  </a:solidFill>
                  <a:latin typeface="Times New Roman" charset="0"/>
                </a:rPr>
                <a:t>LUT4</a:t>
              </a:r>
            </a:p>
          </p:txBody>
        </p:sp>
        <p:sp>
          <p:nvSpPr>
            <p:cNvPr id="55" name="Text Box 15"/>
            <p:cNvSpPr txBox="1">
              <a:spLocks noChangeArrowheads="1"/>
            </p:cNvSpPr>
            <p:nvPr/>
          </p:nvSpPr>
          <p:spPr bwMode="auto">
            <a:xfrm>
              <a:off x="6632329" y="3809191"/>
              <a:ext cx="838200" cy="4488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1600">
                  <a:solidFill>
                    <a:schemeClr val="tx1"/>
                  </a:solidFill>
                  <a:latin typeface="Arial" charset="0"/>
                  <a:ea typeface="ＭＳ Ｐゴシック" charset="0"/>
                  <a:cs typeface="ＭＳ Ｐゴシック" charset="0"/>
                </a:defRPr>
              </a:lvl1pPr>
              <a:lvl2pPr marL="742950" indent="-285750">
                <a:defRPr kumimoji="1" sz="1600">
                  <a:solidFill>
                    <a:schemeClr val="tx1"/>
                  </a:solidFill>
                  <a:latin typeface="Arial" charset="0"/>
                  <a:ea typeface="ＭＳ Ｐゴシック" charset="0"/>
                </a:defRPr>
              </a:lvl2pPr>
              <a:lvl3pPr marL="1143000" indent="-228600">
                <a:defRPr kumimoji="1" sz="1600">
                  <a:solidFill>
                    <a:schemeClr val="tx1"/>
                  </a:solidFill>
                  <a:latin typeface="Arial" charset="0"/>
                  <a:ea typeface="ＭＳ Ｐゴシック" charset="0"/>
                </a:defRPr>
              </a:lvl3pPr>
              <a:lvl4pPr marL="1600200" indent="-228600">
                <a:defRPr kumimoji="1" sz="1600">
                  <a:solidFill>
                    <a:schemeClr val="tx1"/>
                  </a:solidFill>
                  <a:latin typeface="Arial" charset="0"/>
                  <a:ea typeface="ＭＳ Ｐゴシック" charset="0"/>
                </a:defRPr>
              </a:lvl4pPr>
              <a:lvl5pPr marL="2057400" indent="-228600">
                <a:defRPr kumimoji="1" sz="1600">
                  <a:solidFill>
                    <a:schemeClr val="tx1"/>
                  </a:solidFill>
                  <a:latin typeface="Arial" charset="0"/>
                  <a:ea typeface="ＭＳ Ｐゴシック" charset="0"/>
                </a:defRPr>
              </a:lvl5pPr>
              <a:lvl6pPr marL="2514600" indent="-228600" eaLnBrk="0" fontAlgn="base" hangingPunct="0">
                <a:spcBef>
                  <a:spcPct val="20000"/>
                </a:spcBef>
                <a:spcAft>
                  <a:spcPct val="0"/>
                </a:spcAft>
                <a:buClr>
                  <a:srgbClr val="000000"/>
                </a:buClr>
                <a:defRPr kumimoji="1" sz="1600">
                  <a:solidFill>
                    <a:schemeClr val="tx1"/>
                  </a:solidFill>
                  <a:latin typeface="Arial" charset="0"/>
                  <a:ea typeface="ＭＳ Ｐゴシック" charset="0"/>
                </a:defRPr>
              </a:lvl6pPr>
              <a:lvl7pPr marL="2971800" indent="-228600" eaLnBrk="0" fontAlgn="base" hangingPunct="0">
                <a:spcBef>
                  <a:spcPct val="20000"/>
                </a:spcBef>
                <a:spcAft>
                  <a:spcPct val="0"/>
                </a:spcAft>
                <a:buClr>
                  <a:srgbClr val="000000"/>
                </a:buClr>
                <a:defRPr kumimoji="1" sz="1600">
                  <a:solidFill>
                    <a:schemeClr val="tx1"/>
                  </a:solidFill>
                  <a:latin typeface="Arial" charset="0"/>
                  <a:ea typeface="ＭＳ Ｐゴシック" charset="0"/>
                </a:defRPr>
              </a:lvl7pPr>
              <a:lvl8pPr marL="3429000" indent="-228600" eaLnBrk="0" fontAlgn="base" hangingPunct="0">
                <a:spcBef>
                  <a:spcPct val="20000"/>
                </a:spcBef>
                <a:spcAft>
                  <a:spcPct val="0"/>
                </a:spcAft>
                <a:buClr>
                  <a:srgbClr val="000000"/>
                </a:buClr>
                <a:defRPr kumimoji="1" sz="1600">
                  <a:solidFill>
                    <a:schemeClr val="tx1"/>
                  </a:solidFill>
                  <a:latin typeface="Arial" charset="0"/>
                  <a:ea typeface="ＭＳ Ｐゴシック" charset="0"/>
                </a:defRPr>
              </a:lvl8pPr>
              <a:lvl9pPr marL="3886200" indent="-228600" eaLnBrk="0" fontAlgn="base" hangingPunct="0">
                <a:spcBef>
                  <a:spcPct val="20000"/>
                </a:spcBef>
                <a:spcAft>
                  <a:spcPct val="0"/>
                </a:spcAft>
                <a:buClr>
                  <a:srgbClr val="000000"/>
                </a:buClr>
                <a:defRPr kumimoji="1" sz="1600">
                  <a:solidFill>
                    <a:schemeClr val="tx1"/>
                  </a:solidFill>
                  <a:latin typeface="Arial" charset="0"/>
                  <a:ea typeface="ＭＳ Ｐゴシック" charset="0"/>
                </a:defRPr>
              </a:lvl9pPr>
            </a:lstStyle>
            <a:p>
              <a:pPr>
                <a:spcBef>
                  <a:spcPct val="50000"/>
                </a:spcBef>
              </a:pPr>
              <a:r>
                <a:rPr kumimoji="0" lang="en-US" sz="800" b="1" dirty="0">
                  <a:solidFill>
                    <a:srgbClr val="FF3300"/>
                  </a:solidFill>
                  <a:latin typeface="Times New Roman" charset="0"/>
                </a:rPr>
                <a:t>FF1</a:t>
              </a:r>
            </a:p>
          </p:txBody>
        </p:sp>
        <p:sp>
          <p:nvSpPr>
            <p:cNvPr id="56" name="Text Box 16"/>
            <p:cNvSpPr txBox="1">
              <a:spLocks noChangeArrowheads="1"/>
            </p:cNvSpPr>
            <p:nvPr/>
          </p:nvSpPr>
          <p:spPr bwMode="auto">
            <a:xfrm>
              <a:off x="6632329" y="5264086"/>
              <a:ext cx="838200" cy="4488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1600">
                  <a:solidFill>
                    <a:schemeClr val="tx1"/>
                  </a:solidFill>
                  <a:latin typeface="Arial" charset="0"/>
                  <a:ea typeface="ＭＳ Ｐゴシック" charset="0"/>
                  <a:cs typeface="ＭＳ Ｐゴシック" charset="0"/>
                </a:defRPr>
              </a:lvl1pPr>
              <a:lvl2pPr marL="742950" indent="-285750">
                <a:defRPr kumimoji="1" sz="1600">
                  <a:solidFill>
                    <a:schemeClr val="tx1"/>
                  </a:solidFill>
                  <a:latin typeface="Arial" charset="0"/>
                  <a:ea typeface="ＭＳ Ｐゴシック" charset="0"/>
                </a:defRPr>
              </a:lvl2pPr>
              <a:lvl3pPr marL="1143000" indent="-228600">
                <a:defRPr kumimoji="1" sz="1600">
                  <a:solidFill>
                    <a:schemeClr val="tx1"/>
                  </a:solidFill>
                  <a:latin typeface="Arial" charset="0"/>
                  <a:ea typeface="ＭＳ Ｐゴシック" charset="0"/>
                </a:defRPr>
              </a:lvl3pPr>
              <a:lvl4pPr marL="1600200" indent="-228600">
                <a:defRPr kumimoji="1" sz="1600">
                  <a:solidFill>
                    <a:schemeClr val="tx1"/>
                  </a:solidFill>
                  <a:latin typeface="Arial" charset="0"/>
                  <a:ea typeface="ＭＳ Ｐゴシック" charset="0"/>
                </a:defRPr>
              </a:lvl4pPr>
              <a:lvl5pPr marL="2057400" indent="-228600">
                <a:defRPr kumimoji="1" sz="1600">
                  <a:solidFill>
                    <a:schemeClr val="tx1"/>
                  </a:solidFill>
                  <a:latin typeface="Arial" charset="0"/>
                  <a:ea typeface="ＭＳ Ｐゴシック" charset="0"/>
                </a:defRPr>
              </a:lvl5pPr>
              <a:lvl6pPr marL="2514600" indent="-228600" eaLnBrk="0" fontAlgn="base" hangingPunct="0">
                <a:spcBef>
                  <a:spcPct val="20000"/>
                </a:spcBef>
                <a:spcAft>
                  <a:spcPct val="0"/>
                </a:spcAft>
                <a:buClr>
                  <a:srgbClr val="000000"/>
                </a:buClr>
                <a:defRPr kumimoji="1" sz="1600">
                  <a:solidFill>
                    <a:schemeClr val="tx1"/>
                  </a:solidFill>
                  <a:latin typeface="Arial" charset="0"/>
                  <a:ea typeface="ＭＳ Ｐゴシック" charset="0"/>
                </a:defRPr>
              </a:lvl6pPr>
              <a:lvl7pPr marL="2971800" indent="-228600" eaLnBrk="0" fontAlgn="base" hangingPunct="0">
                <a:spcBef>
                  <a:spcPct val="20000"/>
                </a:spcBef>
                <a:spcAft>
                  <a:spcPct val="0"/>
                </a:spcAft>
                <a:buClr>
                  <a:srgbClr val="000000"/>
                </a:buClr>
                <a:defRPr kumimoji="1" sz="1600">
                  <a:solidFill>
                    <a:schemeClr val="tx1"/>
                  </a:solidFill>
                  <a:latin typeface="Arial" charset="0"/>
                  <a:ea typeface="ＭＳ Ｐゴシック" charset="0"/>
                </a:defRPr>
              </a:lvl7pPr>
              <a:lvl8pPr marL="3429000" indent="-228600" eaLnBrk="0" fontAlgn="base" hangingPunct="0">
                <a:spcBef>
                  <a:spcPct val="20000"/>
                </a:spcBef>
                <a:spcAft>
                  <a:spcPct val="0"/>
                </a:spcAft>
                <a:buClr>
                  <a:srgbClr val="000000"/>
                </a:buClr>
                <a:defRPr kumimoji="1" sz="1600">
                  <a:solidFill>
                    <a:schemeClr val="tx1"/>
                  </a:solidFill>
                  <a:latin typeface="Arial" charset="0"/>
                  <a:ea typeface="ＭＳ Ｐゴシック" charset="0"/>
                </a:defRPr>
              </a:lvl8pPr>
              <a:lvl9pPr marL="3886200" indent="-228600" eaLnBrk="0" fontAlgn="base" hangingPunct="0">
                <a:spcBef>
                  <a:spcPct val="20000"/>
                </a:spcBef>
                <a:spcAft>
                  <a:spcPct val="0"/>
                </a:spcAft>
                <a:buClr>
                  <a:srgbClr val="000000"/>
                </a:buClr>
                <a:defRPr kumimoji="1" sz="1600">
                  <a:solidFill>
                    <a:schemeClr val="tx1"/>
                  </a:solidFill>
                  <a:latin typeface="Arial" charset="0"/>
                  <a:ea typeface="ＭＳ Ｐゴシック" charset="0"/>
                </a:defRPr>
              </a:lvl9pPr>
            </a:lstStyle>
            <a:p>
              <a:pPr>
                <a:spcBef>
                  <a:spcPct val="50000"/>
                </a:spcBef>
              </a:pPr>
              <a:r>
                <a:rPr kumimoji="0" lang="en-US" sz="800" b="1" dirty="0">
                  <a:solidFill>
                    <a:srgbClr val="FF3300"/>
                  </a:solidFill>
                  <a:latin typeface="Times New Roman" charset="0"/>
                </a:rPr>
                <a:t>FF2</a:t>
              </a:r>
            </a:p>
          </p:txBody>
        </p:sp>
        <p:sp>
          <p:nvSpPr>
            <p:cNvPr id="57" name="Rectangle 17"/>
            <p:cNvSpPr>
              <a:spLocks noChangeArrowheads="1"/>
            </p:cNvSpPr>
            <p:nvPr/>
          </p:nvSpPr>
          <p:spPr bwMode="auto">
            <a:xfrm>
              <a:off x="155329" y="1903081"/>
              <a:ext cx="2057401" cy="1598042"/>
            </a:xfrm>
            <a:prstGeom prst="rect">
              <a:avLst/>
            </a:prstGeom>
            <a:noFill/>
            <a:ln w="19050">
              <a:solidFill>
                <a:srgbClr val="CC33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solidFill>
                  <a:srgbClr val="402000"/>
                </a:solidFill>
              </a:endParaRPr>
            </a:p>
          </p:txBody>
        </p:sp>
        <p:sp>
          <p:nvSpPr>
            <p:cNvPr id="59" name="Text Box 19"/>
            <p:cNvSpPr txBox="1">
              <a:spLocks noChangeArrowheads="1"/>
            </p:cNvSpPr>
            <p:nvPr/>
          </p:nvSpPr>
          <p:spPr bwMode="auto">
            <a:xfrm>
              <a:off x="1202676" y="2515206"/>
              <a:ext cx="1019531" cy="4488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kumimoji="1" sz="1600">
                  <a:solidFill>
                    <a:schemeClr val="tx1"/>
                  </a:solidFill>
                  <a:latin typeface="Arial" charset="0"/>
                  <a:ea typeface="ＭＳ Ｐゴシック" charset="0"/>
                  <a:cs typeface="ＭＳ Ｐゴシック" charset="0"/>
                </a:defRPr>
              </a:lvl1pPr>
              <a:lvl2pPr marL="742950" indent="-285750">
                <a:defRPr kumimoji="1" sz="1600">
                  <a:solidFill>
                    <a:schemeClr val="tx1"/>
                  </a:solidFill>
                  <a:latin typeface="Arial" charset="0"/>
                  <a:ea typeface="ＭＳ Ｐゴシック" charset="0"/>
                </a:defRPr>
              </a:lvl2pPr>
              <a:lvl3pPr marL="1143000" indent="-228600">
                <a:defRPr kumimoji="1" sz="1600">
                  <a:solidFill>
                    <a:schemeClr val="tx1"/>
                  </a:solidFill>
                  <a:latin typeface="Arial" charset="0"/>
                  <a:ea typeface="ＭＳ Ｐゴシック" charset="0"/>
                </a:defRPr>
              </a:lvl3pPr>
              <a:lvl4pPr marL="1600200" indent="-228600">
                <a:defRPr kumimoji="1" sz="1600">
                  <a:solidFill>
                    <a:schemeClr val="tx1"/>
                  </a:solidFill>
                  <a:latin typeface="Arial" charset="0"/>
                  <a:ea typeface="ＭＳ Ｐゴシック" charset="0"/>
                </a:defRPr>
              </a:lvl4pPr>
              <a:lvl5pPr marL="2057400" indent="-228600">
                <a:defRPr kumimoji="1" sz="1600">
                  <a:solidFill>
                    <a:schemeClr val="tx1"/>
                  </a:solidFill>
                  <a:latin typeface="Arial" charset="0"/>
                  <a:ea typeface="ＭＳ Ｐゴシック" charset="0"/>
                </a:defRPr>
              </a:lvl5pPr>
              <a:lvl6pPr marL="2514600" indent="-228600" eaLnBrk="0" fontAlgn="base" hangingPunct="0">
                <a:spcBef>
                  <a:spcPct val="20000"/>
                </a:spcBef>
                <a:spcAft>
                  <a:spcPct val="0"/>
                </a:spcAft>
                <a:buClr>
                  <a:srgbClr val="000000"/>
                </a:buClr>
                <a:defRPr kumimoji="1" sz="1600">
                  <a:solidFill>
                    <a:schemeClr val="tx1"/>
                  </a:solidFill>
                  <a:latin typeface="Arial" charset="0"/>
                  <a:ea typeface="ＭＳ Ｐゴシック" charset="0"/>
                </a:defRPr>
              </a:lvl6pPr>
              <a:lvl7pPr marL="2971800" indent="-228600" eaLnBrk="0" fontAlgn="base" hangingPunct="0">
                <a:spcBef>
                  <a:spcPct val="20000"/>
                </a:spcBef>
                <a:spcAft>
                  <a:spcPct val="0"/>
                </a:spcAft>
                <a:buClr>
                  <a:srgbClr val="000000"/>
                </a:buClr>
                <a:defRPr kumimoji="1" sz="1600">
                  <a:solidFill>
                    <a:schemeClr val="tx1"/>
                  </a:solidFill>
                  <a:latin typeface="Arial" charset="0"/>
                  <a:ea typeface="ＭＳ Ｐゴシック" charset="0"/>
                </a:defRPr>
              </a:lvl7pPr>
              <a:lvl8pPr marL="3429000" indent="-228600" eaLnBrk="0" fontAlgn="base" hangingPunct="0">
                <a:spcBef>
                  <a:spcPct val="20000"/>
                </a:spcBef>
                <a:spcAft>
                  <a:spcPct val="0"/>
                </a:spcAft>
                <a:buClr>
                  <a:srgbClr val="000000"/>
                </a:buClr>
                <a:defRPr kumimoji="1" sz="1600">
                  <a:solidFill>
                    <a:schemeClr val="tx1"/>
                  </a:solidFill>
                  <a:latin typeface="Arial" charset="0"/>
                  <a:ea typeface="ＭＳ Ｐゴシック" charset="0"/>
                </a:defRPr>
              </a:lvl8pPr>
              <a:lvl9pPr marL="3886200" indent="-228600" eaLnBrk="0" fontAlgn="base" hangingPunct="0">
                <a:spcBef>
                  <a:spcPct val="20000"/>
                </a:spcBef>
                <a:spcAft>
                  <a:spcPct val="0"/>
                </a:spcAft>
                <a:buClr>
                  <a:srgbClr val="000000"/>
                </a:buClr>
                <a:defRPr kumimoji="1" sz="1600">
                  <a:solidFill>
                    <a:schemeClr val="tx1"/>
                  </a:solidFill>
                  <a:latin typeface="Arial" charset="0"/>
                  <a:ea typeface="ＭＳ Ｐゴシック" charset="0"/>
                </a:defRPr>
              </a:lvl9pPr>
            </a:lstStyle>
            <a:p>
              <a:pPr>
                <a:spcBef>
                  <a:spcPct val="50000"/>
                </a:spcBef>
                <a:buClrTx/>
              </a:pPr>
              <a:r>
                <a:rPr kumimoji="0" lang="en-US" sz="800" b="1" dirty="0">
                  <a:solidFill>
                    <a:srgbClr val="FF3300"/>
                  </a:solidFill>
                  <a:latin typeface="Times New Roman" charset="0"/>
                </a:rPr>
                <a:t>LUT0</a:t>
              </a:r>
            </a:p>
          </p:txBody>
        </p:sp>
      </p:grpSp>
      <p:sp>
        <p:nvSpPr>
          <p:cNvPr id="60" name="Line 21"/>
          <p:cNvSpPr>
            <a:spLocks noChangeShapeType="1"/>
          </p:cNvSpPr>
          <p:nvPr/>
        </p:nvSpPr>
        <p:spPr bwMode="auto">
          <a:xfrm flipV="1">
            <a:off x="4563969" y="2025942"/>
            <a:ext cx="2111510" cy="1098460"/>
          </a:xfrm>
          <a:prstGeom prst="line">
            <a:avLst/>
          </a:prstGeom>
          <a:noFill/>
          <a:ln w="28575">
            <a:solidFill>
              <a:srgbClr val="99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61" name="Line 22"/>
          <p:cNvSpPr>
            <a:spLocks noChangeShapeType="1"/>
          </p:cNvSpPr>
          <p:nvPr/>
        </p:nvSpPr>
        <p:spPr bwMode="auto">
          <a:xfrm flipV="1">
            <a:off x="5395319" y="2575172"/>
            <a:ext cx="1277318" cy="694394"/>
          </a:xfrm>
          <a:prstGeom prst="line">
            <a:avLst/>
          </a:prstGeom>
          <a:noFill/>
          <a:ln w="28575">
            <a:solidFill>
              <a:schemeClr val="tx2"/>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62" name="Line 23"/>
          <p:cNvSpPr>
            <a:spLocks noChangeShapeType="1"/>
          </p:cNvSpPr>
          <p:nvPr/>
        </p:nvSpPr>
        <p:spPr bwMode="auto">
          <a:xfrm flipV="1">
            <a:off x="4919831" y="3060693"/>
            <a:ext cx="1752805" cy="983248"/>
          </a:xfrm>
          <a:prstGeom prst="line">
            <a:avLst/>
          </a:prstGeom>
          <a:noFill/>
          <a:ln w="28575">
            <a:solidFill>
              <a:schemeClr val="accent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64" name="Freeform 25"/>
          <p:cNvSpPr>
            <a:spLocks/>
          </p:cNvSpPr>
          <p:nvPr/>
        </p:nvSpPr>
        <p:spPr bwMode="auto">
          <a:xfrm>
            <a:off x="7150967" y="3130148"/>
            <a:ext cx="1672026" cy="1821843"/>
          </a:xfrm>
          <a:custGeom>
            <a:avLst/>
            <a:gdLst>
              <a:gd name="T0" fmla="*/ 0 w 2112"/>
              <a:gd name="T1" fmla="*/ 2147483647 h 1688"/>
              <a:gd name="T2" fmla="*/ 2147483647 w 2112"/>
              <a:gd name="T3" fmla="*/ 2147483647 h 1688"/>
              <a:gd name="T4" fmla="*/ 2147483647 w 2112"/>
              <a:gd name="T5" fmla="*/ 0 h 1688"/>
              <a:gd name="T6" fmla="*/ 0 60000 65536"/>
              <a:gd name="T7" fmla="*/ 0 60000 65536"/>
              <a:gd name="T8" fmla="*/ 0 60000 65536"/>
              <a:gd name="T9" fmla="*/ 0 w 2112"/>
              <a:gd name="T10" fmla="*/ 0 h 1688"/>
              <a:gd name="T11" fmla="*/ 2112 w 2112"/>
              <a:gd name="T12" fmla="*/ 1688 h 1688"/>
            </a:gdLst>
            <a:ahLst/>
            <a:cxnLst>
              <a:cxn ang="T6">
                <a:pos x="T0" y="T1"/>
              </a:cxn>
              <a:cxn ang="T7">
                <a:pos x="T2" y="T3"/>
              </a:cxn>
              <a:cxn ang="T8">
                <a:pos x="T4" y="T5"/>
              </a:cxn>
            </a:cxnLst>
            <a:rect l="T9" t="T10" r="T11" b="T12"/>
            <a:pathLst>
              <a:path w="2112" h="1688">
                <a:moveTo>
                  <a:pt x="0" y="1680"/>
                </a:moveTo>
                <a:lnTo>
                  <a:pt x="1696" y="1688"/>
                </a:lnTo>
                <a:lnTo>
                  <a:pt x="2112" y="0"/>
                </a:lnTo>
              </a:path>
            </a:pathLst>
          </a:custGeom>
          <a:noFill/>
          <a:ln w="28575">
            <a:solidFill>
              <a:srgbClr val="7030A0"/>
            </a:solidFill>
            <a:round/>
            <a:headEnd/>
            <a:tailEnd type="triangle" w="med" len="med"/>
          </a:ln>
          <a:extLst>
            <a:ext uri="{909E8E84-426E-40DD-AFC4-6F175D3DCCD1}">
              <a14:hiddenFill xmlns:a14="http://schemas.microsoft.com/office/drawing/2010/main">
                <a:solidFill>
                  <a:srgbClr val="FFFFFF"/>
                </a:solidFill>
              </a14:hiddenFill>
            </a:ext>
          </a:extLst>
        </p:spPr>
        <p:txBody>
          <a:bodyPr/>
          <a:lstStyle/>
          <a:p>
            <a:endParaRPr lang="en-US"/>
          </a:p>
        </p:txBody>
      </p:sp>
      <p:grpSp>
        <p:nvGrpSpPr>
          <p:cNvPr id="84" name="Group 83"/>
          <p:cNvGrpSpPr>
            <a:grpSpLocks noChangeAspect="1"/>
          </p:cNvGrpSpPr>
          <p:nvPr/>
        </p:nvGrpSpPr>
        <p:grpSpPr>
          <a:xfrm>
            <a:off x="6538511" y="1753715"/>
            <a:ext cx="2450160" cy="1376433"/>
            <a:chOff x="4800600" y="1296814"/>
            <a:chExt cx="4176000" cy="2325742"/>
          </a:xfrm>
        </p:grpSpPr>
        <p:sp>
          <p:nvSpPr>
            <p:cNvPr id="67" name="Rectangle 29"/>
            <p:cNvSpPr>
              <a:spLocks noChangeArrowheads="1"/>
            </p:cNvSpPr>
            <p:nvPr/>
          </p:nvSpPr>
          <p:spPr bwMode="auto">
            <a:xfrm>
              <a:off x="4800600" y="1296814"/>
              <a:ext cx="4176000" cy="2325742"/>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solidFill>
                  <a:srgbClr val="402000"/>
                </a:solidFill>
              </a:endParaRPr>
            </a:p>
          </p:txBody>
        </p:sp>
        <p:sp>
          <p:nvSpPr>
            <p:cNvPr id="69" name="Rectangle 6"/>
            <p:cNvSpPr>
              <a:spLocks noChangeArrowheads="1"/>
            </p:cNvSpPr>
            <p:nvPr/>
          </p:nvSpPr>
          <p:spPr bwMode="auto">
            <a:xfrm>
              <a:off x="5029200" y="1447800"/>
              <a:ext cx="544286" cy="464574"/>
            </a:xfrm>
            <a:prstGeom prst="rect">
              <a:avLst/>
            </a:prstGeom>
            <a:solidFill>
              <a:srgbClr val="0A64B6"/>
            </a:solidFill>
            <a:ln w="9525">
              <a:solidFill>
                <a:schemeClr val="tx1"/>
              </a:solidFill>
              <a:miter lim="800000"/>
              <a:headEnd/>
              <a:tailEnd/>
            </a:ln>
          </p:spPr>
          <p:txBody>
            <a:bodyPr wrap="none" anchor="ctr"/>
            <a:lstStyle/>
            <a:p>
              <a:endParaRPr lang="en-US">
                <a:solidFill>
                  <a:srgbClr val="402000"/>
                </a:solidFill>
              </a:endParaRPr>
            </a:p>
          </p:txBody>
        </p:sp>
        <p:sp>
          <p:nvSpPr>
            <p:cNvPr id="70" name="Rectangle 7"/>
            <p:cNvSpPr>
              <a:spLocks noChangeArrowheads="1"/>
            </p:cNvSpPr>
            <p:nvPr/>
          </p:nvSpPr>
          <p:spPr bwMode="auto">
            <a:xfrm>
              <a:off x="5845629" y="1447800"/>
              <a:ext cx="544286" cy="464574"/>
            </a:xfrm>
            <a:prstGeom prst="rect">
              <a:avLst/>
            </a:prstGeom>
            <a:solidFill>
              <a:srgbClr val="0A64B6"/>
            </a:solidFill>
            <a:ln w="9525">
              <a:solidFill>
                <a:schemeClr val="tx1"/>
              </a:solidFill>
              <a:miter lim="800000"/>
              <a:headEnd/>
              <a:tailEnd/>
            </a:ln>
          </p:spPr>
          <p:txBody>
            <a:bodyPr wrap="none" anchor="ctr"/>
            <a:lstStyle/>
            <a:p>
              <a:endParaRPr lang="en-US">
                <a:solidFill>
                  <a:srgbClr val="402000"/>
                </a:solidFill>
              </a:endParaRPr>
            </a:p>
          </p:txBody>
        </p:sp>
        <p:sp>
          <p:nvSpPr>
            <p:cNvPr id="71" name="Rectangle 8"/>
            <p:cNvSpPr>
              <a:spLocks noChangeArrowheads="1"/>
            </p:cNvSpPr>
            <p:nvPr/>
          </p:nvSpPr>
          <p:spPr bwMode="auto">
            <a:xfrm>
              <a:off x="6662057" y="1447800"/>
              <a:ext cx="544286" cy="464574"/>
            </a:xfrm>
            <a:prstGeom prst="rect">
              <a:avLst/>
            </a:prstGeom>
            <a:solidFill>
              <a:srgbClr val="0A64B6"/>
            </a:solidFill>
            <a:ln w="9525">
              <a:solidFill>
                <a:schemeClr val="tx1"/>
              </a:solidFill>
              <a:miter lim="800000"/>
              <a:headEnd/>
              <a:tailEnd/>
            </a:ln>
          </p:spPr>
          <p:txBody>
            <a:bodyPr wrap="none" anchor="ctr"/>
            <a:lstStyle/>
            <a:p>
              <a:endParaRPr lang="en-US">
                <a:solidFill>
                  <a:srgbClr val="402000"/>
                </a:solidFill>
              </a:endParaRPr>
            </a:p>
          </p:txBody>
        </p:sp>
        <p:sp>
          <p:nvSpPr>
            <p:cNvPr id="72" name="Rectangle 9"/>
            <p:cNvSpPr>
              <a:spLocks noChangeArrowheads="1"/>
            </p:cNvSpPr>
            <p:nvPr/>
          </p:nvSpPr>
          <p:spPr bwMode="auto">
            <a:xfrm>
              <a:off x="7478486" y="1447800"/>
              <a:ext cx="544286" cy="464574"/>
            </a:xfrm>
            <a:prstGeom prst="rect">
              <a:avLst/>
            </a:prstGeom>
            <a:solidFill>
              <a:srgbClr val="0A64B6"/>
            </a:solidFill>
            <a:ln w="9525">
              <a:solidFill>
                <a:schemeClr val="tx1"/>
              </a:solidFill>
              <a:miter lim="800000"/>
              <a:headEnd/>
              <a:tailEnd/>
            </a:ln>
          </p:spPr>
          <p:txBody>
            <a:bodyPr wrap="none" anchor="ctr"/>
            <a:lstStyle/>
            <a:p>
              <a:endParaRPr lang="en-US">
                <a:solidFill>
                  <a:srgbClr val="402000"/>
                </a:solidFill>
              </a:endParaRPr>
            </a:p>
          </p:txBody>
        </p:sp>
        <p:sp>
          <p:nvSpPr>
            <p:cNvPr id="73" name="Rectangle 10"/>
            <p:cNvSpPr>
              <a:spLocks noChangeArrowheads="1"/>
            </p:cNvSpPr>
            <p:nvPr/>
          </p:nvSpPr>
          <p:spPr bwMode="auto">
            <a:xfrm>
              <a:off x="8294914" y="1447800"/>
              <a:ext cx="544286" cy="464574"/>
            </a:xfrm>
            <a:prstGeom prst="rect">
              <a:avLst/>
            </a:prstGeom>
            <a:solidFill>
              <a:srgbClr val="0A64B6"/>
            </a:solidFill>
            <a:ln w="9525">
              <a:solidFill>
                <a:schemeClr val="tx1"/>
              </a:solidFill>
              <a:miter lim="800000"/>
              <a:headEnd/>
              <a:tailEnd/>
            </a:ln>
          </p:spPr>
          <p:txBody>
            <a:bodyPr wrap="none" anchor="ctr"/>
            <a:lstStyle/>
            <a:p>
              <a:endParaRPr lang="en-US">
                <a:solidFill>
                  <a:srgbClr val="402000"/>
                </a:solidFill>
              </a:endParaRPr>
            </a:p>
          </p:txBody>
        </p:sp>
        <p:sp>
          <p:nvSpPr>
            <p:cNvPr id="74" name="Rectangle 11"/>
            <p:cNvSpPr>
              <a:spLocks noChangeArrowheads="1"/>
            </p:cNvSpPr>
            <p:nvPr/>
          </p:nvSpPr>
          <p:spPr bwMode="auto">
            <a:xfrm>
              <a:off x="5029200" y="2244213"/>
              <a:ext cx="544286" cy="464574"/>
            </a:xfrm>
            <a:prstGeom prst="rect">
              <a:avLst/>
            </a:prstGeom>
            <a:solidFill>
              <a:srgbClr val="0A64B6"/>
            </a:solidFill>
            <a:ln w="9525">
              <a:solidFill>
                <a:schemeClr val="tx1"/>
              </a:solidFill>
              <a:miter lim="800000"/>
              <a:headEnd/>
              <a:tailEnd/>
            </a:ln>
          </p:spPr>
          <p:txBody>
            <a:bodyPr wrap="none" anchor="ctr"/>
            <a:lstStyle/>
            <a:p>
              <a:endParaRPr lang="en-US">
                <a:solidFill>
                  <a:srgbClr val="402000"/>
                </a:solidFill>
              </a:endParaRPr>
            </a:p>
          </p:txBody>
        </p:sp>
        <p:sp>
          <p:nvSpPr>
            <p:cNvPr id="75" name="Rectangle 12"/>
            <p:cNvSpPr>
              <a:spLocks noChangeArrowheads="1"/>
            </p:cNvSpPr>
            <p:nvPr/>
          </p:nvSpPr>
          <p:spPr bwMode="auto">
            <a:xfrm>
              <a:off x="5845629" y="2244213"/>
              <a:ext cx="544286" cy="464574"/>
            </a:xfrm>
            <a:prstGeom prst="rect">
              <a:avLst/>
            </a:prstGeom>
            <a:solidFill>
              <a:srgbClr val="0A64B6"/>
            </a:solidFill>
            <a:ln w="9525">
              <a:solidFill>
                <a:schemeClr val="tx1"/>
              </a:solidFill>
              <a:miter lim="800000"/>
              <a:headEnd/>
              <a:tailEnd/>
            </a:ln>
          </p:spPr>
          <p:txBody>
            <a:bodyPr wrap="none" anchor="ctr"/>
            <a:lstStyle/>
            <a:p>
              <a:endParaRPr lang="en-US">
                <a:solidFill>
                  <a:srgbClr val="402000"/>
                </a:solidFill>
              </a:endParaRPr>
            </a:p>
          </p:txBody>
        </p:sp>
        <p:sp>
          <p:nvSpPr>
            <p:cNvPr id="76" name="Rectangle 13"/>
            <p:cNvSpPr>
              <a:spLocks noChangeArrowheads="1"/>
            </p:cNvSpPr>
            <p:nvPr/>
          </p:nvSpPr>
          <p:spPr bwMode="auto">
            <a:xfrm>
              <a:off x="6662057" y="2244213"/>
              <a:ext cx="544286" cy="464574"/>
            </a:xfrm>
            <a:prstGeom prst="rect">
              <a:avLst/>
            </a:prstGeom>
            <a:solidFill>
              <a:srgbClr val="0A64B6"/>
            </a:solidFill>
            <a:ln w="9525">
              <a:solidFill>
                <a:schemeClr val="tx1"/>
              </a:solidFill>
              <a:miter lim="800000"/>
              <a:headEnd/>
              <a:tailEnd/>
            </a:ln>
          </p:spPr>
          <p:txBody>
            <a:bodyPr wrap="none" anchor="ctr"/>
            <a:lstStyle/>
            <a:p>
              <a:endParaRPr lang="en-US">
                <a:solidFill>
                  <a:srgbClr val="402000"/>
                </a:solidFill>
              </a:endParaRPr>
            </a:p>
          </p:txBody>
        </p:sp>
        <p:sp>
          <p:nvSpPr>
            <p:cNvPr id="77" name="Rectangle 14"/>
            <p:cNvSpPr>
              <a:spLocks noChangeArrowheads="1"/>
            </p:cNvSpPr>
            <p:nvPr/>
          </p:nvSpPr>
          <p:spPr bwMode="auto">
            <a:xfrm>
              <a:off x="7478486" y="2244213"/>
              <a:ext cx="544286" cy="464574"/>
            </a:xfrm>
            <a:prstGeom prst="rect">
              <a:avLst/>
            </a:prstGeom>
            <a:solidFill>
              <a:srgbClr val="0A64B6"/>
            </a:solidFill>
            <a:ln w="9525">
              <a:solidFill>
                <a:schemeClr val="tx1"/>
              </a:solidFill>
              <a:miter lim="800000"/>
              <a:headEnd/>
              <a:tailEnd/>
            </a:ln>
          </p:spPr>
          <p:txBody>
            <a:bodyPr wrap="none" anchor="ctr"/>
            <a:lstStyle/>
            <a:p>
              <a:endParaRPr lang="en-US">
                <a:solidFill>
                  <a:srgbClr val="402000"/>
                </a:solidFill>
              </a:endParaRPr>
            </a:p>
          </p:txBody>
        </p:sp>
        <p:sp>
          <p:nvSpPr>
            <p:cNvPr id="78" name="Rectangle 15"/>
            <p:cNvSpPr>
              <a:spLocks noChangeArrowheads="1"/>
            </p:cNvSpPr>
            <p:nvPr/>
          </p:nvSpPr>
          <p:spPr bwMode="auto">
            <a:xfrm>
              <a:off x="8294914" y="2244213"/>
              <a:ext cx="544286" cy="464574"/>
            </a:xfrm>
            <a:prstGeom prst="rect">
              <a:avLst/>
            </a:prstGeom>
            <a:solidFill>
              <a:srgbClr val="0A64B6"/>
            </a:solidFill>
            <a:ln w="9525">
              <a:solidFill>
                <a:schemeClr val="tx1"/>
              </a:solidFill>
              <a:miter lim="800000"/>
              <a:headEnd/>
              <a:tailEnd/>
            </a:ln>
          </p:spPr>
          <p:txBody>
            <a:bodyPr wrap="none" anchor="ctr"/>
            <a:lstStyle/>
            <a:p>
              <a:endParaRPr lang="en-US">
                <a:solidFill>
                  <a:srgbClr val="402000"/>
                </a:solidFill>
              </a:endParaRPr>
            </a:p>
          </p:txBody>
        </p:sp>
        <p:sp>
          <p:nvSpPr>
            <p:cNvPr id="79" name="Rectangle 16"/>
            <p:cNvSpPr>
              <a:spLocks noChangeArrowheads="1"/>
            </p:cNvSpPr>
            <p:nvPr/>
          </p:nvSpPr>
          <p:spPr bwMode="auto">
            <a:xfrm>
              <a:off x="5029200" y="3040626"/>
              <a:ext cx="544286" cy="464574"/>
            </a:xfrm>
            <a:prstGeom prst="rect">
              <a:avLst/>
            </a:prstGeom>
            <a:solidFill>
              <a:srgbClr val="0A64B6"/>
            </a:solidFill>
            <a:ln w="9525">
              <a:solidFill>
                <a:schemeClr val="tx1"/>
              </a:solidFill>
              <a:miter lim="800000"/>
              <a:headEnd/>
              <a:tailEnd/>
            </a:ln>
          </p:spPr>
          <p:txBody>
            <a:bodyPr wrap="none" anchor="ctr"/>
            <a:lstStyle/>
            <a:p>
              <a:endParaRPr lang="en-US">
                <a:solidFill>
                  <a:srgbClr val="402000"/>
                </a:solidFill>
              </a:endParaRPr>
            </a:p>
          </p:txBody>
        </p:sp>
        <p:sp>
          <p:nvSpPr>
            <p:cNvPr id="80" name="Rectangle 17"/>
            <p:cNvSpPr>
              <a:spLocks noChangeArrowheads="1"/>
            </p:cNvSpPr>
            <p:nvPr/>
          </p:nvSpPr>
          <p:spPr bwMode="auto">
            <a:xfrm>
              <a:off x="5845629" y="3040626"/>
              <a:ext cx="544286" cy="464574"/>
            </a:xfrm>
            <a:prstGeom prst="rect">
              <a:avLst/>
            </a:prstGeom>
            <a:solidFill>
              <a:srgbClr val="0A64B6"/>
            </a:solidFill>
            <a:ln w="9525">
              <a:solidFill>
                <a:schemeClr val="tx1"/>
              </a:solidFill>
              <a:miter lim="800000"/>
              <a:headEnd/>
              <a:tailEnd/>
            </a:ln>
          </p:spPr>
          <p:txBody>
            <a:bodyPr wrap="none" anchor="ctr"/>
            <a:lstStyle/>
            <a:p>
              <a:endParaRPr lang="en-US">
                <a:solidFill>
                  <a:srgbClr val="402000"/>
                </a:solidFill>
              </a:endParaRPr>
            </a:p>
          </p:txBody>
        </p:sp>
        <p:sp>
          <p:nvSpPr>
            <p:cNvPr id="81" name="Rectangle 18"/>
            <p:cNvSpPr>
              <a:spLocks noChangeArrowheads="1"/>
            </p:cNvSpPr>
            <p:nvPr/>
          </p:nvSpPr>
          <p:spPr bwMode="auto">
            <a:xfrm>
              <a:off x="6662057" y="3040626"/>
              <a:ext cx="544286" cy="464574"/>
            </a:xfrm>
            <a:prstGeom prst="rect">
              <a:avLst/>
            </a:prstGeom>
            <a:solidFill>
              <a:srgbClr val="0A64B6"/>
            </a:solidFill>
            <a:ln w="9525">
              <a:solidFill>
                <a:schemeClr val="tx1"/>
              </a:solidFill>
              <a:miter lim="800000"/>
              <a:headEnd/>
              <a:tailEnd/>
            </a:ln>
          </p:spPr>
          <p:txBody>
            <a:bodyPr wrap="none" anchor="ctr"/>
            <a:lstStyle/>
            <a:p>
              <a:endParaRPr lang="en-US">
                <a:solidFill>
                  <a:srgbClr val="402000"/>
                </a:solidFill>
              </a:endParaRPr>
            </a:p>
          </p:txBody>
        </p:sp>
        <p:sp>
          <p:nvSpPr>
            <p:cNvPr id="82" name="Rectangle 19"/>
            <p:cNvSpPr>
              <a:spLocks noChangeArrowheads="1"/>
            </p:cNvSpPr>
            <p:nvPr/>
          </p:nvSpPr>
          <p:spPr bwMode="auto">
            <a:xfrm>
              <a:off x="7478486" y="3040626"/>
              <a:ext cx="544286" cy="464574"/>
            </a:xfrm>
            <a:prstGeom prst="rect">
              <a:avLst/>
            </a:prstGeom>
            <a:solidFill>
              <a:srgbClr val="0A64B6"/>
            </a:solidFill>
            <a:ln w="9525">
              <a:solidFill>
                <a:schemeClr val="tx1"/>
              </a:solidFill>
              <a:miter lim="800000"/>
              <a:headEnd/>
              <a:tailEnd/>
            </a:ln>
          </p:spPr>
          <p:txBody>
            <a:bodyPr wrap="none" anchor="ctr"/>
            <a:lstStyle/>
            <a:p>
              <a:endParaRPr lang="en-US">
                <a:solidFill>
                  <a:srgbClr val="402000"/>
                </a:solidFill>
              </a:endParaRPr>
            </a:p>
          </p:txBody>
        </p:sp>
        <p:sp>
          <p:nvSpPr>
            <p:cNvPr id="83" name="Rectangle 20"/>
            <p:cNvSpPr>
              <a:spLocks noChangeArrowheads="1"/>
            </p:cNvSpPr>
            <p:nvPr/>
          </p:nvSpPr>
          <p:spPr bwMode="auto">
            <a:xfrm>
              <a:off x="8294914" y="3040626"/>
              <a:ext cx="544286" cy="464574"/>
            </a:xfrm>
            <a:prstGeom prst="rect">
              <a:avLst/>
            </a:prstGeom>
            <a:solidFill>
              <a:srgbClr val="0A64B6"/>
            </a:solidFill>
            <a:ln w="9525">
              <a:solidFill>
                <a:schemeClr val="tx1"/>
              </a:solidFill>
              <a:miter lim="800000"/>
              <a:headEnd/>
              <a:tailEnd/>
            </a:ln>
          </p:spPr>
          <p:txBody>
            <a:bodyPr wrap="none" anchor="ctr"/>
            <a:lstStyle/>
            <a:p>
              <a:endParaRPr lang="en-US">
                <a:solidFill>
                  <a:srgbClr val="402000"/>
                </a:solidFill>
              </a:endParaRPr>
            </a:p>
          </p:txBody>
        </p:sp>
      </p:grpSp>
      <p:sp>
        <p:nvSpPr>
          <p:cNvPr id="63" name="Line 24"/>
          <p:cNvSpPr>
            <a:spLocks noChangeShapeType="1"/>
          </p:cNvSpPr>
          <p:nvPr/>
        </p:nvSpPr>
        <p:spPr bwMode="auto">
          <a:xfrm flipV="1">
            <a:off x="6998667" y="3060694"/>
            <a:ext cx="632006" cy="718931"/>
          </a:xfrm>
          <a:prstGeom prst="line">
            <a:avLst/>
          </a:prstGeom>
          <a:noFill/>
          <a:ln w="28575">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85" name="Title 1"/>
          <p:cNvSpPr>
            <a:spLocks noGrp="1"/>
          </p:cNvSpPr>
          <p:nvPr>
            <p:ph type="title"/>
          </p:nvPr>
        </p:nvSpPr>
        <p:spPr>
          <a:xfrm>
            <a:off x="460375" y="534988"/>
            <a:ext cx="8223250" cy="914400"/>
          </a:xfrm>
        </p:spPr>
        <p:txBody>
          <a:bodyPr/>
          <a:lstStyle/>
          <a:p>
            <a:r>
              <a:rPr lang="en-GB" dirty="0"/>
              <a:t>Step 3 - Physical Design-Fitting</a:t>
            </a:r>
          </a:p>
        </p:txBody>
      </p:sp>
      <p:sp>
        <p:nvSpPr>
          <p:cNvPr id="94" name="AutoShape 12"/>
          <p:cNvSpPr>
            <a:spLocks noChangeArrowheads="1"/>
          </p:cNvSpPr>
          <p:nvPr/>
        </p:nvSpPr>
        <p:spPr bwMode="auto">
          <a:xfrm>
            <a:off x="294762" y="2806010"/>
            <a:ext cx="2232000" cy="622991"/>
          </a:xfrm>
          <a:prstGeom prst="roundRect">
            <a:avLst>
              <a:gd name="adj" fmla="val 373"/>
            </a:avLst>
          </a:prstGeom>
          <a:solidFill>
            <a:schemeClr val="bg1"/>
          </a:solidFill>
          <a:ln w="25400">
            <a:solidFill>
              <a:srgbClr val="0078C1"/>
            </a:solidFill>
            <a:round/>
            <a:headEnd/>
            <a:tailEnd/>
          </a:ln>
        </p:spPr>
        <p:txBody>
          <a:bodyPr wrap="none" anchor="ctr"/>
          <a:lstStyle/>
          <a:p>
            <a:pPr algn="ctr"/>
            <a:r>
              <a:rPr lang="en-US" dirty="0">
                <a:solidFill>
                  <a:srgbClr val="402000"/>
                </a:solidFill>
                <a:latin typeface="+mn-lt"/>
              </a:rPr>
              <a:t>Placement</a:t>
            </a:r>
          </a:p>
        </p:txBody>
      </p:sp>
      <p:sp>
        <p:nvSpPr>
          <p:cNvPr id="95" name="AutoShape 12"/>
          <p:cNvSpPr>
            <a:spLocks noChangeArrowheads="1"/>
          </p:cNvSpPr>
          <p:nvPr/>
        </p:nvSpPr>
        <p:spPr bwMode="auto">
          <a:xfrm>
            <a:off x="298398" y="3733598"/>
            <a:ext cx="2232000" cy="595402"/>
          </a:xfrm>
          <a:prstGeom prst="roundRect">
            <a:avLst>
              <a:gd name="adj" fmla="val 373"/>
            </a:avLst>
          </a:prstGeom>
          <a:solidFill>
            <a:schemeClr val="bg1"/>
          </a:solidFill>
          <a:ln w="25400">
            <a:solidFill>
              <a:srgbClr val="0078C1"/>
            </a:solidFill>
            <a:round/>
            <a:headEnd/>
            <a:tailEnd/>
          </a:ln>
        </p:spPr>
        <p:txBody>
          <a:bodyPr wrap="none" anchor="ctr"/>
          <a:lstStyle/>
          <a:p>
            <a:pPr algn="ctr"/>
            <a:r>
              <a:rPr lang="en-US" dirty="0">
                <a:solidFill>
                  <a:srgbClr val="402000"/>
                </a:solidFill>
                <a:latin typeface="+mn-lt"/>
              </a:rPr>
              <a:t>Routing</a:t>
            </a:r>
          </a:p>
        </p:txBody>
      </p:sp>
      <p:sp>
        <p:nvSpPr>
          <p:cNvPr id="96" name="AutoShape 12"/>
          <p:cNvSpPr>
            <a:spLocks noChangeArrowheads="1"/>
          </p:cNvSpPr>
          <p:nvPr/>
        </p:nvSpPr>
        <p:spPr bwMode="auto">
          <a:xfrm>
            <a:off x="294762" y="4633598"/>
            <a:ext cx="2232000" cy="609196"/>
          </a:xfrm>
          <a:prstGeom prst="roundRect">
            <a:avLst>
              <a:gd name="adj" fmla="val 373"/>
            </a:avLst>
          </a:prstGeom>
          <a:solidFill>
            <a:schemeClr val="bg1"/>
          </a:solidFill>
          <a:ln w="25400">
            <a:solidFill>
              <a:srgbClr val="0078C1"/>
            </a:solidFill>
            <a:round/>
            <a:headEnd/>
            <a:tailEnd/>
          </a:ln>
        </p:spPr>
        <p:txBody>
          <a:bodyPr wrap="none" anchor="ctr"/>
          <a:lstStyle/>
          <a:p>
            <a:pPr algn="ctr"/>
            <a:r>
              <a:rPr lang="en-US" dirty="0">
                <a:solidFill>
                  <a:srgbClr val="402000"/>
                </a:solidFill>
                <a:latin typeface="+mn-lt"/>
              </a:rPr>
              <a:t>Static Timing Analysis</a:t>
            </a:r>
          </a:p>
        </p:txBody>
      </p:sp>
      <p:sp>
        <p:nvSpPr>
          <p:cNvPr id="97" name="Line 133"/>
          <p:cNvSpPr>
            <a:spLocks noChangeShapeType="1"/>
          </p:cNvSpPr>
          <p:nvPr/>
        </p:nvSpPr>
        <p:spPr bwMode="auto">
          <a:xfrm rot="5400000">
            <a:off x="1171648" y="2432711"/>
            <a:ext cx="468000" cy="1587"/>
          </a:xfrm>
          <a:prstGeom prst="line">
            <a:avLst/>
          </a:prstGeom>
          <a:noFill/>
          <a:ln w="20638">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GB"/>
          </a:p>
        </p:txBody>
      </p:sp>
      <p:sp>
        <p:nvSpPr>
          <p:cNvPr id="98" name="Freeform 138"/>
          <p:cNvSpPr>
            <a:spLocks/>
          </p:cNvSpPr>
          <p:nvPr/>
        </p:nvSpPr>
        <p:spPr bwMode="auto">
          <a:xfrm rot="5400000">
            <a:off x="1301374" y="2662641"/>
            <a:ext cx="217487" cy="96838"/>
          </a:xfrm>
          <a:custGeom>
            <a:avLst/>
            <a:gdLst>
              <a:gd name="T0" fmla="*/ 217487 w 100"/>
              <a:gd name="T1" fmla="*/ 48419 h 50"/>
              <a:gd name="T2" fmla="*/ 0 w 100"/>
              <a:gd name="T3" fmla="*/ 0 h 50"/>
              <a:gd name="T4" fmla="*/ 0 w 100"/>
              <a:gd name="T5" fmla="*/ 96838 h 50"/>
              <a:gd name="T6" fmla="*/ 217487 w 100"/>
              <a:gd name="T7" fmla="*/ 48419 h 50"/>
              <a:gd name="T8" fmla="*/ 0 60000 65536"/>
              <a:gd name="T9" fmla="*/ 0 60000 65536"/>
              <a:gd name="T10" fmla="*/ 0 60000 65536"/>
              <a:gd name="T11" fmla="*/ 0 60000 65536"/>
              <a:gd name="T12" fmla="*/ 0 w 100"/>
              <a:gd name="T13" fmla="*/ 0 h 50"/>
              <a:gd name="T14" fmla="*/ 100 w 100"/>
              <a:gd name="T15" fmla="*/ 50 h 50"/>
            </a:gdLst>
            <a:ahLst/>
            <a:cxnLst>
              <a:cxn ang="T8">
                <a:pos x="T0" y="T1"/>
              </a:cxn>
              <a:cxn ang="T9">
                <a:pos x="T2" y="T3"/>
              </a:cxn>
              <a:cxn ang="T10">
                <a:pos x="T4" y="T5"/>
              </a:cxn>
              <a:cxn ang="T11">
                <a:pos x="T6" y="T7"/>
              </a:cxn>
            </a:cxnLst>
            <a:rect l="T12" t="T13" r="T14" b="T15"/>
            <a:pathLst>
              <a:path w="100" h="50">
                <a:moveTo>
                  <a:pt x="100" y="25"/>
                </a:moveTo>
                <a:lnTo>
                  <a:pt x="0" y="0"/>
                </a:lnTo>
                <a:lnTo>
                  <a:pt x="0" y="50"/>
                </a:lnTo>
                <a:lnTo>
                  <a:pt x="100" y="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p>
        </p:txBody>
      </p:sp>
      <p:sp>
        <p:nvSpPr>
          <p:cNvPr id="99" name="Line 133"/>
          <p:cNvSpPr>
            <a:spLocks noChangeShapeType="1"/>
          </p:cNvSpPr>
          <p:nvPr/>
        </p:nvSpPr>
        <p:spPr bwMode="auto">
          <a:xfrm rot="5400000">
            <a:off x="1333648" y="3508505"/>
            <a:ext cx="144000" cy="1587"/>
          </a:xfrm>
          <a:prstGeom prst="line">
            <a:avLst/>
          </a:prstGeom>
          <a:noFill/>
          <a:ln w="20638">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GB"/>
          </a:p>
        </p:txBody>
      </p:sp>
      <p:sp>
        <p:nvSpPr>
          <p:cNvPr id="100" name="Freeform 138"/>
          <p:cNvSpPr>
            <a:spLocks/>
          </p:cNvSpPr>
          <p:nvPr/>
        </p:nvSpPr>
        <p:spPr bwMode="auto">
          <a:xfrm rot="5400000">
            <a:off x="1301374" y="3576435"/>
            <a:ext cx="217487" cy="96838"/>
          </a:xfrm>
          <a:custGeom>
            <a:avLst/>
            <a:gdLst>
              <a:gd name="T0" fmla="*/ 217487 w 100"/>
              <a:gd name="T1" fmla="*/ 48419 h 50"/>
              <a:gd name="T2" fmla="*/ 0 w 100"/>
              <a:gd name="T3" fmla="*/ 0 h 50"/>
              <a:gd name="T4" fmla="*/ 0 w 100"/>
              <a:gd name="T5" fmla="*/ 96838 h 50"/>
              <a:gd name="T6" fmla="*/ 217487 w 100"/>
              <a:gd name="T7" fmla="*/ 48419 h 50"/>
              <a:gd name="T8" fmla="*/ 0 60000 65536"/>
              <a:gd name="T9" fmla="*/ 0 60000 65536"/>
              <a:gd name="T10" fmla="*/ 0 60000 65536"/>
              <a:gd name="T11" fmla="*/ 0 60000 65536"/>
              <a:gd name="T12" fmla="*/ 0 w 100"/>
              <a:gd name="T13" fmla="*/ 0 h 50"/>
              <a:gd name="T14" fmla="*/ 100 w 100"/>
              <a:gd name="T15" fmla="*/ 50 h 50"/>
            </a:gdLst>
            <a:ahLst/>
            <a:cxnLst>
              <a:cxn ang="T8">
                <a:pos x="T0" y="T1"/>
              </a:cxn>
              <a:cxn ang="T9">
                <a:pos x="T2" y="T3"/>
              </a:cxn>
              <a:cxn ang="T10">
                <a:pos x="T4" y="T5"/>
              </a:cxn>
              <a:cxn ang="T11">
                <a:pos x="T6" y="T7"/>
              </a:cxn>
            </a:cxnLst>
            <a:rect l="T12" t="T13" r="T14" b="T15"/>
            <a:pathLst>
              <a:path w="100" h="50">
                <a:moveTo>
                  <a:pt x="100" y="25"/>
                </a:moveTo>
                <a:lnTo>
                  <a:pt x="0" y="0"/>
                </a:lnTo>
                <a:lnTo>
                  <a:pt x="0" y="50"/>
                </a:lnTo>
                <a:lnTo>
                  <a:pt x="100" y="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p>
        </p:txBody>
      </p:sp>
      <p:sp>
        <p:nvSpPr>
          <p:cNvPr id="101" name="Line 133"/>
          <p:cNvSpPr>
            <a:spLocks noChangeShapeType="1"/>
          </p:cNvSpPr>
          <p:nvPr/>
        </p:nvSpPr>
        <p:spPr bwMode="auto">
          <a:xfrm rot="5400000">
            <a:off x="1333648" y="4422299"/>
            <a:ext cx="144000" cy="1587"/>
          </a:xfrm>
          <a:prstGeom prst="line">
            <a:avLst/>
          </a:prstGeom>
          <a:noFill/>
          <a:ln w="20638">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GB"/>
          </a:p>
        </p:txBody>
      </p:sp>
      <p:sp>
        <p:nvSpPr>
          <p:cNvPr id="102" name="Freeform 138"/>
          <p:cNvSpPr>
            <a:spLocks/>
          </p:cNvSpPr>
          <p:nvPr/>
        </p:nvSpPr>
        <p:spPr bwMode="auto">
          <a:xfrm rot="5400000">
            <a:off x="1301374" y="4490229"/>
            <a:ext cx="217487" cy="96838"/>
          </a:xfrm>
          <a:custGeom>
            <a:avLst/>
            <a:gdLst>
              <a:gd name="T0" fmla="*/ 217487 w 100"/>
              <a:gd name="T1" fmla="*/ 48419 h 50"/>
              <a:gd name="T2" fmla="*/ 0 w 100"/>
              <a:gd name="T3" fmla="*/ 0 h 50"/>
              <a:gd name="T4" fmla="*/ 0 w 100"/>
              <a:gd name="T5" fmla="*/ 96838 h 50"/>
              <a:gd name="T6" fmla="*/ 217487 w 100"/>
              <a:gd name="T7" fmla="*/ 48419 h 50"/>
              <a:gd name="T8" fmla="*/ 0 60000 65536"/>
              <a:gd name="T9" fmla="*/ 0 60000 65536"/>
              <a:gd name="T10" fmla="*/ 0 60000 65536"/>
              <a:gd name="T11" fmla="*/ 0 60000 65536"/>
              <a:gd name="T12" fmla="*/ 0 w 100"/>
              <a:gd name="T13" fmla="*/ 0 h 50"/>
              <a:gd name="T14" fmla="*/ 100 w 100"/>
              <a:gd name="T15" fmla="*/ 50 h 50"/>
            </a:gdLst>
            <a:ahLst/>
            <a:cxnLst>
              <a:cxn ang="T8">
                <a:pos x="T0" y="T1"/>
              </a:cxn>
              <a:cxn ang="T9">
                <a:pos x="T2" y="T3"/>
              </a:cxn>
              <a:cxn ang="T10">
                <a:pos x="T4" y="T5"/>
              </a:cxn>
              <a:cxn ang="T11">
                <a:pos x="T6" y="T7"/>
              </a:cxn>
            </a:cxnLst>
            <a:rect l="T12" t="T13" r="T14" b="T15"/>
            <a:pathLst>
              <a:path w="100" h="50">
                <a:moveTo>
                  <a:pt x="100" y="25"/>
                </a:moveTo>
                <a:lnTo>
                  <a:pt x="0" y="0"/>
                </a:lnTo>
                <a:lnTo>
                  <a:pt x="0" y="50"/>
                </a:lnTo>
                <a:lnTo>
                  <a:pt x="100" y="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p>
        </p:txBody>
      </p:sp>
      <p:sp>
        <p:nvSpPr>
          <p:cNvPr id="103" name="Line 133"/>
          <p:cNvSpPr>
            <a:spLocks noChangeShapeType="1"/>
          </p:cNvSpPr>
          <p:nvPr/>
        </p:nvSpPr>
        <p:spPr bwMode="auto">
          <a:xfrm rot="5400000">
            <a:off x="1333648" y="5336093"/>
            <a:ext cx="144000" cy="1587"/>
          </a:xfrm>
          <a:prstGeom prst="line">
            <a:avLst/>
          </a:prstGeom>
          <a:noFill/>
          <a:ln w="20638">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GB"/>
          </a:p>
        </p:txBody>
      </p:sp>
      <p:sp>
        <p:nvSpPr>
          <p:cNvPr id="104" name="Text Box 106"/>
          <p:cNvSpPr txBox="1">
            <a:spLocks noChangeArrowheads="1"/>
          </p:cNvSpPr>
          <p:nvPr/>
        </p:nvSpPr>
        <p:spPr bwMode="auto">
          <a:xfrm>
            <a:off x="1527467" y="2210608"/>
            <a:ext cx="182614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1600">
                <a:solidFill>
                  <a:schemeClr val="tx1"/>
                </a:solidFill>
                <a:latin typeface="Arial" charset="0"/>
                <a:ea typeface="ＭＳ Ｐゴシック" charset="0"/>
                <a:cs typeface="ＭＳ Ｐゴシック" charset="0"/>
              </a:defRPr>
            </a:lvl1pPr>
            <a:lvl2pPr marL="742950" indent="-285750">
              <a:defRPr kumimoji="1" sz="1600">
                <a:solidFill>
                  <a:schemeClr val="tx1"/>
                </a:solidFill>
                <a:latin typeface="Arial" charset="0"/>
                <a:ea typeface="ＭＳ Ｐゴシック" charset="0"/>
              </a:defRPr>
            </a:lvl2pPr>
            <a:lvl3pPr marL="1143000" indent="-228600">
              <a:defRPr kumimoji="1" sz="1600">
                <a:solidFill>
                  <a:schemeClr val="tx1"/>
                </a:solidFill>
                <a:latin typeface="Arial" charset="0"/>
                <a:ea typeface="ＭＳ Ｐゴシック" charset="0"/>
              </a:defRPr>
            </a:lvl3pPr>
            <a:lvl4pPr marL="1600200" indent="-228600">
              <a:defRPr kumimoji="1" sz="1600">
                <a:solidFill>
                  <a:schemeClr val="tx1"/>
                </a:solidFill>
                <a:latin typeface="Arial" charset="0"/>
                <a:ea typeface="ＭＳ Ｐゴシック" charset="0"/>
              </a:defRPr>
            </a:lvl4pPr>
            <a:lvl5pPr marL="2057400" indent="-228600">
              <a:defRPr kumimoji="1" sz="1600">
                <a:solidFill>
                  <a:schemeClr val="tx1"/>
                </a:solidFill>
                <a:latin typeface="Arial" charset="0"/>
                <a:ea typeface="ＭＳ Ｐゴシック" charset="0"/>
              </a:defRPr>
            </a:lvl5pPr>
            <a:lvl6pPr marL="2514600" indent="-228600" eaLnBrk="0" fontAlgn="base" hangingPunct="0">
              <a:spcBef>
                <a:spcPct val="20000"/>
              </a:spcBef>
              <a:spcAft>
                <a:spcPct val="0"/>
              </a:spcAft>
              <a:buClr>
                <a:srgbClr val="000000"/>
              </a:buClr>
              <a:defRPr kumimoji="1" sz="1600">
                <a:solidFill>
                  <a:schemeClr val="tx1"/>
                </a:solidFill>
                <a:latin typeface="Arial" charset="0"/>
                <a:ea typeface="ＭＳ Ｐゴシック" charset="0"/>
              </a:defRPr>
            </a:lvl6pPr>
            <a:lvl7pPr marL="2971800" indent="-228600" eaLnBrk="0" fontAlgn="base" hangingPunct="0">
              <a:spcBef>
                <a:spcPct val="20000"/>
              </a:spcBef>
              <a:spcAft>
                <a:spcPct val="0"/>
              </a:spcAft>
              <a:buClr>
                <a:srgbClr val="000000"/>
              </a:buClr>
              <a:defRPr kumimoji="1" sz="1600">
                <a:solidFill>
                  <a:schemeClr val="tx1"/>
                </a:solidFill>
                <a:latin typeface="Arial" charset="0"/>
                <a:ea typeface="ＭＳ Ｐゴシック" charset="0"/>
              </a:defRPr>
            </a:lvl7pPr>
            <a:lvl8pPr marL="3429000" indent="-228600" eaLnBrk="0" fontAlgn="base" hangingPunct="0">
              <a:spcBef>
                <a:spcPct val="20000"/>
              </a:spcBef>
              <a:spcAft>
                <a:spcPct val="0"/>
              </a:spcAft>
              <a:buClr>
                <a:srgbClr val="000000"/>
              </a:buClr>
              <a:defRPr kumimoji="1" sz="1600">
                <a:solidFill>
                  <a:schemeClr val="tx1"/>
                </a:solidFill>
                <a:latin typeface="Arial" charset="0"/>
                <a:ea typeface="ＭＳ Ｐゴシック" charset="0"/>
              </a:defRPr>
            </a:lvl8pPr>
            <a:lvl9pPr marL="3886200" indent="-228600" eaLnBrk="0" fontAlgn="base" hangingPunct="0">
              <a:spcBef>
                <a:spcPct val="20000"/>
              </a:spcBef>
              <a:spcAft>
                <a:spcPct val="0"/>
              </a:spcAft>
              <a:buClr>
                <a:srgbClr val="000000"/>
              </a:buClr>
              <a:defRPr kumimoji="1" sz="1600">
                <a:solidFill>
                  <a:schemeClr val="tx1"/>
                </a:solidFill>
                <a:latin typeface="Arial" charset="0"/>
                <a:ea typeface="ＭＳ Ｐゴシック" charset="0"/>
              </a:defRPr>
            </a:lvl9pPr>
          </a:lstStyle>
          <a:p>
            <a:pPr>
              <a:spcBef>
                <a:spcPct val="0"/>
              </a:spcBef>
              <a:buClrTx/>
            </a:pPr>
            <a:r>
              <a:rPr kumimoji="0" lang="en-US" sz="1800" dirty="0">
                <a:solidFill>
                  <a:srgbClr val="FF0000"/>
                </a:solidFill>
              </a:rPr>
              <a:t>Physical Design</a:t>
            </a:r>
          </a:p>
        </p:txBody>
      </p:sp>
      <p:sp>
        <p:nvSpPr>
          <p:cNvPr id="105" name="Freeform 138"/>
          <p:cNvSpPr>
            <a:spLocks/>
          </p:cNvSpPr>
          <p:nvPr/>
        </p:nvSpPr>
        <p:spPr bwMode="auto">
          <a:xfrm rot="5400000">
            <a:off x="1305654" y="5469211"/>
            <a:ext cx="217487" cy="96838"/>
          </a:xfrm>
          <a:custGeom>
            <a:avLst/>
            <a:gdLst>
              <a:gd name="T0" fmla="*/ 217487 w 100"/>
              <a:gd name="T1" fmla="*/ 48419 h 50"/>
              <a:gd name="T2" fmla="*/ 0 w 100"/>
              <a:gd name="T3" fmla="*/ 0 h 50"/>
              <a:gd name="T4" fmla="*/ 0 w 100"/>
              <a:gd name="T5" fmla="*/ 96838 h 50"/>
              <a:gd name="T6" fmla="*/ 217487 w 100"/>
              <a:gd name="T7" fmla="*/ 48419 h 50"/>
              <a:gd name="T8" fmla="*/ 0 60000 65536"/>
              <a:gd name="T9" fmla="*/ 0 60000 65536"/>
              <a:gd name="T10" fmla="*/ 0 60000 65536"/>
              <a:gd name="T11" fmla="*/ 0 60000 65536"/>
              <a:gd name="T12" fmla="*/ 0 w 100"/>
              <a:gd name="T13" fmla="*/ 0 h 50"/>
              <a:gd name="T14" fmla="*/ 100 w 100"/>
              <a:gd name="T15" fmla="*/ 50 h 50"/>
            </a:gdLst>
            <a:ahLst/>
            <a:cxnLst>
              <a:cxn ang="T8">
                <a:pos x="T0" y="T1"/>
              </a:cxn>
              <a:cxn ang="T9">
                <a:pos x="T2" y="T3"/>
              </a:cxn>
              <a:cxn ang="T10">
                <a:pos x="T4" y="T5"/>
              </a:cxn>
              <a:cxn ang="T11">
                <a:pos x="T6" y="T7"/>
              </a:cxn>
            </a:cxnLst>
            <a:rect l="T12" t="T13" r="T14" b="T15"/>
            <a:pathLst>
              <a:path w="100" h="50">
                <a:moveTo>
                  <a:pt x="100" y="25"/>
                </a:moveTo>
                <a:lnTo>
                  <a:pt x="0" y="0"/>
                </a:lnTo>
                <a:lnTo>
                  <a:pt x="0" y="50"/>
                </a:lnTo>
                <a:lnTo>
                  <a:pt x="100" y="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p>
        </p:txBody>
      </p:sp>
      <p:sp>
        <p:nvSpPr>
          <p:cNvPr id="106" name="Line 133"/>
          <p:cNvSpPr>
            <a:spLocks noChangeShapeType="1"/>
          </p:cNvSpPr>
          <p:nvPr/>
        </p:nvSpPr>
        <p:spPr bwMode="auto">
          <a:xfrm flipH="1">
            <a:off x="2632121" y="3173615"/>
            <a:ext cx="504000" cy="1587"/>
          </a:xfrm>
          <a:prstGeom prst="line">
            <a:avLst/>
          </a:prstGeom>
          <a:noFill/>
          <a:ln w="20638">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GB"/>
          </a:p>
        </p:txBody>
      </p:sp>
      <p:sp>
        <p:nvSpPr>
          <p:cNvPr id="107" name="Freeform 138"/>
          <p:cNvSpPr>
            <a:spLocks/>
          </p:cNvSpPr>
          <p:nvPr/>
        </p:nvSpPr>
        <p:spPr bwMode="auto">
          <a:xfrm>
            <a:off x="3136121" y="3124402"/>
            <a:ext cx="217487" cy="96838"/>
          </a:xfrm>
          <a:custGeom>
            <a:avLst/>
            <a:gdLst>
              <a:gd name="T0" fmla="*/ 217487 w 100"/>
              <a:gd name="T1" fmla="*/ 48419 h 50"/>
              <a:gd name="T2" fmla="*/ 0 w 100"/>
              <a:gd name="T3" fmla="*/ 0 h 50"/>
              <a:gd name="T4" fmla="*/ 0 w 100"/>
              <a:gd name="T5" fmla="*/ 96838 h 50"/>
              <a:gd name="T6" fmla="*/ 217487 w 100"/>
              <a:gd name="T7" fmla="*/ 48419 h 50"/>
              <a:gd name="T8" fmla="*/ 0 60000 65536"/>
              <a:gd name="T9" fmla="*/ 0 60000 65536"/>
              <a:gd name="T10" fmla="*/ 0 60000 65536"/>
              <a:gd name="T11" fmla="*/ 0 60000 65536"/>
              <a:gd name="T12" fmla="*/ 0 w 100"/>
              <a:gd name="T13" fmla="*/ 0 h 50"/>
              <a:gd name="T14" fmla="*/ 100 w 100"/>
              <a:gd name="T15" fmla="*/ 50 h 50"/>
            </a:gdLst>
            <a:ahLst/>
            <a:cxnLst>
              <a:cxn ang="T8">
                <a:pos x="T0" y="T1"/>
              </a:cxn>
              <a:cxn ang="T9">
                <a:pos x="T2" y="T3"/>
              </a:cxn>
              <a:cxn ang="T10">
                <a:pos x="T4" y="T5"/>
              </a:cxn>
              <a:cxn ang="T11">
                <a:pos x="T6" y="T7"/>
              </a:cxn>
            </a:cxnLst>
            <a:rect l="T12" t="T13" r="T14" b="T15"/>
            <a:pathLst>
              <a:path w="100" h="50">
                <a:moveTo>
                  <a:pt x="100" y="25"/>
                </a:moveTo>
                <a:lnTo>
                  <a:pt x="0" y="0"/>
                </a:lnTo>
                <a:lnTo>
                  <a:pt x="0" y="50"/>
                </a:lnTo>
                <a:lnTo>
                  <a:pt x="100" y="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p>
        </p:txBody>
      </p:sp>
      <p:sp>
        <p:nvSpPr>
          <p:cNvPr id="54" name="Slide Number Placeholder 3"/>
          <p:cNvSpPr>
            <a:spLocks noGrp="1"/>
          </p:cNvSpPr>
          <p:nvPr>
            <p:ph type="sldNum" sz="quarter" idx="4"/>
          </p:nvPr>
        </p:nvSpPr>
        <p:spPr>
          <a:xfrm>
            <a:off x="3505907" y="6322681"/>
            <a:ext cx="2133600" cy="365125"/>
          </a:xfrm>
        </p:spPr>
        <p:txBody>
          <a:bodyPr/>
          <a:lstStyle/>
          <a:p>
            <a:fld id="{678EF7AC-325E-49D0-8897-E637594B55B4}" type="slidenum">
              <a:rPr lang="de-DE" smtClean="0"/>
              <a:pPr/>
              <a:t>17</a:t>
            </a:fld>
            <a:endParaRPr lang="de-DE" dirty="0"/>
          </a:p>
        </p:txBody>
      </p:sp>
    </p:spTree>
    <p:extLst>
      <p:ext uri="{BB962C8B-B14F-4D97-AF65-F5344CB8AC3E}">
        <p14:creationId xmlns:p14="http://schemas.microsoft.com/office/powerpoint/2010/main" val="3440925444"/>
      </p:ext>
    </p:extLst>
  </p:cSld>
  <p:clrMapOvr>
    <a:masterClrMapping/>
  </p:clrMapOvr>
  <mc:AlternateContent xmlns:mc="http://schemas.openxmlformats.org/markup-compatibility/2006" xmlns:p14="http://schemas.microsoft.com/office/powerpoint/2010/main">
    <mc:Choice Requires="p14">
      <p:transition spd="slow" p14:dur="2000" advTm="23304"/>
    </mc:Choice>
    <mc:Fallback xmlns="">
      <p:transition spd="slow" advTm="23304"/>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Line 14"/>
          <p:cNvSpPr>
            <a:spLocks noChangeShapeType="1"/>
          </p:cNvSpPr>
          <p:nvPr/>
        </p:nvSpPr>
        <p:spPr bwMode="auto">
          <a:xfrm>
            <a:off x="8531673" y="2916701"/>
            <a:ext cx="152400" cy="0"/>
          </a:xfrm>
          <a:prstGeom prst="line">
            <a:avLst/>
          </a:prstGeom>
          <a:noFill/>
          <a:ln w="28575">
            <a:solidFill>
              <a:srgbClr val="FF0000"/>
            </a:solidFill>
            <a:round/>
            <a:headEnd/>
            <a:tailEnd type="none" w="med" len="med"/>
          </a:ln>
          <a:extLst>
            <a:ext uri="{909E8E84-426E-40DD-AFC4-6F175D3DCCD1}">
              <a14:hiddenFill xmlns:a14="http://schemas.microsoft.com/office/drawing/2010/main">
                <a:noFill/>
              </a14:hiddenFill>
            </a:ext>
          </a:extLst>
        </p:spPr>
        <p:txBody>
          <a:bodyPr/>
          <a:lstStyle/>
          <a:p>
            <a:endParaRPr lang="en-US"/>
          </a:p>
        </p:txBody>
      </p:sp>
      <p:sp>
        <p:nvSpPr>
          <p:cNvPr id="92" name="Line 3"/>
          <p:cNvSpPr>
            <a:spLocks noChangeShapeType="1"/>
          </p:cNvSpPr>
          <p:nvPr/>
        </p:nvSpPr>
        <p:spPr bwMode="auto">
          <a:xfrm>
            <a:off x="6856485" y="2459804"/>
            <a:ext cx="0" cy="216000"/>
          </a:xfrm>
          <a:prstGeom prst="line">
            <a:avLst/>
          </a:prstGeom>
          <a:noFill/>
          <a:ln w="28575">
            <a:solidFill>
              <a:srgbClr val="FF0000"/>
            </a:solidFill>
            <a:round/>
            <a:headEnd/>
            <a:tailEnd type="none" w="med" len="med"/>
          </a:ln>
          <a:extLst>
            <a:ext uri="{909E8E84-426E-40DD-AFC4-6F175D3DCCD1}">
              <a14:hiddenFill xmlns:a14="http://schemas.microsoft.com/office/drawing/2010/main">
                <a:noFill/>
              </a14:hiddenFill>
            </a:ext>
          </a:extLst>
        </p:spPr>
        <p:txBody>
          <a:bodyPr/>
          <a:lstStyle/>
          <a:p>
            <a:endParaRPr lang="en-US"/>
          </a:p>
        </p:txBody>
      </p:sp>
      <p:grpSp>
        <p:nvGrpSpPr>
          <p:cNvPr id="42" name="Group 41"/>
          <p:cNvGrpSpPr>
            <a:grpSpLocks noChangeAspect="1"/>
          </p:cNvGrpSpPr>
          <p:nvPr/>
        </p:nvGrpSpPr>
        <p:grpSpPr>
          <a:xfrm>
            <a:off x="3509241" y="2849144"/>
            <a:ext cx="4095359" cy="2378464"/>
            <a:chOff x="36000" y="1332000"/>
            <a:chExt cx="8532000" cy="4955132"/>
          </a:xfrm>
        </p:grpSpPr>
        <p:pic>
          <p:nvPicPr>
            <p:cNvPr id="43" name="Picture 3" descr="C:\Backup\Lancaster University\Teaching\ENGR228_Digital Electronic\A Montazeri_ENGR228\Pics\10.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6000" y="1332000"/>
              <a:ext cx="8532000" cy="4955132"/>
            </a:xfrm>
            <a:prstGeom prst="rect">
              <a:avLst/>
            </a:prstGeom>
            <a:noFill/>
            <a:extLst>
              <a:ext uri="{909E8E84-426E-40DD-AFC4-6F175D3DCCD1}">
                <a14:hiddenFill xmlns:a14="http://schemas.microsoft.com/office/drawing/2010/main">
                  <a:solidFill>
                    <a:srgbClr val="FFFFFF"/>
                  </a:solidFill>
                </a14:hiddenFill>
              </a:ext>
            </a:extLst>
          </p:spPr>
        </p:pic>
        <p:sp>
          <p:nvSpPr>
            <p:cNvPr id="44" name="Rectangle 4"/>
            <p:cNvSpPr>
              <a:spLocks noChangeArrowheads="1"/>
            </p:cNvSpPr>
            <p:nvPr/>
          </p:nvSpPr>
          <p:spPr bwMode="auto">
            <a:xfrm>
              <a:off x="155329" y="4696282"/>
              <a:ext cx="7467600" cy="1575000"/>
            </a:xfrm>
            <a:prstGeom prst="rect">
              <a:avLst/>
            </a:prstGeom>
            <a:noFill/>
            <a:ln w="19050">
              <a:solidFill>
                <a:srgbClr val="990099"/>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spcBef>
                  <a:spcPct val="0"/>
                </a:spcBef>
                <a:buClrTx/>
              </a:pPr>
              <a:endParaRPr kumimoji="0" lang="pl-PL" sz="2000">
                <a:solidFill>
                  <a:srgbClr val="402000"/>
                </a:solidFill>
                <a:latin typeface="Times New Roman" charset="0"/>
              </a:endParaRPr>
            </a:p>
          </p:txBody>
        </p:sp>
        <p:sp>
          <p:nvSpPr>
            <p:cNvPr id="45" name="Rectangle 5"/>
            <p:cNvSpPr>
              <a:spLocks noChangeArrowheads="1"/>
            </p:cNvSpPr>
            <p:nvPr/>
          </p:nvSpPr>
          <p:spPr bwMode="auto">
            <a:xfrm>
              <a:off x="156550" y="3794820"/>
              <a:ext cx="2819401" cy="815627"/>
            </a:xfrm>
            <a:prstGeom prst="rect">
              <a:avLst/>
            </a:prstGeom>
            <a:noFill/>
            <a:ln w="19050">
              <a:solidFill>
                <a:schemeClr val="accent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solidFill>
                  <a:srgbClr val="402000"/>
                </a:solidFill>
              </a:endParaRPr>
            </a:p>
          </p:txBody>
        </p:sp>
        <p:sp>
          <p:nvSpPr>
            <p:cNvPr id="46" name="Rectangle 6"/>
            <p:cNvSpPr>
              <a:spLocks noChangeArrowheads="1"/>
            </p:cNvSpPr>
            <p:nvPr/>
          </p:nvSpPr>
          <p:spPr bwMode="auto">
            <a:xfrm>
              <a:off x="2517530" y="2207881"/>
              <a:ext cx="1447800" cy="868946"/>
            </a:xfrm>
            <a:prstGeom prst="rect">
              <a:avLst/>
            </a:prstGeom>
            <a:noFill/>
            <a:ln w="19050">
              <a:solidFill>
                <a:srgbClr val="00808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solidFill>
                  <a:srgbClr val="402000"/>
                </a:solidFill>
              </a:endParaRPr>
            </a:p>
          </p:txBody>
        </p:sp>
        <p:sp>
          <p:nvSpPr>
            <p:cNvPr id="47" name="Rectangle 7"/>
            <p:cNvSpPr>
              <a:spLocks noChangeArrowheads="1"/>
            </p:cNvSpPr>
            <p:nvPr/>
          </p:nvSpPr>
          <p:spPr bwMode="auto">
            <a:xfrm>
              <a:off x="4949130" y="3270502"/>
              <a:ext cx="2667001" cy="1299579"/>
            </a:xfrm>
            <a:prstGeom prst="rect">
              <a:avLst/>
            </a:prstGeom>
            <a:noFill/>
            <a:ln w="19050">
              <a:solidFill>
                <a:srgbClr val="FF33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solidFill>
                  <a:srgbClr val="402000"/>
                </a:solidFill>
              </a:endParaRPr>
            </a:p>
          </p:txBody>
        </p:sp>
        <p:sp>
          <p:nvSpPr>
            <p:cNvPr id="50" name="Text Box 10"/>
            <p:cNvSpPr txBox="1">
              <a:spLocks noChangeArrowheads="1"/>
            </p:cNvSpPr>
            <p:nvPr/>
          </p:nvSpPr>
          <p:spPr bwMode="auto">
            <a:xfrm>
              <a:off x="1907930" y="3821162"/>
              <a:ext cx="1066800" cy="4488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kumimoji="1" sz="1600">
                  <a:solidFill>
                    <a:schemeClr val="tx1"/>
                  </a:solidFill>
                  <a:latin typeface="Arial" charset="0"/>
                  <a:ea typeface="ＭＳ Ｐゴシック" charset="0"/>
                  <a:cs typeface="ＭＳ Ｐゴシック" charset="0"/>
                </a:defRPr>
              </a:lvl1pPr>
              <a:lvl2pPr marL="742950" indent="-285750">
                <a:defRPr kumimoji="1" sz="1600">
                  <a:solidFill>
                    <a:schemeClr val="tx1"/>
                  </a:solidFill>
                  <a:latin typeface="Arial" charset="0"/>
                  <a:ea typeface="ＭＳ Ｐゴシック" charset="0"/>
                </a:defRPr>
              </a:lvl2pPr>
              <a:lvl3pPr marL="1143000" indent="-228600">
                <a:defRPr kumimoji="1" sz="1600">
                  <a:solidFill>
                    <a:schemeClr val="tx1"/>
                  </a:solidFill>
                  <a:latin typeface="Arial" charset="0"/>
                  <a:ea typeface="ＭＳ Ｐゴシック" charset="0"/>
                </a:defRPr>
              </a:lvl3pPr>
              <a:lvl4pPr marL="1600200" indent="-228600">
                <a:defRPr kumimoji="1" sz="1600">
                  <a:solidFill>
                    <a:schemeClr val="tx1"/>
                  </a:solidFill>
                  <a:latin typeface="Arial" charset="0"/>
                  <a:ea typeface="ＭＳ Ｐゴシック" charset="0"/>
                </a:defRPr>
              </a:lvl4pPr>
              <a:lvl5pPr marL="2057400" indent="-228600">
                <a:defRPr kumimoji="1" sz="1600">
                  <a:solidFill>
                    <a:schemeClr val="tx1"/>
                  </a:solidFill>
                  <a:latin typeface="Arial" charset="0"/>
                  <a:ea typeface="ＭＳ Ｐゴシック" charset="0"/>
                </a:defRPr>
              </a:lvl5pPr>
              <a:lvl6pPr marL="2514600" indent="-228600" eaLnBrk="0" fontAlgn="base" hangingPunct="0">
                <a:spcBef>
                  <a:spcPct val="20000"/>
                </a:spcBef>
                <a:spcAft>
                  <a:spcPct val="0"/>
                </a:spcAft>
                <a:buClr>
                  <a:srgbClr val="000000"/>
                </a:buClr>
                <a:defRPr kumimoji="1" sz="1600">
                  <a:solidFill>
                    <a:schemeClr val="tx1"/>
                  </a:solidFill>
                  <a:latin typeface="Arial" charset="0"/>
                  <a:ea typeface="ＭＳ Ｐゴシック" charset="0"/>
                </a:defRPr>
              </a:lvl6pPr>
              <a:lvl7pPr marL="2971800" indent="-228600" eaLnBrk="0" fontAlgn="base" hangingPunct="0">
                <a:spcBef>
                  <a:spcPct val="20000"/>
                </a:spcBef>
                <a:spcAft>
                  <a:spcPct val="0"/>
                </a:spcAft>
                <a:buClr>
                  <a:srgbClr val="000000"/>
                </a:buClr>
                <a:defRPr kumimoji="1" sz="1600">
                  <a:solidFill>
                    <a:schemeClr val="tx1"/>
                  </a:solidFill>
                  <a:latin typeface="Arial" charset="0"/>
                  <a:ea typeface="ＭＳ Ｐゴシック" charset="0"/>
                </a:defRPr>
              </a:lvl7pPr>
              <a:lvl8pPr marL="3429000" indent="-228600" eaLnBrk="0" fontAlgn="base" hangingPunct="0">
                <a:spcBef>
                  <a:spcPct val="20000"/>
                </a:spcBef>
                <a:spcAft>
                  <a:spcPct val="0"/>
                </a:spcAft>
                <a:buClr>
                  <a:srgbClr val="000000"/>
                </a:buClr>
                <a:defRPr kumimoji="1" sz="1600">
                  <a:solidFill>
                    <a:schemeClr val="tx1"/>
                  </a:solidFill>
                  <a:latin typeface="Arial" charset="0"/>
                  <a:ea typeface="ＭＳ Ｐゴシック" charset="0"/>
                </a:defRPr>
              </a:lvl8pPr>
              <a:lvl9pPr marL="3886200" indent="-228600" eaLnBrk="0" fontAlgn="base" hangingPunct="0">
                <a:spcBef>
                  <a:spcPct val="20000"/>
                </a:spcBef>
                <a:spcAft>
                  <a:spcPct val="0"/>
                </a:spcAft>
                <a:buClr>
                  <a:srgbClr val="000000"/>
                </a:buClr>
                <a:defRPr kumimoji="1" sz="1600">
                  <a:solidFill>
                    <a:schemeClr val="tx1"/>
                  </a:solidFill>
                  <a:latin typeface="Arial" charset="0"/>
                  <a:ea typeface="ＭＳ Ｐゴシック" charset="0"/>
                </a:defRPr>
              </a:lvl9pPr>
            </a:lstStyle>
            <a:p>
              <a:pPr>
                <a:spcBef>
                  <a:spcPct val="50000"/>
                </a:spcBef>
                <a:buClrTx/>
              </a:pPr>
              <a:r>
                <a:rPr kumimoji="0" lang="en-US" sz="800" b="1" dirty="0">
                  <a:solidFill>
                    <a:srgbClr val="FF3300"/>
                  </a:solidFill>
                  <a:latin typeface="Times New Roman" charset="0"/>
                </a:rPr>
                <a:t>LUT2</a:t>
              </a:r>
            </a:p>
          </p:txBody>
        </p:sp>
        <p:sp>
          <p:nvSpPr>
            <p:cNvPr id="51" name="Text Box 11"/>
            <p:cNvSpPr txBox="1">
              <a:spLocks noChangeArrowheads="1"/>
            </p:cNvSpPr>
            <p:nvPr/>
          </p:nvSpPr>
          <p:spPr bwMode="auto">
            <a:xfrm>
              <a:off x="2669928" y="4799691"/>
              <a:ext cx="1104836" cy="4488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kumimoji="1" sz="1600">
                  <a:solidFill>
                    <a:schemeClr val="tx1"/>
                  </a:solidFill>
                  <a:latin typeface="Arial" charset="0"/>
                  <a:ea typeface="ＭＳ Ｐゴシック" charset="0"/>
                  <a:cs typeface="ＭＳ Ｐゴシック" charset="0"/>
                </a:defRPr>
              </a:lvl1pPr>
              <a:lvl2pPr marL="742950" indent="-285750">
                <a:defRPr kumimoji="1" sz="1600">
                  <a:solidFill>
                    <a:schemeClr val="tx1"/>
                  </a:solidFill>
                  <a:latin typeface="Arial" charset="0"/>
                  <a:ea typeface="ＭＳ Ｐゴシック" charset="0"/>
                </a:defRPr>
              </a:lvl2pPr>
              <a:lvl3pPr marL="1143000" indent="-228600">
                <a:defRPr kumimoji="1" sz="1600">
                  <a:solidFill>
                    <a:schemeClr val="tx1"/>
                  </a:solidFill>
                  <a:latin typeface="Arial" charset="0"/>
                  <a:ea typeface="ＭＳ Ｐゴシック" charset="0"/>
                </a:defRPr>
              </a:lvl3pPr>
              <a:lvl4pPr marL="1600200" indent="-228600">
                <a:defRPr kumimoji="1" sz="1600">
                  <a:solidFill>
                    <a:schemeClr val="tx1"/>
                  </a:solidFill>
                  <a:latin typeface="Arial" charset="0"/>
                  <a:ea typeface="ＭＳ Ｐゴシック" charset="0"/>
                </a:defRPr>
              </a:lvl4pPr>
              <a:lvl5pPr marL="2057400" indent="-228600">
                <a:defRPr kumimoji="1" sz="1600">
                  <a:solidFill>
                    <a:schemeClr val="tx1"/>
                  </a:solidFill>
                  <a:latin typeface="Arial" charset="0"/>
                  <a:ea typeface="ＭＳ Ｐゴシック" charset="0"/>
                </a:defRPr>
              </a:lvl5pPr>
              <a:lvl6pPr marL="2514600" indent="-228600" eaLnBrk="0" fontAlgn="base" hangingPunct="0">
                <a:spcBef>
                  <a:spcPct val="20000"/>
                </a:spcBef>
                <a:spcAft>
                  <a:spcPct val="0"/>
                </a:spcAft>
                <a:buClr>
                  <a:srgbClr val="000000"/>
                </a:buClr>
                <a:defRPr kumimoji="1" sz="1600">
                  <a:solidFill>
                    <a:schemeClr val="tx1"/>
                  </a:solidFill>
                  <a:latin typeface="Arial" charset="0"/>
                  <a:ea typeface="ＭＳ Ｐゴシック" charset="0"/>
                </a:defRPr>
              </a:lvl6pPr>
              <a:lvl7pPr marL="2971800" indent="-228600" eaLnBrk="0" fontAlgn="base" hangingPunct="0">
                <a:spcBef>
                  <a:spcPct val="20000"/>
                </a:spcBef>
                <a:spcAft>
                  <a:spcPct val="0"/>
                </a:spcAft>
                <a:buClr>
                  <a:srgbClr val="000000"/>
                </a:buClr>
                <a:defRPr kumimoji="1" sz="1600">
                  <a:solidFill>
                    <a:schemeClr val="tx1"/>
                  </a:solidFill>
                  <a:latin typeface="Arial" charset="0"/>
                  <a:ea typeface="ＭＳ Ｐゴシック" charset="0"/>
                </a:defRPr>
              </a:lvl7pPr>
              <a:lvl8pPr marL="3429000" indent="-228600" eaLnBrk="0" fontAlgn="base" hangingPunct="0">
                <a:spcBef>
                  <a:spcPct val="20000"/>
                </a:spcBef>
                <a:spcAft>
                  <a:spcPct val="0"/>
                </a:spcAft>
                <a:buClr>
                  <a:srgbClr val="000000"/>
                </a:buClr>
                <a:defRPr kumimoji="1" sz="1600">
                  <a:solidFill>
                    <a:schemeClr val="tx1"/>
                  </a:solidFill>
                  <a:latin typeface="Arial" charset="0"/>
                  <a:ea typeface="ＭＳ Ｐゴシック" charset="0"/>
                </a:defRPr>
              </a:lvl8pPr>
              <a:lvl9pPr marL="3886200" indent="-228600" eaLnBrk="0" fontAlgn="base" hangingPunct="0">
                <a:spcBef>
                  <a:spcPct val="20000"/>
                </a:spcBef>
                <a:spcAft>
                  <a:spcPct val="0"/>
                </a:spcAft>
                <a:buClr>
                  <a:srgbClr val="000000"/>
                </a:buClr>
                <a:defRPr kumimoji="1" sz="1600">
                  <a:solidFill>
                    <a:schemeClr val="tx1"/>
                  </a:solidFill>
                  <a:latin typeface="Arial" charset="0"/>
                  <a:ea typeface="ＭＳ Ｐゴシック" charset="0"/>
                </a:defRPr>
              </a:lvl9pPr>
            </a:lstStyle>
            <a:p>
              <a:pPr>
                <a:spcBef>
                  <a:spcPct val="50000"/>
                </a:spcBef>
                <a:buClrTx/>
              </a:pPr>
              <a:r>
                <a:rPr kumimoji="0" lang="en-US" sz="800" b="1" dirty="0">
                  <a:solidFill>
                    <a:srgbClr val="FF3300"/>
                  </a:solidFill>
                  <a:latin typeface="Times New Roman" charset="0"/>
                </a:rPr>
                <a:t>LUT3</a:t>
              </a:r>
            </a:p>
          </p:txBody>
        </p:sp>
        <p:sp>
          <p:nvSpPr>
            <p:cNvPr id="52" name="Text Box 12"/>
            <p:cNvSpPr txBox="1">
              <a:spLocks noChangeArrowheads="1"/>
            </p:cNvSpPr>
            <p:nvPr/>
          </p:nvSpPr>
          <p:spPr bwMode="auto">
            <a:xfrm>
              <a:off x="2974730" y="2210608"/>
              <a:ext cx="990600" cy="4488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kumimoji="1" sz="1600">
                  <a:solidFill>
                    <a:schemeClr val="tx1"/>
                  </a:solidFill>
                  <a:latin typeface="Arial" charset="0"/>
                  <a:ea typeface="ＭＳ Ｐゴシック" charset="0"/>
                  <a:cs typeface="ＭＳ Ｐゴシック" charset="0"/>
                </a:defRPr>
              </a:lvl1pPr>
              <a:lvl2pPr marL="742950" indent="-285750">
                <a:defRPr kumimoji="1" sz="1600">
                  <a:solidFill>
                    <a:schemeClr val="tx1"/>
                  </a:solidFill>
                  <a:latin typeface="Arial" charset="0"/>
                  <a:ea typeface="ＭＳ Ｐゴシック" charset="0"/>
                </a:defRPr>
              </a:lvl2pPr>
              <a:lvl3pPr marL="1143000" indent="-228600">
                <a:defRPr kumimoji="1" sz="1600">
                  <a:solidFill>
                    <a:schemeClr val="tx1"/>
                  </a:solidFill>
                  <a:latin typeface="Arial" charset="0"/>
                  <a:ea typeface="ＭＳ Ｐゴシック" charset="0"/>
                </a:defRPr>
              </a:lvl3pPr>
              <a:lvl4pPr marL="1600200" indent="-228600">
                <a:defRPr kumimoji="1" sz="1600">
                  <a:solidFill>
                    <a:schemeClr val="tx1"/>
                  </a:solidFill>
                  <a:latin typeface="Arial" charset="0"/>
                  <a:ea typeface="ＭＳ Ｐゴシック" charset="0"/>
                </a:defRPr>
              </a:lvl4pPr>
              <a:lvl5pPr marL="2057400" indent="-228600">
                <a:defRPr kumimoji="1" sz="1600">
                  <a:solidFill>
                    <a:schemeClr val="tx1"/>
                  </a:solidFill>
                  <a:latin typeface="Arial" charset="0"/>
                  <a:ea typeface="ＭＳ Ｐゴシック" charset="0"/>
                </a:defRPr>
              </a:lvl5pPr>
              <a:lvl6pPr marL="2514600" indent="-228600" eaLnBrk="0" fontAlgn="base" hangingPunct="0">
                <a:spcBef>
                  <a:spcPct val="20000"/>
                </a:spcBef>
                <a:spcAft>
                  <a:spcPct val="0"/>
                </a:spcAft>
                <a:buClr>
                  <a:srgbClr val="000000"/>
                </a:buClr>
                <a:defRPr kumimoji="1" sz="1600">
                  <a:solidFill>
                    <a:schemeClr val="tx1"/>
                  </a:solidFill>
                  <a:latin typeface="Arial" charset="0"/>
                  <a:ea typeface="ＭＳ Ｐゴシック" charset="0"/>
                </a:defRPr>
              </a:lvl6pPr>
              <a:lvl7pPr marL="2971800" indent="-228600" eaLnBrk="0" fontAlgn="base" hangingPunct="0">
                <a:spcBef>
                  <a:spcPct val="20000"/>
                </a:spcBef>
                <a:spcAft>
                  <a:spcPct val="0"/>
                </a:spcAft>
                <a:buClr>
                  <a:srgbClr val="000000"/>
                </a:buClr>
                <a:defRPr kumimoji="1" sz="1600">
                  <a:solidFill>
                    <a:schemeClr val="tx1"/>
                  </a:solidFill>
                  <a:latin typeface="Arial" charset="0"/>
                  <a:ea typeface="ＭＳ Ｐゴシック" charset="0"/>
                </a:defRPr>
              </a:lvl7pPr>
              <a:lvl8pPr marL="3429000" indent="-228600" eaLnBrk="0" fontAlgn="base" hangingPunct="0">
                <a:spcBef>
                  <a:spcPct val="20000"/>
                </a:spcBef>
                <a:spcAft>
                  <a:spcPct val="0"/>
                </a:spcAft>
                <a:buClr>
                  <a:srgbClr val="000000"/>
                </a:buClr>
                <a:defRPr kumimoji="1" sz="1600">
                  <a:solidFill>
                    <a:schemeClr val="tx1"/>
                  </a:solidFill>
                  <a:latin typeface="Arial" charset="0"/>
                  <a:ea typeface="ＭＳ Ｐゴシック" charset="0"/>
                </a:defRPr>
              </a:lvl8pPr>
              <a:lvl9pPr marL="3886200" indent="-228600" eaLnBrk="0" fontAlgn="base" hangingPunct="0">
                <a:spcBef>
                  <a:spcPct val="20000"/>
                </a:spcBef>
                <a:spcAft>
                  <a:spcPct val="0"/>
                </a:spcAft>
                <a:buClr>
                  <a:srgbClr val="000000"/>
                </a:buClr>
                <a:defRPr kumimoji="1" sz="1600">
                  <a:solidFill>
                    <a:schemeClr val="tx1"/>
                  </a:solidFill>
                  <a:latin typeface="Arial" charset="0"/>
                  <a:ea typeface="ＭＳ Ｐゴシック" charset="0"/>
                </a:defRPr>
              </a:lvl9pPr>
            </a:lstStyle>
            <a:p>
              <a:pPr>
                <a:spcBef>
                  <a:spcPct val="50000"/>
                </a:spcBef>
              </a:pPr>
              <a:r>
                <a:rPr kumimoji="0" lang="en-US" sz="800" b="1" dirty="0">
                  <a:solidFill>
                    <a:srgbClr val="FF3300"/>
                  </a:solidFill>
                  <a:latin typeface="Times New Roman" charset="0"/>
                </a:rPr>
                <a:t>LUT1</a:t>
              </a:r>
            </a:p>
          </p:txBody>
        </p:sp>
        <p:sp>
          <p:nvSpPr>
            <p:cNvPr id="53" name="Text Box 13"/>
            <p:cNvSpPr txBox="1">
              <a:spLocks noChangeArrowheads="1"/>
            </p:cNvSpPr>
            <p:nvPr/>
          </p:nvSpPr>
          <p:spPr bwMode="auto">
            <a:xfrm>
              <a:off x="5108326" y="3276702"/>
              <a:ext cx="1143002" cy="4488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kumimoji="1" sz="1600">
                  <a:solidFill>
                    <a:schemeClr val="tx1"/>
                  </a:solidFill>
                  <a:latin typeface="Arial" charset="0"/>
                  <a:ea typeface="ＭＳ Ｐゴシック" charset="0"/>
                  <a:cs typeface="ＭＳ Ｐゴシック" charset="0"/>
                </a:defRPr>
              </a:lvl1pPr>
              <a:lvl2pPr marL="742950" indent="-285750">
                <a:defRPr kumimoji="1" sz="1600">
                  <a:solidFill>
                    <a:schemeClr val="tx1"/>
                  </a:solidFill>
                  <a:latin typeface="Arial" charset="0"/>
                  <a:ea typeface="ＭＳ Ｐゴシック" charset="0"/>
                </a:defRPr>
              </a:lvl2pPr>
              <a:lvl3pPr marL="1143000" indent="-228600">
                <a:defRPr kumimoji="1" sz="1600">
                  <a:solidFill>
                    <a:schemeClr val="tx1"/>
                  </a:solidFill>
                  <a:latin typeface="Arial" charset="0"/>
                  <a:ea typeface="ＭＳ Ｐゴシック" charset="0"/>
                </a:defRPr>
              </a:lvl3pPr>
              <a:lvl4pPr marL="1600200" indent="-228600">
                <a:defRPr kumimoji="1" sz="1600">
                  <a:solidFill>
                    <a:schemeClr val="tx1"/>
                  </a:solidFill>
                  <a:latin typeface="Arial" charset="0"/>
                  <a:ea typeface="ＭＳ Ｐゴシック" charset="0"/>
                </a:defRPr>
              </a:lvl4pPr>
              <a:lvl5pPr marL="2057400" indent="-228600">
                <a:defRPr kumimoji="1" sz="1600">
                  <a:solidFill>
                    <a:schemeClr val="tx1"/>
                  </a:solidFill>
                  <a:latin typeface="Arial" charset="0"/>
                  <a:ea typeface="ＭＳ Ｐゴシック" charset="0"/>
                </a:defRPr>
              </a:lvl5pPr>
              <a:lvl6pPr marL="2514600" indent="-228600" eaLnBrk="0" fontAlgn="base" hangingPunct="0">
                <a:spcBef>
                  <a:spcPct val="20000"/>
                </a:spcBef>
                <a:spcAft>
                  <a:spcPct val="0"/>
                </a:spcAft>
                <a:buClr>
                  <a:srgbClr val="000000"/>
                </a:buClr>
                <a:defRPr kumimoji="1" sz="1600">
                  <a:solidFill>
                    <a:schemeClr val="tx1"/>
                  </a:solidFill>
                  <a:latin typeface="Arial" charset="0"/>
                  <a:ea typeface="ＭＳ Ｐゴシック" charset="0"/>
                </a:defRPr>
              </a:lvl6pPr>
              <a:lvl7pPr marL="2971800" indent="-228600" eaLnBrk="0" fontAlgn="base" hangingPunct="0">
                <a:spcBef>
                  <a:spcPct val="20000"/>
                </a:spcBef>
                <a:spcAft>
                  <a:spcPct val="0"/>
                </a:spcAft>
                <a:buClr>
                  <a:srgbClr val="000000"/>
                </a:buClr>
                <a:defRPr kumimoji="1" sz="1600">
                  <a:solidFill>
                    <a:schemeClr val="tx1"/>
                  </a:solidFill>
                  <a:latin typeface="Arial" charset="0"/>
                  <a:ea typeface="ＭＳ Ｐゴシック" charset="0"/>
                </a:defRPr>
              </a:lvl7pPr>
              <a:lvl8pPr marL="3429000" indent="-228600" eaLnBrk="0" fontAlgn="base" hangingPunct="0">
                <a:spcBef>
                  <a:spcPct val="20000"/>
                </a:spcBef>
                <a:spcAft>
                  <a:spcPct val="0"/>
                </a:spcAft>
                <a:buClr>
                  <a:srgbClr val="000000"/>
                </a:buClr>
                <a:defRPr kumimoji="1" sz="1600">
                  <a:solidFill>
                    <a:schemeClr val="tx1"/>
                  </a:solidFill>
                  <a:latin typeface="Arial" charset="0"/>
                  <a:ea typeface="ＭＳ Ｐゴシック" charset="0"/>
                </a:defRPr>
              </a:lvl8pPr>
              <a:lvl9pPr marL="3886200" indent="-228600" eaLnBrk="0" fontAlgn="base" hangingPunct="0">
                <a:spcBef>
                  <a:spcPct val="20000"/>
                </a:spcBef>
                <a:spcAft>
                  <a:spcPct val="0"/>
                </a:spcAft>
                <a:buClr>
                  <a:srgbClr val="000000"/>
                </a:buClr>
                <a:defRPr kumimoji="1" sz="1600">
                  <a:solidFill>
                    <a:schemeClr val="tx1"/>
                  </a:solidFill>
                  <a:latin typeface="Arial" charset="0"/>
                  <a:ea typeface="ＭＳ Ｐゴシック" charset="0"/>
                </a:defRPr>
              </a:lvl9pPr>
            </a:lstStyle>
            <a:p>
              <a:pPr>
                <a:spcBef>
                  <a:spcPct val="50000"/>
                </a:spcBef>
              </a:pPr>
              <a:r>
                <a:rPr kumimoji="0" lang="en-US" sz="800" b="1" dirty="0">
                  <a:solidFill>
                    <a:srgbClr val="FF3300"/>
                  </a:solidFill>
                  <a:latin typeface="Times New Roman" charset="0"/>
                </a:rPr>
                <a:t>LUT4</a:t>
              </a:r>
            </a:p>
          </p:txBody>
        </p:sp>
        <p:sp>
          <p:nvSpPr>
            <p:cNvPr id="55" name="Text Box 15"/>
            <p:cNvSpPr txBox="1">
              <a:spLocks noChangeArrowheads="1"/>
            </p:cNvSpPr>
            <p:nvPr/>
          </p:nvSpPr>
          <p:spPr bwMode="auto">
            <a:xfrm>
              <a:off x="6632329" y="3809191"/>
              <a:ext cx="838200" cy="4488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1600">
                  <a:solidFill>
                    <a:schemeClr val="tx1"/>
                  </a:solidFill>
                  <a:latin typeface="Arial" charset="0"/>
                  <a:ea typeface="ＭＳ Ｐゴシック" charset="0"/>
                  <a:cs typeface="ＭＳ Ｐゴシック" charset="0"/>
                </a:defRPr>
              </a:lvl1pPr>
              <a:lvl2pPr marL="742950" indent="-285750">
                <a:defRPr kumimoji="1" sz="1600">
                  <a:solidFill>
                    <a:schemeClr val="tx1"/>
                  </a:solidFill>
                  <a:latin typeface="Arial" charset="0"/>
                  <a:ea typeface="ＭＳ Ｐゴシック" charset="0"/>
                </a:defRPr>
              </a:lvl2pPr>
              <a:lvl3pPr marL="1143000" indent="-228600">
                <a:defRPr kumimoji="1" sz="1600">
                  <a:solidFill>
                    <a:schemeClr val="tx1"/>
                  </a:solidFill>
                  <a:latin typeface="Arial" charset="0"/>
                  <a:ea typeface="ＭＳ Ｐゴシック" charset="0"/>
                </a:defRPr>
              </a:lvl3pPr>
              <a:lvl4pPr marL="1600200" indent="-228600">
                <a:defRPr kumimoji="1" sz="1600">
                  <a:solidFill>
                    <a:schemeClr val="tx1"/>
                  </a:solidFill>
                  <a:latin typeface="Arial" charset="0"/>
                  <a:ea typeface="ＭＳ Ｐゴシック" charset="0"/>
                </a:defRPr>
              </a:lvl4pPr>
              <a:lvl5pPr marL="2057400" indent="-228600">
                <a:defRPr kumimoji="1" sz="1600">
                  <a:solidFill>
                    <a:schemeClr val="tx1"/>
                  </a:solidFill>
                  <a:latin typeface="Arial" charset="0"/>
                  <a:ea typeface="ＭＳ Ｐゴシック" charset="0"/>
                </a:defRPr>
              </a:lvl5pPr>
              <a:lvl6pPr marL="2514600" indent="-228600" eaLnBrk="0" fontAlgn="base" hangingPunct="0">
                <a:spcBef>
                  <a:spcPct val="20000"/>
                </a:spcBef>
                <a:spcAft>
                  <a:spcPct val="0"/>
                </a:spcAft>
                <a:buClr>
                  <a:srgbClr val="000000"/>
                </a:buClr>
                <a:defRPr kumimoji="1" sz="1600">
                  <a:solidFill>
                    <a:schemeClr val="tx1"/>
                  </a:solidFill>
                  <a:latin typeface="Arial" charset="0"/>
                  <a:ea typeface="ＭＳ Ｐゴシック" charset="0"/>
                </a:defRPr>
              </a:lvl6pPr>
              <a:lvl7pPr marL="2971800" indent="-228600" eaLnBrk="0" fontAlgn="base" hangingPunct="0">
                <a:spcBef>
                  <a:spcPct val="20000"/>
                </a:spcBef>
                <a:spcAft>
                  <a:spcPct val="0"/>
                </a:spcAft>
                <a:buClr>
                  <a:srgbClr val="000000"/>
                </a:buClr>
                <a:defRPr kumimoji="1" sz="1600">
                  <a:solidFill>
                    <a:schemeClr val="tx1"/>
                  </a:solidFill>
                  <a:latin typeface="Arial" charset="0"/>
                  <a:ea typeface="ＭＳ Ｐゴシック" charset="0"/>
                </a:defRPr>
              </a:lvl7pPr>
              <a:lvl8pPr marL="3429000" indent="-228600" eaLnBrk="0" fontAlgn="base" hangingPunct="0">
                <a:spcBef>
                  <a:spcPct val="20000"/>
                </a:spcBef>
                <a:spcAft>
                  <a:spcPct val="0"/>
                </a:spcAft>
                <a:buClr>
                  <a:srgbClr val="000000"/>
                </a:buClr>
                <a:defRPr kumimoji="1" sz="1600">
                  <a:solidFill>
                    <a:schemeClr val="tx1"/>
                  </a:solidFill>
                  <a:latin typeface="Arial" charset="0"/>
                  <a:ea typeface="ＭＳ Ｐゴシック" charset="0"/>
                </a:defRPr>
              </a:lvl8pPr>
              <a:lvl9pPr marL="3886200" indent="-228600" eaLnBrk="0" fontAlgn="base" hangingPunct="0">
                <a:spcBef>
                  <a:spcPct val="20000"/>
                </a:spcBef>
                <a:spcAft>
                  <a:spcPct val="0"/>
                </a:spcAft>
                <a:buClr>
                  <a:srgbClr val="000000"/>
                </a:buClr>
                <a:defRPr kumimoji="1" sz="1600">
                  <a:solidFill>
                    <a:schemeClr val="tx1"/>
                  </a:solidFill>
                  <a:latin typeface="Arial" charset="0"/>
                  <a:ea typeface="ＭＳ Ｐゴシック" charset="0"/>
                </a:defRPr>
              </a:lvl9pPr>
            </a:lstStyle>
            <a:p>
              <a:pPr>
                <a:spcBef>
                  <a:spcPct val="50000"/>
                </a:spcBef>
              </a:pPr>
              <a:r>
                <a:rPr kumimoji="0" lang="en-US" sz="800" b="1" dirty="0">
                  <a:solidFill>
                    <a:srgbClr val="FF3300"/>
                  </a:solidFill>
                  <a:latin typeface="Times New Roman" charset="0"/>
                </a:rPr>
                <a:t>FF1</a:t>
              </a:r>
            </a:p>
          </p:txBody>
        </p:sp>
        <p:sp>
          <p:nvSpPr>
            <p:cNvPr id="56" name="Text Box 16"/>
            <p:cNvSpPr txBox="1">
              <a:spLocks noChangeArrowheads="1"/>
            </p:cNvSpPr>
            <p:nvPr/>
          </p:nvSpPr>
          <p:spPr bwMode="auto">
            <a:xfrm>
              <a:off x="6632329" y="5264086"/>
              <a:ext cx="838200" cy="4488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1600">
                  <a:solidFill>
                    <a:schemeClr val="tx1"/>
                  </a:solidFill>
                  <a:latin typeface="Arial" charset="0"/>
                  <a:ea typeface="ＭＳ Ｐゴシック" charset="0"/>
                  <a:cs typeface="ＭＳ Ｐゴシック" charset="0"/>
                </a:defRPr>
              </a:lvl1pPr>
              <a:lvl2pPr marL="742950" indent="-285750">
                <a:defRPr kumimoji="1" sz="1600">
                  <a:solidFill>
                    <a:schemeClr val="tx1"/>
                  </a:solidFill>
                  <a:latin typeface="Arial" charset="0"/>
                  <a:ea typeface="ＭＳ Ｐゴシック" charset="0"/>
                </a:defRPr>
              </a:lvl2pPr>
              <a:lvl3pPr marL="1143000" indent="-228600">
                <a:defRPr kumimoji="1" sz="1600">
                  <a:solidFill>
                    <a:schemeClr val="tx1"/>
                  </a:solidFill>
                  <a:latin typeface="Arial" charset="0"/>
                  <a:ea typeface="ＭＳ Ｐゴシック" charset="0"/>
                </a:defRPr>
              </a:lvl3pPr>
              <a:lvl4pPr marL="1600200" indent="-228600">
                <a:defRPr kumimoji="1" sz="1600">
                  <a:solidFill>
                    <a:schemeClr val="tx1"/>
                  </a:solidFill>
                  <a:latin typeface="Arial" charset="0"/>
                  <a:ea typeface="ＭＳ Ｐゴシック" charset="0"/>
                </a:defRPr>
              </a:lvl4pPr>
              <a:lvl5pPr marL="2057400" indent="-228600">
                <a:defRPr kumimoji="1" sz="1600">
                  <a:solidFill>
                    <a:schemeClr val="tx1"/>
                  </a:solidFill>
                  <a:latin typeface="Arial" charset="0"/>
                  <a:ea typeface="ＭＳ Ｐゴシック" charset="0"/>
                </a:defRPr>
              </a:lvl5pPr>
              <a:lvl6pPr marL="2514600" indent="-228600" eaLnBrk="0" fontAlgn="base" hangingPunct="0">
                <a:spcBef>
                  <a:spcPct val="20000"/>
                </a:spcBef>
                <a:spcAft>
                  <a:spcPct val="0"/>
                </a:spcAft>
                <a:buClr>
                  <a:srgbClr val="000000"/>
                </a:buClr>
                <a:defRPr kumimoji="1" sz="1600">
                  <a:solidFill>
                    <a:schemeClr val="tx1"/>
                  </a:solidFill>
                  <a:latin typeface="Arial" charset="0"/>
                  <a:ea typeface="ＭＳ Ｐゴシック" charset="0"/>
                </a:defRPr>
              </a:lvl6pPr>
              <a:lvl7pPr marL="2971800" indent="-228600" eaLnBrk="0" fontAlgn="base" hangingPunct="0">
                <a:spcBef>
                  <a:spcPct val="20000"/>
                </a:spcBef>
                <a:spcAft>
                  <a:spcPct val="0"/>
                </a:spcAft>
                <a:buClr>
                  <a:srgbClr val="000000"/>
                </a:buClr>
                <a:defRPr kumimoji="1" sz="1600">
                  <a:solidFill>
                    <a:schemeClr val="tx1"/>
                  </a:solidFill>
                  <a:latin typeface="Arial" charset="0"/>
                  <a:ea typeface="ＭＳ Ｐゴシック" charset="0"/>
                </a:defRPr>
              </a:lvl7pPr>
              <a:lvl8pPr marL="3429000" indent="-228600" eaLnBrk="0" fontAlgn="base" hangingPunct="0">
                <a:spcBef>
                  <a:spcPct val="20000"/>
                </a:spcBef>
                <a:spcAft>
                  <a:spcPct val="0"/>
                </a:spcAft>
                <a:buClr>
                  <a:srgbClr val="000000"/>
                </a:buClr>
                <a:defRPr kumimoji="1" sz="1600">
                  <a:solidFill>
                    <a:schemeClr val="tx1"/>
                  </a:solidFill>
                  <a:latin typeface="Arial" charset="0"/>
                  <a:ea typeface="ＭＳ Ｐゴシック" charset="0"/>
                </a:defRPr>
              </a:lvl8pPr>
              <a:lvl9pPr marL="3886200" indent="-228600" eaLnBrk="0" fontAlgn="base" hangingPunct="0">
                <a:spcBef>
                  <a:spcPct val="20000"/>
                </a:spcBef>
                <a:spcAft>
                  <a:spcPct val="0"/>
                </a:spcAft>
                <a:buClr>
                  <a:srgbClr val="000000"/>
                </a:buClr>
                <a:defRPr kumimoji="1" sz="1600">
                  <a:solidFill>
                    <a:schemeClr val="tx1"/>
                  </a:solidFill>
                  <a:latin typeface="Arial" charset="0"/>
                  <a:ea typeface="ＭＳ Ｐゴシック" charset="0"/>
                </a:defRPr>
              </a:lvl9pPr>
            </a:lstStyle>
            <a:p>
              <a:pPr>
                <a:spcBef>
                  <a:spcPct val="50000"/>
                </a:spcBef>
              </a:pPr>
              <a:r>
                <a:rPr kumimoji="0" lang="en-US" sz="800" b="1" dirty="0">
                  <a:solidFill>
                    <a:srgbClr val="FF3300"/>
                  </a:solidFill>
                  <a:latin typeface="Times New Roman" charset="0"/>
                </a:rPr>
                <a:t>FF2</a:t>
              </a:r>
            </a:p>
          </p:txBody>
        </p:sp>
        <p:sp>
          <p:nvSpPr>
            <p:cNvPr id="57" name="Rectangle 17"/>
            <p:cNvSpPr>
              <a:spLocks noChangeArrowheads="1"/>
            </p:cNvSpPr>
            <p:nvPr/>
          </p:nvSpPr>
          <p:spPr bwMode="auto">
            <a:xfrm>
              <a:off x="155329" y="1903081"/>
              <a:ext cx="2057401" cy="1598042"/>
            </a:xfrm>
            <a:prstGeom prst="rect">
              <a:avLst/>
            </a:prstGeom>
            <a:noFill/>
            <a:ln w="19050">
              <a:solidFill>
                <a:srgbClr val="CC33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solidFill>
                  <a:srgbClr val="402000"/>
                </a:solidFill>
              </a:endParaRPr>
            </a:p>
          </p:txBody>
        </p:sp>
        <p:sp>
          <p:nvSpPr>
            <p:cNvPr id="59" name="Text Box 19"/>
            <p:cNvSpPr txBox="1">
              <a:spLocks noChangeArrowheads="1"/>
            </p:cNvSpPr>
            <p:nvPr/>
          </p:nvSpPr>
          <p:spPr bwMode="auto">
            <a:xfrm>
              <a:off x="1202676" y="2515206"/>
              <a:ext cx="1019531" cy="4488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kumimoji="1" sz="1600">
                  <a:solidFill>
                    <a:schemeClr val="tx1"/>
                  </a:solidFill>
                  <a:latin typeface="Arial" charset="0"/>
                  <a:ea typeface="ＭＳ Ｐゴシック" charset="0"/>
                  <a:cs typeface="ＭＳ Ｐゴシック" charset="0"/>
                </a:defRPr>
              </a:lvl1pPr>
              <a:lvl2pPr marL="742950" indent="-285750">
                <a:defRPr kumimoji="1" sz="1600">
                  <a:solidFill>
                    <a:schemeClr val="tx1"/>
                  </a:solidFill>
                  <a:latin typeface="Arial" charset="0"/>
                  <a:ea typeface="ＭＳ Ｐゴシック" charset="0"/>
                </a:defRPr>
              </a:lvl2pPr>
              <a:lvl3pPr marL="1143000" indent="-228600">
                <a:defRPr kumimoji="1" sz="1600">
                  <a:solidFill>
                    <a:schemeClr val="tx1"/>
                  </a:solidFill>
                  <a:latin typeface="Arial" charset="0"/>
                  <a:ea typeface="ＭＳ Ｐゴシック" charset="0"/>
                </a:defRPr>
              </a:lvl3pPr>
              <a:lvl4pPr marL="1600200" indent="-228600">
                <a:defRPr kumimoji="1" sz="1600">
                  <a:solidFill>
                    <a:schemeClr val="tx1"/>
                  </a:solidFill>
                  <a:latin typeface="Arial" charset="0"/>
                  <a:ea typeface="ＭＳ Ｐゴシック" charset="0"/>
                </a:defRPr>
              </a:lvl4pPr>
              <a:lvl5pPr marL="2057400" indent="-228600">
                <a:defRPr kumimoji="1" sz="1600">
                  <a:solidFill>
                    <a:schemeClr val="tx1"/>
                  </a:solidFill>
                  <a:latin typeface="Arial" charset="0"/>
                  <a:ea typeface="ＭＳ Ｐゴシック" charset="0"/>
                </a:defRPr>
              </a:lvl5pPr>
              <a:lvl6pPr marL="2514600" indent="-228600" eaLnBrk="0" fontAlgn="base" hangingPunct="0">
                <a:spcBef>
                  <a:spcPct val="20000"/>
                </a:spcBef>
                <a:spcAft>
                  <a:spcPct val="0"/>
                </a:spcAft>
                <a:buClr>
                  <a:srgbClr val="000000"/>
                </a:buClr>
                <a:defRPr kumimoji="1" sz="1600">
                  <a:solidFill>
                    <a:schemeClr val="tx1"/>
                  </a:solidFill>
                  <a:latin typeface="Arial" charset="0"/>
                  <a:ea typeface="ＭＳ Ｐゴシック" charset="0"/>
                </a:defRPr>
              </a:lvl6pPr>
              <a:lvl7pPr marL="2971800" indent="-228600" eaLnBrk="0" fontAlgn="base" hangingPunct="0">
                <a:spcBef>
                  <a:spcPct val="20000"/>
                </a:spcBef>
                <a:spcAft>
                  <a:spcPct val="0"/>
                </a:spcAft>
                <a:buClr>
                  <a:srgbClr val="000000"/>
                </a:buClr>
                <a:defRPr kumimoji="1" sz="1600">
                  <a:solidFill>
                    <a:schemeClr val="tx1"/>
                  </a:solidFill>
                  <a:latin typeface="Arial" charset="0"/>
                  <a:ea typeface="ＭＳ Ｐゴシック" charset="0"/>
                </a:defRPr>
              </a:lvl7pPr>
              <a:lvl8pPr marL="3429000" indent="-228600" eaLnBrk="0" fontAlgn="base" hangingPunct="0">
                <a:spcBef>
                  <a:spcPct val="20000"/>
                </a:spcBef>
                <a:spcAft>
                  <a:spcPct val="0"/>
                </a:spcAft>
                <a:buClr>
                  <a:srgbClr val="000000"/>
                </a:buClr>
                <a:defRPr kumimoji="1" sz="1600">
                  <a:solidFill>
                    <a:schemeClr val="tx1"/>
                  </a:solidFill>
                  <a:latin typeface="Arial" charset="0"/>
                  <a:ea typeface="ＭＳ Ｐゴシック" charset="0"/>
                </a:defRPr>
              </a:lvl8pPr>
              <a:lvl9pPr marL="3886200" indent="-228600" eaLnBrk="0" fontAlgn="base" hangingPunct="0">
                <a:spcBef>
                  <a:spcPct val="20000"/>
                </a:spcBef>
                <a:spcAft>
                  <a:spcPct val="0"/>
                </a:spcAft>
                <a:buClr>
                  <a:srgbClr val="000000"/>
                </a:buClr>
                <a:defRPr kumimoji="1" sz="1600">
                  <a:solidFill>
                    <a:schemeClr val="tx1"/>
                  </a:solidFill>
                  <a:latin typeface="Arial" charset="0"/>
                  <a:ea typeface="ＭＳ Ｐゴシック" charset="0"/>
                </a:defRPr>
              </a:lvl9pPr>
            </a:lstStyle>
            <a:p>
              <a:pPr>
                <a:spcBef>
                  <a:spcPct val="50000"/>
                </a:spcBef>
                <a:buClrTx/>
              </a:pPr>
              <a:r>
                <a:rPr kumimoji="0" lang="en-US" sz="800" b="1" dirty="0">
                  <a:solidFill>
                    <a:srgbClr val="FF3300"/>
                  </a:solidFill>
                  <a:latin typeface="Times New Roman" charset="0"/>
                </a:rPr>
                <a:t>LUT0</a:t>
              </a:r>
            </a:p>
          </p:txBody>
        </p:sp>
      </p:grpSp>
      <p:sp>
        <p:nvSpPr>
          <p:cNvPr id="91" name="Line 3"/>
          <p:cNvSpPr>
            <a:spLocks noChangeShapeType="1"/>
          </p:cNvSpPr>
          <p:nvPr/>
        </p:nvSpPr>
        <p:spPr bwMode="auto">
          <a:xfrm>
            <a:off x="6856485" y="2916701"/>
            <a:ext cx="0" cy="360000"/>
          </a:xfrm>
          <a:prstGeom prst="line">
            <a:avLst/>
          </a:prstGeom>
          <a:noFill/>
          <a:ln w="28575">
            <a:solidFill>
              <a:srgbClr val="FF0000"/>
            </a:solidFill>
            <a:round/>
            <a:headEnd/>
            <a:tailEnd type="none" w="med" len="med"/>
          </a:ln>
          <a:extLst>
            <a:ext uri="{909E8E84-426E-40DD-AFC4-6F175D3DCCD1}">
              <a14:hiddenFill xmlns:a14="http://schemas.microsoft.com/office/drawing/2010/main">
                <a:noFill/>
              </a14:hiddenFill>
            </a:ext>
          </a:extLst>
        </p:spPr>
        <p:txBody>
          <a:bodyPr/>
          <a:lstStyle/>
          <a:p>
            <a:endParaRPr lang="en-US"/>
          </a:p>
        </p:txBody>
      </p:sp>
      <p:sp>
        <p:nvSpPr>
          <p:cNvPr id="90" name="Line 3"/>
          <p:cNvSpPr>
            <a:spLocks noChangeShapeType="1"/>
          </p:cNvSpPr>
          <p:nvPr/>
        </p:nvSpPr>
        <p:spPr bwMode="auto">
          <a:xfrm rot="5400000">
            <a:off x="7694774" y="1846402"/>
            <a:ext cx="0" cy="1674000"/>
          </a:xfrm>
          <a:prstGeom prst="line">
            <a:avLst/>
          </a:prstGeom>
          <a:noFill/>
          <a:ln w="28575">
            <a:solidFill>
              <a:srgbClr val="FF0000"/>
            </a:solidFill>
            <a:round/>
            <a:headEnd/>
            <a:tailEnd type="none" w="med" len="med"/>
          </a:ln>
          <a:extLst>
            <a:ext uri="{909E8E84-426E-40DD-AFC4-6F175D3DCCD1}">
              <a14:hiddenFill xmlns:a14="http://schemas.microsoft.com/office/drawing/2010/main">
                <a:noFill/>
              </a14:hiddenFill>
            </a:ext>
          </a:extLst>
        </p:spPr>
        <p:txBody>
          <a:bodyPr/>
          <a:lstStyle/>
          <a:p>
            <a:endParaRPr lang="en-US"/>
          </a:p>
        </p:txBody>
      </p:sp>
      <p:sp>
        <p:nvSpPr>
          <p:cNvPr id="89" name="Line 3"/>
          <p:cNvSpPr>
            <a:spLocks noChangeShapeType="1"/>
          </p:cNvSpPr>
          <p:nvPr/>
        </p:nvSpPr>
        <p:spPr bwMode="auto">
          <a:xfrm>
            <a:off x="6856485" y="2058309"/>
            <a:ext cx="0" cy="360000"/>
          </a:xfrm>
          <a:prstGeom prst="line">
            <a:avLst/>
          </a:prstGeom>
          <a:noFill/>
          <a:ln w="28575">
            <a:solidFill>
              <a:srgbClr val="FF0000"/>
            </a:solidFill>
            <a:round/>
            <a:headEnd/>
            <a:tailEnd type="none" w="med" len="med"/>
          </a:ln>
          <a:extLst>
            <a:ext uri="{909E8E84-426E-40DD-AFC4-6F175D3DCCD1}">
              <a14:hiddenFill xmlns:a14="http://schemas.microsoft.com/office/drawing/2010/main">
                <a:noFill/>
              </a14:hiddenFill>
            </a:ext>
          </a:extLst>
        </p:spPr>
        <p:txBody>
          <a:bodyPr/>
          <a:lstStyle/>
          <a:p>
            <a:endParaRPr lang="en-US"/>
          </a:p>
        </p:txBody>
      </p:sp>
      <p:sp>
        <p:nvSpPr>
          <p:cNvPr id="88" name="Line 3"/>
          <p:cNvSpPr>
            <a:spLocks noChangeShapeType="1"/>
          </p:cNvSpPr>
          <p:nvPr/>
        </p:nvSpPr>
        <p:spPr bwMode="auto">
          <a:xfrm>
            <a:off x="6856485" y="1654010"/>
            <a:ext cx="0" cy="252000"/>
          </a:xfrm>
          <a:prstGeom prst="line">
            <a:avLst/>
          </a:prstGeom>
          <a:noFill/>
          <a:ln w="28575">
            <a:solidFill>
              <a:srgbClr val="FF0000"/>
            </a:solidFill>
            <a:round/>
            <a:headEnd/>
            <a:tailEnd type="none" w="med" len="med"/>
          </a:ln>
          <a:extLst>
            <a:ext uri="{909E8E84-426E-40DD-AFC4-6F175D3DCCD1}">
              <a14:hiddenFill xmlns:a14="http://schemas.microsoft.com/office/drawing/2010/main">
                <a:noFill/>
              </a14:hiddenFill>
            </a:ext>
          </a:extLst>
        </p:spPr>
        <p:txBody>
          <a:bodyPr/>
          <a:lstStyle/>
          <a:p>
            <a:endParaRPr lang="en-US"/>
          </a:p>
        </p:txBody>
      </p:sp>
      <p:sp>
        <p:nvSpPr>
          <p:cNvPr id="60" name="Line 21"/>
          <p:cNvSpPr>
            <a:spLocks noChangeShapeType="1"/>
          </p:cNvSpPr>
          <p:nvPr/>
        </p:nvSpPr>
        <p:spPr bwMode="auto">
          <a:xfrm flipV="1">
            <a:off x="4563969" y="2025942"/>
            <a:ext cx="2111510" cy="1098460"/>
          </a:xfrm>
          <a:prstGeom prst="line">
            <a:avLst/>
          </a:prstGeom>
          <a:noFill/>
          <a:ln w="28575">
            <a:solidFill>
              <a:srgbClr val="99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61" name="Line 22"/>
          <p:cNvSpPr>
            <a:spLocks noChangeShapeType="1"/>
          </p:cNvSpPr>
          <p:nvPr/>
        </p:nvSpPr>
        <p:spPr bwMode="auto">
          <a:xfrm flipV="1">
            <a:off x="5395319" y="2575172"/>
            <a:ext cx="1277318" cy="694394"/>
          </a:xfrm>
          <a:prstGeom prst="line">
            <a:avLst/>
          </a:prstGeom>
          <a:noFill/>
          <a:ln w="28575">
            <a:solidFill>
              <a:schemeClr val="tx2"/>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62" name="Line 23"/>
          <p:cNvSpPr>
            <a:spLocks noChangeShapeType="1"/>
          </p:cNvSpPr>
          <p:nvPr/>
        </p:nvSpPr>
        <p:spPr bwMode="auto">
          <a:xfrm flipV="1">
            <a:off x="4919831" y="3060693"/>
            <a:ext cx="1752805" cy="983248"/>
          </a:xfrm>
          <a:prstGeom prst="line">
            <a:avLst/>
          </a:prstGeom>
          <a:noFill/>
          <a:ln w="28575">
            <a:solidFill>
              <a:schemeClr val="accent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64" name="Freeform 25"/>
          <p:cNvSpPr>
            <a:spLocks/>
          </p:cNvSpPr>
          <p:nvPr/>
        </p:nvSpPr>
        <p:spPr bwMode="auto">
          <a:xfrm>
            <a:off x="7150967" y="3130148"/>
            <a:ext cx="1672026" cy="1821843"/>
          </a:xfrm>
          <a:custGeom>
            <a:avLst/>
            <a:gdLst>
              <a:gd name="T0" fmla="*/ 0 w 2112"/>
              <a:gd name="T1" fmla="*/ 2147483647 h 1688"/>
              <a:gd name="T2" fmla="*/ 2147483647 w 2112"/>
              <a:gd name="T3" fmla="*/ 2147483647 h 1688"/>
              <a:gd name="T4" fmla="*/ 2147483647 w 2112"/>
              <a:gd name="T5" fmla="*/ 0 h 1688"/>
              <a:gd name="T6" fmla="*/ 0 60000 65536"/>
              <a:gd name="T7" fmla="*/ 0 60000 65536"/>
              <a:gd name="T8" fmla="*/ 0 60000 65536"/>
              <a:gd name="T9" fmla="*/ 0 w 2112"/>
              <a:gd name="T10" fmla="*/ 0 h 1688"/>
              <a:gd name="T11" fmla="*/ 2112 w 2112"/>
              <a:gd name="T12" fmla="*/ 1688 h 1688"/>
            </a:gdLst>
            <a:ahLst/>
            <a:cxnLst>
              <a:cxn ang="T6">
                <a:pos x="T0" y="T1"/>
              </a:cxn>
              <a:cxn ang="T7">
                <a:pos x="T2" y="T3"/>
              </a:cxn>
              <a:cxn ang="T8">
                <a:pos x="T4" y="T5"/>
              </a:cxn>
            </a:cxnLst>
            <a:rect l="T9" t="T10" r="T11" b="T12"/>
            <a:pathLst>
              <a:path w="2112" h="1688">
                <a:moveTo>
                  <a:pt x="0" y="1680"/>
                </a:moveTo>
                <a:lnTo>
                  <a:pt x="1696" y="1688"/>
                </a:lnTo>
                <a:lnTo>
                  <a:pt x="2112" y="0"/>
                </a:lnTo>
              </a:path>
            </a:pathLst>
          </a:custGeom>
          <a:noFill/>
          <a:ln w="28575">
            <a:solidFill>
              <a:srgbClr val="7030A0"/>
            </a:solidFill>
            <a:round/>
            <a:headEnd/>
            <a:tailEnd type="triangle" w="med" len="med"/>
          </a:ln>
          <a:extLst>
            <a:ext uri="{909E8E84-426E-40DD-AFC4-6F175D3DCCD1}">
              <a14:hiddenFill xmlns:a14="http://schemas.microsoft.com/office/drawing/2010/main">
                <a:solidFill>
                  <a:srgbClr val="FFFFFF"/>
                </a:solidFill>
              </a14:hiddenFill>
            </a:ext>
          </a:extLst>
        </p:spPr>
        <p:txBody>
          <a:bodyPr/>
          <a:lstStyle/>
          <a:p>
            <a:endParaRPr lang="en-US"/>
          </a:p>
        </p:txBody>
      </p:sp>
      <p:grpSp>
        <p:nvGrpSpPr>
          <p:cNvPr id="84" name="Group 83"/>
          <p:cNvGrpSpPr>
            <a:grpSpLocks noChangeAspect="1"/>
          </p:cNvGrpSpPr>
          <p:nvPr/>
        </p:nvGrpSpPr>
        <p:grpSpPr>
          <a:xfrm>
            <a:off x="6538511" y="1753715"/>
            <a:ext cx="2450160" cy="1376433"/>
            <a:chOff x="4800600" y="1296814"/>
            <a:chExt cx="4176000" cy="2325742"/>
          </a:xfrm>
        </p:grpSpPr>
        <p:sp>
          <p:nvSpPr>
            <p:cNvPr id="67" name="Rectangle 29"/>
            <p:cNvSpPr>
              <a:spLocks noChangeArrowheads="1"/>
            </p:cNvSpPr>
            <p:nvPr/>
          </p:nvSpPr>
          <p:spPr bwMode="auto">
            <a:xfrm>
              <a:off x="4800600" y="1296814"/>
              <a:ext cx="4176000" cy="2325742"/>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solidFill>
                  <a:srgbClr val="402000"/>
                </a:solidFill>
              </a:endParaRPr>
            </a:p>
          </p:txBody>
        </p:sp>
        <p:sp>
          <p:nvSpPr>
            <p:cNvPr id="69" name="Rectangle 6"/>
            <p:cNvSpPr>
              <a:spLocks noChangeArrowheads="1"/>
            </p:cNvSpPr>
            <p:nvPr/>
          </p:nvSpPr>
          <p:spPr bwMode="auto">
            <a:xfrm>
              <a:off x="5029200" y="1447800"/>
              <a:ext cx="544286" cy="464574"/>
            </a:xfrm>
            <a:prstGeom prst="rect">
              <a:avLst/>
            </a:prstGeom>
            <a:solidFill>
              <a:srgbClr val="0A64B6"/>
            </a:solidFill>
            <a:ln w="9525">
              <a:solidFill>
                <a:schemeClr val="tx1"/>
              </a:solidFill>
              <a:miter lim="800000"/>
              <a:headEnd/>
              <a:tailEnd/>
            </a:ln>
          </p:spPr>
          <p:txBody>
            <a:bodyPr wrap="none" anchor="ctr"/>
            <a:lstStyle/>
            <a:p>
              <a:endParaRPr lang="en-US">
                <a:solidFill>
                  <a:srgbClr val="402000"/>
                </a:solidFill>
              </a:endParaRPr>
            </a:p>
          </p:txBody>
        </p:sp>
        <p:sp>
          <p:nvSpPr>
            <p:cNvPr id="70" name="Rectangle 7"/>
            <p:cNvSpPr>
              <a:spLocks noChangeArrowheads="1"/>
            </p:cNvSpPr>
            <p:nvPr/>
          </p:nvSpPr>
          <p:spPr bwMode="auto">
            <a:xfrm>
              <a:off x="5845629" y="1447800"/>
              <a:ext cx="544286" cy="464574"/>
            </a:xfrm>
            <a:prstGeom prst="rect">
              <a:avLst/>
            </a:prstGeom>
            <a:solidFill>
              <a:srgbClr val="0A64B6"/>
            </a:solidFill>
            <a:ln w="9525">
              <a:solidFill>
                <a:schemeClr val="tx1"/>
              </a:solidFill>
              <a:miter lim="800000"/>
              <a:headEnd/>
              <a:tailEnd/>
            </a:ln>
          </p:spPr>
          <p:txBody>
            <a:bodyPr wrap="none" anchor="ctr"/>
            <a:lstStyle/>
            <a:p>
              <a:endParaRPr lang="en-US">
                <a:solidFill>
                  <a:srgbClr val="402000"/>
                </a:solidFill>
              </a:endParaRPr>
            </a:p>
          </p:txBody>
        </p:sp>
        <p:sp>
          <p:nvSpPr>
            <p:cNvPr id="71" name="Rectangle 8"/>
            <p:cNvSpPr>
              <a:spLocks noChangeArrowheads="1"/>
            </p:cNvSpPr>
            <p:nvPr/>
          </p:nvSpPr>
          <p:spPr bwMode="auto">
            <a:xfrm>
              <a:off x="6662057" y="1447800"/>
              <a:ext cx="544286" cy="464574"/>
            </a:xfrm>
            <a:prstGeom prst="rect">
              <a:avLst/>
            </a:prstGeom>
            <a:solidFill>
              <a:srgbClr val="0A64B6"/>
            </a:solidFill>
            <a:ln w="9525">
              <a:solidFill>
                <a:schemeClr val="tx1"/>
              </a:solidFill>
              <a:miter lim="800000"/>
              <a:headEnd/>
              <a:tailEnd/>
            </a:ln>
          </p:spPr>
          <p:txBody>
            <a:bodyPr wrap="none" anchor="ctr"/>
            <a:lstStyle/>
            <a:p>
              <a:endParaRPr lang="en-US">
                <a:solidFill>
                  <a:srgbClr val="402000"/>
                </a:solidFill>
              </a:endParaRPr>
            </a:p>
          </p:txBody>
        </p:sp>
        <p:sp>
          <p:nvSpPr>
            <p:cNvPr id="72" name="Rectangle 9"/>
            <p:cNvSpPr>
              <a:spLocks noChangeArrowheads="1"/>
            </p:cNvSpPr>
            <p:nvPr/>
          </p:nvSpPr>
          <p:spPr bwMode="auto">
            <a:xfrm>
              <a:off x="7478486" y="1447800"/>
              <a:ext cx="544286" cy="464574"/>
            </a:xfrm>
            <a:prstGeom prst="rect">
              <a:avLst/>
            </a:prstGeom>
            <a:solidFill>
              <a:srgbClr val="0A64B6"/>
            </a:solidFill>
            <a:ln w="9525">
              <a:solidFill>
                <a:schemeClr val="tx1"/>
              </a:solidFill>
              <a:miter lim="800000"/>
              <a:headEnd/>
              <a:tailEnd/>
            </a:ln>
          </p:spPr>
          <p:txBody>
            <a:bodyPr wrap="none" anchor="ctr"/>
            <a:lstStyle/>
            <a:p>
              <a:endParaRPr lang="en-US">
                <a:solidFill>
                  <a:srgbClr val="402000"/>
                </a:solidFill>
              </a:endParaRPr>
            </a:p>
          </p:txBody>
        </p:sp>
        <p:sp>
          <p:nvSpPr>
            <p:cNvPr id="73" name="Rectangle 10"/>
            <p:cNvSpPr>
              <a:spLocks noChangeArrowheads="1"/>
            </p:cNvSpPr>
            <p:nvPr/>
          </p:nvSpPr>
          <p:spPr bwMode="auto">
            <a:xfrm>
              <a:off x="8294914" y="1447800"/>
              <a:ext cx="544286" cy="464574"/>
            </a:xfrm>
            <a:prstGeom prst="rect">
              <a:avLst/>
            </a:prstGeom>
            <a:solidFill>
              <a:srgbClr val="0A64B6"/>
            </a:solidFill>
            <a:ln w="9525">
              <a:solidFill>
                <a:schemeClr val="tx1"/>
              </a:solidFill>
              <a:miter lim="800000"/>
              <a:headEnd/>
              <a:tailEnd/>
            </a:ln>
          </p:spPr>
          <p:txBody>
            <a:bodyPr wrap="none" anchor="ctr"/>
            <a:lstStyle/>
            <a:p>
              <a:endParaRPr lang="en-US">
                <a:solidFill>
                  <a:srgbClr val="402000"/>
                </a:solidFill>
              </a:endParaRPr>
            </a:p>
          </p:txBody>
        </p:sp>
        <p:sp>
          <p:nvSpPr>
            <p:cNvPr id="74" name="Rectangle 11"/>
            <p:cNvSpPr>
              <a:spLocks noChangeArrowheads="1"/>
            </p:cNvSpPr>
            <p:nvPr/>
          </p:nvSpPr>
          <p:spPr bwMode="auto">
            <a:xfrm>
              <a:off x="5029200" y="2244213"/>
              <a:ext cx="544286" cy="464574"/>
            </a:xfrm>
            <a:prstGeom prst="rect">
              <a:avLst/>
            </a:prstGeom>
            <a:solidFill>
              <a:srgbClr val="0A64B6"/>
            </a:solidFill>
            <a:ln w="9525">
              <a:solidFill>
                <a:schemeClr val="tx1"/>
              </a:solidFill>
              <a:miter lim="800000"/>
              <a:headEnd/>
              <a:tailEnd/>
            </a:ln>
          </p:spPr>
          <p:txBody>
            <a:bodyPr wrap="none" anchor="ctr"/>
            <a:lstStyle/>
            <a:p>
              <a:endParaRPr lang="en-US">
                <a:solidFill>
                  <a:srgbClr val="402000"/>
                </a:solidFill>
              </a:endParaRPr>
            </a:p>
          </p:txBody>
        </p:sp>
        <p:sp>
          <p:nvSpPr>
            <p:cNvPr id="75" name="Rectangle 12"/>
            <p:cNvSpPr>
              <a:spLocks noChangeArrowheads="1"/>
            </p:cNvSpPr>
            <p:nvPr/>
          </p:nvSpPr>
          <p:spPr bwMode="auto">
            <a:xfrm>
              <a:off x="5845629" y="2244213"/>
              <a:ext cx="544286" cy="464574"/>
            </a:xfrm>
            <a:prstGeom prst="rect">
              <a:avLst/>
            </a:prstGeom>
            <a:solidFill>
              <a:srgbClr val="0A64B6"/>
            </a:solidFill>
            <a:ln w="9525">
              <a:solidFill>
                <a:schemeClr val="tx1"/>
              </a:solidFill>
              <a:miter lim="800000"/>
              <a:headEnd/>
              <a:tailEnd/>
            </a:ln>
          </p:spPr>
          <p:txBody>
            <a:bodyPr wrap="none" anchor="ctr"/>
            <a:lstStyle/>
            <a:p>
              <a:endParaRPr lang="en-US">
                <a:solidFill>
                  <a:srgbClr val="402000"/>
                </a:solidFill>
              </a:endParaRPr>
            </a:p>
          </p:txBody>
        </p:sp>
        <p:sp>
          <p:nvSpPr>
            <p:cNvPr id="76" name="Rectangle 13"/>
            <p:cNvSpPr>
              <a:spLocks noChangeArrowheads="1"/>
            </p:cNvSpPr>
            <p:nvPr/>
          </p:nvSpPr>
          <p:spPr bwMode="auto">
            <a:xfrm>
              <a:off x="6662057" y="2244213"/>
              <a:ext cx="544286" cy="464574"/>
            </a:xfrm>
            <a:prstGeom prst="rect">
              <a:avLst/>
            </a:prstGeom>
            <a:solidFill>
              <a:srgbClr val="0A64B6"/>
            </a:solidFill>
            <a:ln w="9525">
              <a:solidFill>
                <a:schemeClr val="tx1"/>
              </a:solidFill>
              <a:miter lim="800000"/>
              <a:headEnd/>
              <a:tailEnd/>
            </a:ln>
          </p:spPr>
          <p:txBody>
            <a:bodyPr wrap="none" anchor="ctr"/>
            <a:lstStyle/>
            <a:p>
              <a:endParaRPr lang="en-US">
                <a:solidFill>
                  <a:srgbClr val="402000"/>
                </a:solidFill>
              </a:endParaRPr>
            </a:p>
          </p:txBody>
        </p:sp>
        <p:sp>
          <p:nvSpPr>
            <p:cNvPr id="77" name="Rectangle 14"/>
            <p:cNvSpPr>
              <a:spLocks noChangeArrowheads="1"/>
            </p:cNvSpPr>
            <p:nvPr/>
          </p:nvSpPr>
          <p:spPr bwMode="auto">
            <a:xfrm>
              <a:off x="7478486" y="2244213"/>
              <a:ext cx="544286" cy="464574"/>
            </a:xfrm>
            <a:prstGeom prst="rect">
              <a:avLst/>
            </a:prstGeom>
            <a:solidFill>
              <a:srgbClr val="0A64B6"/>
            </a:solidFill>
            <a:ln w="9525">
              <a:solidFill>
                <a:schemeClr val="tx1"/>
              </a:solidFill>
              <a:miter lim="800000"/>
              <a:headEnd/>
              <a:tailEnd/>
            </a:ln>
          </p:spPr>
          <p:txBody>
            <a:bodyPr wrap="none" anchor="ctr"/>
            <a:lstStyle/>
            <a:p>
              <a:endParaRPr lang="en-US">
                <a:solidFill>
                  <a:srgbClr val="402000"/>
                </a:solidFill>
              </a:endParaRPr>
            </a:p>
          </p:txBody>
        </p:sp>
        <p:sp>
          <p:nvSpPr>
            <p:cNvPr id="78" name="Rectangle 15"/>
            <p:cNvSpPr>
              <a:spLocks noChangeArrowheads="1"/>
            </p:cNvSpPr>
            <p:nvPr/>
          </p:nvSpPr>
          <p:spPr bwMode="auto">
            <a:xfrm>
              <a:off x="8294914" y="2244213"/>
              <a:ext cx="544286" cy="464574"/>
            </a:xfrm>
            <a:prstGeom prst="rect">
              <a:avLst/>
            </a:prstGeom>
            <a:solidFill>
              <a:srgbClr val="0A64B6"/>
            </a:solidFill>
            <a:ln w="9525">
              <a:solidFill>
                <a:schemeClr val="tx1"/>
              </a:solidFill>
              <a:miter lim="800000"/>
              <a:headEnd/>
              <a:tailEnd/>
            </a:ln>
          </p:spPr>
          <p:txBody>
            <a:bodyPr wrap="none" anchor="ctr"/>
            <a:lstStyle/>
            <a:p>
              <a:endParaRPr lang="en-US">
                <a:solidFill>
                  <a:srgbClr val="402000"/>
                </a:solidFill>
              </a:endParaRPr>
            </a:p>
          </p:txBody>
        </p:sp>
        <p:sp>
          <p:nvSpPr>
            <p:cNvPr id="79" name="Rectangle 16"/>
            <p:cNvSpPr>
              <a:spLocks noChangeArrowheads="1"/>
            </p:cNvSpPr>
            <p:nvPr/>
          </p:nvSpPr>
          <p:spPr bwMode="auto">
            <a:xfrm>
              <a:off x="5029200" y="3040626"/>
              <a:ext cx="544286" cy="464574"/>
            </a:xfrm>
            <a:prstGeom prst="rect">
              <a:avLst/>
            </a:prstGeom>
            <a:solidFill>
              <a:srgbClr val="0A64B6"/>
            </a:solidFill>
            <a:ln w="9525">
              <a:solidFill>
                <a:schemeClr val="tx1"/>
              </a:solidFill>
              <a:miter lim="800000"/>
              <a:headEnd/>
              <a:tailEnd/>
            </a:ln>
          </p:spPr>
          <p:txBody>
            <a:bodyPr wrap="none" anchor="ctr"/>
            <a:lstStyle/>
            <a:p>
              <a:endParaRPr lang="en-US">
                <a:solidFill>
                  <a:srgbClr val="402000"/>
                </a:solidFill>
              </a:endParaRPr>
            </a:p>
          </p:txBody>
        </p:sp>
        <p:sp>
          <p:nvSpPr>
            <p:cNvPr id="80" name="Rectangle 17"/>
            <p:cNvSpPr>
              <a:spLocks noChangeArrowheads="1"/>
            </p:cNvSpPr>
            <p:nvPr/>
          </p:nvSpPr>
          <p:spPr bwMode="auto">
            <a:xfrm>
              <a:off x="5845629" y="3040626"/>
              <a:ext cx="544286" cy="464574"/>
            </a:xfrm>
            <a:prstGeom prst="rect">
              <a:avLst/>
            </a:prstGeom>
            <a:solidFill>
              <a:srgbClr val="0A64B6"/>
            </a:solidFill>
            <a:ln w="9525">
              <a:solidFill>
                <a:schemeClr val="tx1"/>
              </a:solidFill>
              <a:miter lim="800000"/>
              <a:headEnd/>
              <a:tailEnd/>
            </a:ln>
          </p:spPr>
          <p:txBody>
            <a:bodyPr wrap="none" anchor="ctr"/>
            <a:lstStyle/>
            <a:p>
              <a:endParaRPr lang="en-US">
                <a:solidFill>
                  <a:srgbClr val="402000"/>
                </a:solidFill>
              </a:endParaRPr>
            </a:p>
          </p:txBody>
        </p:sp>
        <p:sp>
          <p:nvSpPr>
            <p:cNvPr id="81" name="Rectangle 18"/>
            <p:cNvSpPr>
              <a:spLocks noChangeArrowheads="1"/>
            </p:cNvSpPr>
            <p:nvPr/>
          </p:nvSpPr>
          <p:spPr bwMode="auto">
            <a:xfrm>
              <a:off x="6662057" y="3040626"/>
              <a:ext cx="544286" cy="464574"/>
            </a:xfrm>
            <a:prstGeom prst="rect">
              <a:avLst/>
            </a:prstGeom>
            <a:solidFill>
              <a:srgbClr val="0A64B6"/>
            </a:solidFill>
            <a:ln w="9525">
              <a:solidFill>
                <a:schemeClr val="tx1"/>
              </a:solidFill>
              <a:miter lim="800000"/>
              <a:headEnd/>
              <a:tailEnd/>
            </a:ln>
          </p:spPr>
          <p:txBody>
            <a:bodyPr wrap="none" anchor="ctr"/>
            <a:lstStyle/>
            <a:p>
              <a:endParaRPr lang="en-US">
                <a:solidFill>
                  <a:srgbClr val="402000"/>
                </a:solidFill>
              </a:endParaRPr>
            </a:p>
          </p:txBody>
        </p:sp>
        <p:sp>
          <p:nvSpPr>
            <p:cNvPr id="82" name="Rectangle 19"/>
            <p:cNvSpPr>
              <a:spLocks noChangeArrowheads="1"/>
            </p:cNvSpPr>
            <p:nvPr/>
          </p:nvSpPr>
          <p:spPr bwMode="auto">
            <a:xfrm>
              <a:off x="7478486" y="3040626"/>
              <a:ext cx="544286" cy="464574"/>
            </a:xfrm>
            <a:prstGeom prst="rect">
              <a:avLst/>
            </a:prstGeom>
            <a:solidFill>
              <a:srgbClr val="0A64B6"/>
            </a:solidFill>
            <a:ln w="9525">
              <a:solidFill>
                <a:schemeClr val="tx1"/>
              </a:solidFill>
              <a:miter lim="800000"/>
              <a:headEnd/>
              <a:tailEnd/>
            </a:ln>
          </p:spPr>
          <p:txBody>
            <a:bodyPr wrap="none" anchor="ctr"/>
            <a:lstStyle/>
            <a:p>
              <a:endParaRPr lang="en-US">
                <a:solidFill>
                  <a:srgbClr val="402000"/>
                </a:solidFill>
              </a:endParaRPr>
            </a:p>
          </p:txBody>
        </p:sp>
        <p:sp>
          <p:nvSpPr>
            <p:cNvPr id="83" name="Rectangle 20"/>
            <p:cNvSpPr>
              <a:spLocks noChangeArrowheads="1"/>
            </p:cNvSpPr>
            <p:nvPr/>
          </p:nvSpPr>
          <p:spPr bwMode="auto">
            <a:xfrm>
              <a:off x="8294914" y="3040626"/>
              <a:ext cx="544286" cy="464574"/>
            </a:xfrm>
            <a:prstGeom prst="rect">
              <a:avLst/>
            </a:prstGeom>
            <a:solidFill>
              <a:srgbClr val="0A64B6"/>
            </a:solidFill>
            <a:ln w="9525">
              <a:solidFill>
                <a:schemeClr val="tx1"/>
              </a:solidFill>
              <a:miter lim="800000"/>
              <a:headEnd/>
              <a:tailEnd/>
            </a:ln>
          </p:spPr>
          <p:txBody>
            <a:bodyPr wrap="none" anchor="ctr"/>
            <a:lstStyle/>
            <a:p>
              <a:endParaRPr lang="en-US">
                <a:solidFill>
                  <a:srgbClr val="402000"/>
                </a:solidFill>
              </a:endParaRPr>
            </a:p>
          </p:txBody>
        </p:sp>
      </p:grpSp>
      <p:sp>
        <p:nvSpPr>
          <p:cNvPr id="63" name="Line 24"/>
          <p:cNvSpPr>
            <a:spLocks noChangeShapeType="1"/>
          </p:cNvSpPr>
          <p:nvPr/>
        </p:nvSpPr>
        <p:spPr bwMode="auto">
          <a:xfrm flipV="1">
            <a:off x="6998667" y="3060694"/>
            <a:ext cx="632006" cy="718931"/>
          </a:xfrm>
          <a:prstGeom prst="line">
            <a:avLst/>
          </a:prstGeom>
          <a:noFill/>
          <a:ln w="28575">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85" name="Title 1"/>
          <p:cNvSpPr>
            <a:spLocks noGrp="1"/>
          </p:cNvSpPr>
          <p:nvPr>
            <p:ph type="title"/>
          </p:nvPr>
        </p:nvSpPr>
        <p:spPr>
          <a:xfrm>
            <a:off x="460375" y="534988"/>
            <a:ext cx="8223250" cy="914400"/>
          </a:xfrm>
        </p:spPr>
        <p:txBody>
          <a:bodyPr/>
          <a:lstStyle/>
          <a:p>
            <a:r>
              <a:rPr lang="en-GB" dirty="0"/>
              <a:t>Step 3 - Physical Design-Fitting</a:t>
            </a:r>
          </a:p>
        </p:txBody>
      </p:sp>
      <p:sp>
        <p:nvSpPr>
          <p:cNvPr id="94" name="AutoShape 12"/>
          <p:cNvSpPr>
            <a:spLocks noChangeArrowheads="1"/>
          </p:cNvSpPr>
          <p:nvPr/>
        </p:nvSpPr>
        <p:spPr bwMode="auto">
          <a:xfrm>
            <a:off x="294762" y="2806010"/>
            <a:ext cx="2232000" cy="622991"/>
          </a:xfrm>
          <a:prstGeom prst="roundRect">
            <a:avLst>
              <a:gd name="adj" fmla="val 373"/>
            </a:avLst>
          </a:prstGeom>
          <a:solidFill>
            <a:schemeClr val="bg1"/>
          </a:solidFill>
          <a:ln w="25400">
            <a:solidFill>
              <a:srgbClr val="0078C1"/>
            </a:solidFill>
            <a:round/>
            <a:headEnd/>
            <a:tailEnd/>
          </a:ln>
        </p:spPr>
        <p:txBody>
          <a:bodyPr wrap="none" anchor="ctr"/>
          <a:lstStyle/>
          <a:p>
            <a:pPr algn="ctr"/>
            <a:r>
              <a:rPr lang="en-US" dirty="0">
                <a:solidFill>
                  <a:srgbClr val="402000"/>
                </a:solidFill>
                <a:latin typeface="+mn-lt"/>
              </a:rPr>
              <a:t>Placement</a:t>
            </a:r>
          </a:p>
        </p:txBody>
      </p:sp>
      <p:sp>
        <p:nvSpPr>
          <p:cNvPr id="95" name="AutoShape 12"/>
          <p:cNvSpPr>
            <a:spLocks noChangeArrowheads="1"/>
          </p:cNvSpPr>
          <p:nvPr/>
        </p:nvSpPr>
        <p:spPr bwMode="auto">
          <a:xfrm>
            <a:off x="298398" y="3733598"/>
            <a:ext cx="2232000" cy="595402"/>
          </a:xfrm>
          <a:prstGeom prst="roundRect">
            <a:avLst>
              <a:gd name="adj" fmla="val 373"/>
            </a:avLst>
          </a:prstGeom>
          <a:solidFill>
            <a:schemeClr val="bg1"/>
          </a:solidFill>
          <a:ln w="25400">
            <a:solidFill>
              <a:srgbClr val="0078C1"/>
            </a:solidFill>
            <a:round/>
            <a:headEnd/>
            <a:tailEnd/>
          </a:ln>
        </p:spPr>
        <p:txBody>
          <a:bodyPr wrap="none" anchor="ctr"/>
          <a:lstStyle/>
          <a:p>
            <a:pPr algn="ctr"/>
            <a:r>
              <a:rPr lang="en-US" dirty="0">
                <a:solidFill>
                  <a:srgbClr val="402000"/>
                </a:solidFill>
                <a:latin typeface="+mn-lt"/>
              </a:rPr>
              <a:t>Routing</a:t>
            </a:r>
          </a:p>
        </p:txBody>
      </p:sp>
      <p:sp>
        <p:nvSpPr>
          <p:cNvPr id="96" name="AutoShape 12"/>
          <p:cNvSpPr>
            <a:spLocks noChangeArrowheads="1"/>
          </p:cNvSpPr>
          <p:nvPr/>
        </p:nvSpPr>
        <p:spPr bwMode="auto">
          <a:xfrm>
            <a:off x="294762" y="4633598"/>
            <a:ext cx="2232000" cy="609196"/>
          </a:xfrm>
          <a:prstGeom prst="roundRect">
            <a:avLst>
              <a:gd name="adj" fmla="val 373"/>
            </a:avLst>
          </a:prstGeom>
          <a:solidFill>
            <a:schemeClr val="bg1"/>
          </a:solidFill>
          <a:ln w="25400">
            <a:solidFill>
              <a:srgbClr val="0078C1"/>
            </a:solidFill>
            <a:round/>
            <a:headEnd/>
            <a:tailEnd/>
          </a:ln>
        </p:spPr>
        <p:txBody>
          <a:bodyPr wrap="none" anchor="ctr"/>
          <a:lstStyle/>
          <a:p>
            <a:pPr algn="ctr"/>
            <a:r>
              <a:rPr lang="en-US" dirty="0">
                <a:solidFill>
                  <a:srgbClr val="402000"/>
                </a:solidFill>
                <a:latin typeface="+mn-lt"/>
              </a:rPr>
              <a:t>Static Timing Analysis</a:t>
            </a:r>
          </a:p>
        </p:txBody>
      </p:sp>
      <p:sp>
        <p:nvSpPr>
          <p:cNvPr id="97" name="Line 133"/>
          <p:cNvSpPr>
            <a:spLocks noChangeShapeType="1"/>
          </p:cNvSpPr>
          <p:nvPr/>
        </p:nvSpPr>
        <p:spPr bwMode="auto">
          <a:xfrm rot="5400000">
            <a:off x="1171648" y="2432711"/>
            <a:ext cx="468000" cy="1587"/>
          </a:xfrm>
          <a:prstGeom prst="line">
            <a:avLst/>
          </a:prstGeom>
          <a:noFill/>
          <a:ln w="20638">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GB"/>
          </a:p>
        </p:txBody>
      </p:sp>
      <p:sp>
        <p:nvSpPr>
          <p:cNvPr id="98" name="Freeform 138"/>
          <p:cNvSpPr>
            <a:spLocks/>
          </p:cNvSpPr>
          <p:nvPr/>
        </p:nvSpPr>
        <p:spPr bwMode="auto">
          <a:xfrm rot="5400000">
            <a:off x="1301374" y="2662641"/>
            <a:ext cx="217487" cy="96838"/>
          </a:xfrm>
          <a:custGeom>
            <a:avLst/>
            <a:gdLst>
              <a:gd name="T0" fmla="*/ 217487 w 100"/>
              <a:gd name="T1" fmla="*/ 48419 h 50"/>
              <a:gd name="T2" fmla="*/ 0 w 100"/>
              <a:gd name="T3" fmla="*/ 0 h 50"/>
              <a:gd name="T4" fmla="*/ 0 w 100"/>
              <a:gd name="T5" fmla="*/ 96838 h 50"/>
              <a:gd name="T6" fmla="*/ 217487 w 100"/>
              <a:gd name="T7" fmla="*/ 48419 h 50"/>
              <a:gd name="T8" fmla="*/ 0 60000 65536"/>
              <a:gd name="T9" fmla="*/ 0 60000 65536"/>
              <a:gd name="T10" fmla="*/ 0 60000 65536"/>
              <a:gd name="T11" fmla="*/ 0 60000 65536"/>
              <a:gd name="T12" fmla="*/ 0 w 100"/>
              <a:gd name="T13" fmla="*/ 0 h 50"/>
              <a:gd name="T14" fmla="*/ 100 w 100"/>
              <a:gd name="T15" fmla="*/ 50 h 50"/>
            </a:gdLst>
            <a:ahLst/>
            <a:cxnLst>
              <a:cxn ang="T8">
                <a:pos x="T0" y="T1"/>
              </a:cxn>
              <a:cxn ang="T9">
                <a:pos x="T2" y="T3"/>
              </a:cxn>
              <a:cxn ang="T10">
                <a:pos x="T4" y="T5"/>
              </a:cxn>
              <a:cxn ang="T11">
                <a:pos x="T6" y="T7"/>
              </a:cxn>
            </a:cxnLst>
            <a:rect l="T12" t="T13" r="T14" b="T15"/>
            <a:pathLst>
              <a:path w="100" h="50">
                <a:moveTo>
                  <a:pt x="100" y="25"/>
                </a:moveTo>
                <a:lnTo>
                  <a:pt x="0" y="0"/>
                </a:lnTo>
                <a:lnTo>
                  <a:pt x="0" y="50"/>
                </a:lnTo>
                <a:lnTo>
                  <a:pt x="100" y="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p>
        </p:txBody>
      </p:sp>
      <p:sp>
        <p:nvSpPr>
          <p:cNvPr id="99" name="Line 133"/>
          <p:cNvSpPr>
            <a:spLocks noChangeShapeType="1"/>
          </p:cNvSpPr>
          <p:nvPr/>
        </p:nvSpPr>
        <p:spPr bwMode="auto">
          <a:xfrm rot="5400000">
            <a:off x="1333648" y="3508505"/>
            <a:ext cx="144000" cy="1587"/>
          </a:xfrm>
          <a:prstGeom prst="line">
            <a:avLst/>
          </a:prstGeom>
          <a:noFill/>
          <a:ln w="20638">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GB"/>
          </a:p>
        </p:txBody>
      </p:sp>
      <p:sp>
        <p:nvSpPr>
          <p:cNvPr id="100" name="Freeform 138"/>
          <p:cNvSpPr>
            <a:spLocks/>
          </p:cNvSpPr>
          <p:nvPr/>
        </p:nvSpPr>
        <p:spPr bwMode="auto">
          <a:xfrm rot="5400000">
            <a:off x="1301374" y="3576435"/>
            <a:ext cx="217487" cy="96838"/>
          </a:xfrm>
          <a:custGeom>
            <a:avLst/>
            <a:gdLst>
              <a:gd name="T0" fmla="*/ 217487 w 100"/>
              <a:gd name="T1" fmla="*/ 48419 h 50"/>
              <a:gd name="T2" fmla="*/ 0 w 100"/>
              <a:gd name="T3" fmla="*/ 0 h 50"/>
              <a:gd name="T4" fmla="*/ 0 w 100"/>
              <a:gd name="T5" fmla="*/ 96838 h 50"/>
              <a:gd name="T6" fmla="*/ 217487 w 100"/>
              <a:gd name="T7" fmla="*/ 48419 h 50"/>
              <a:gd name="T8" fmla="*/ 0 60000 65536"/>
              <a:gd name="T9" fmla="*/ 0 60000 65536"/>
              <a:gd name="T10" fmla="*/ 0 60000 65536"/>
              <a:gd name="T11" fmla="*/ 0 60000 65536"/>
              <a:gd name="T12" fmla="*/ 0 w 100"/>
              <a:gd name="T13" fmla="*/ 0 h 50"/>
              <a:gd name="T14" fmla="*/ 100 w 100"/>
              <a:gd name="T15" fmla="*/ 50 h 50"/>
            </a:gdLst>
            <a:ahLst/>
            <a:cxnLst>
              <a:cxn ang="T8">
                <a:pos x="T0" y="T1"/>
              </a:cxn>
              <a:cxn ang="T9">
                <a:pos x="T2" y="T3"/>
              </a:cxn>
              <a:cxn ang="T10">
                <a:pos x="T4" y="T5"/>
              </a:cxn>
              <a:cxn ang="T11">
                <a:pos x="T6" y="T7"/>
              </a:cxn>
            </a:cxnLst>
            <a:rect l="T12" t="T13" r="T14" b="T15"/>
            <a:pathLst>
              <a:path w="100" h="50">
                <a:moveTo>
                  <a:pt x="100" y="25"/>
                </a:moveTo>
                <a:lnTo>
                  <a:pt x="0" y="0"/>
                </a:lnTo>
                <a:lnTo>
                  <a:pt x="0" y="50"/>
                </a:lnTo>
                <a:lnTo>
                  <a:pt x="100" y="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p>
        </p:txBody>
      </p:sp>
      <p:sp>
        <p:nvSpPr>
          <p:cNvPr id="101" name="Line 133"/>
          <p:cNvSpPr>
            <a:spLocks noChangeShapeType="1"/>
          </p:cNvSpPr>
          <p:nvPr/>
        </p:nvSpPr>
        <p:spPr bwMode="auto">
          <a:xfrm rot="5400000">
            <a:off x="1333648" y="4422299"/>
            <a:ext cx="144000" cy="1587"/>
          </a:xfrm>
          <a:prstGeom prst="line">
            <a:avLst/>
          </a:prstGeom>
          <a:noFill/>
          <a:ln w="20638">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GB"/>
          </a:p>
        </p:txBody>
      </p:sp>
      <p:sp>
        <p:nvSpPr>
          <p:cNvPr id="102" name="Freeform 138"/>
          <p:cNvSpPr>
            <a:spLocks/>
          </p:cNvSpPr>
          <p:nvPr/>
        </p:nvSpPr>
        <p:spPr bwMode="auto">
          <a:xfrm rot="5400000">
            <a:off x="1301374" y="4490229"/>
            <a:ext cx="217487" cy="96838"/>
          </a:xfrm>
          <a:custGeom>
            <a:avLst/>
            <a:gdLst>
              <a:gd name="T0" fmla="*/ 217487 w 100"/>
              <a:gd name="T1" fmla="*/ 48419 h 50"/>
              <a:gd name="T2" fmla="*/ 0 w 100"/>
              <a:gd name="T3" fmla="*/ 0 h 50"/>
              <a:gd name="T4" fmla="*/ 0 w 100"/>
              <a:gd name="T5" fmla="*/ 96838 h 50"/>
              <a:gd name="T6" fmla="*/ 217487 w 100"/>
              <a:gd name="T7" fmla="*/ 48419 h 50"/>
              <a:gd name="T8" fmla="*/ 0 60000 65536"/>
              <a:gd name="T9" fmla="*/ 0 60000 65536"/>
              <a:gd name="T10" fmla="*/ 0 60000 65536"/>
              <a:gd name="T11" fmla="*/ 0 60000 65536"/>
              <a:gd name="T12" fmla="*/ 0 w 100"/>
              <a:gd name="T13" fmla="*/ 0 h 50"/>
              <a:gd name="T14" fmla="*/ 100 w 100"/>
              <a:gd name="T15" fmla="*/ 50 h 50"/>
            </a:gdLst>
            <a:ahLst/>
            <a:cxnLst>
              <a:cxn ang="T8">
                <a:pos x="T0" y="T1"/>
              </a:cxn>
              <a:cxn ang="T9">
                <a:pos x="T2" y="T3"/>
              </a:cxn>
              <a:cxn ang="T10">
                <a:pos x="T4" y="T5"/>
              </a:cxn>
              <a:cxn ang="T11">
                <a:pos x="T6" y="T7"/>
              </a:cxn>
            </a:cxnLst>
            <a:rect l="T12" t="T13" r="T14" b="T15"/>
            <a:pathLst>
              <a:path w="100" h="50">
                <a:moveTo>
                  <a:pt x="100" y="25"/>
                </a:moveTo>
                <a:lnTo>
                  <a:pt x="0" y="0"/>
                </a:lnTo>
                <a:lnTo>
                  <a:pt x="0" y="50"/>
                </a:lnTo>
                <a:lnTo>
                  <a:pt x="100" y="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p>
        </p:txBody>
      </p:sp>
      <p:sp>
        <p:nvSpPr>
          <p:cNvPr id="103" name="Line 133"/>
          <p:cNvSpPr>
            <a:spLocks noChangeShapeType="1"/>
          </p:cNvSpPr>
          <p:nvPr/>
        </p:nvSpPr>
        <p:spPr bwMode="auto">
          <a:xfrm rot="5400000">
            <a:off x="1333648" y="5336093"/>
            <a:ext cx="144000" cy="1587"/>
          </a:xfrm>
          <a:prstGeom prst="line">
            <a:avLst/>
          </a:prstGeom>
          <a:noFill/>
          <a:ln w="20638">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GB"/>
          </a:p>
        </p:txBody>
      </p:sp>
      <p:sp>
        <p:nvSpPr>
          <p:cNvPr id="104" name="Text Box 106"/>
          <p:cNvSpPr txBox="1">
            <a:spLocks noChangeArrowheads="1"/>
          </p:cNvSpPr>
          <p:nvPr/>
        </p:nvSpPr>
        <p:spPr bwMode="auto">
          <a:xfrm>
            <a:off x="1527467" y="2210608"/>
            <a:ext cx="182614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1600">
                <a:solidFill>
                  <a:schemeClr val="tx1"/>
                </a:solidFill>
                <a:latin typeface="Arial" charset="0"/>
                <a:ea typeface="ＭＳ Ｐゴシック" charset="0"/>
                <a:cs typeface="ＭＳ Ｐゴシック" charset="0"/>
              </a:defRPr>
            </a:lvl1pPr>
            <a:lvl2pPr marL="742950" indent="-285750">
              <a:defRPr kumimoji="1" sz="1600">
                <a:solidFill>
                  <a:schemeClr val="tx1"/>
                </a:solidFill>
                <a:latin typeface="Arial" charset="0"/>
                <a:ea typeface="ＭＳ Ｐゴシック" charset="0"/>
              </a:defRPr>
            </a:lvl2pPr>
            <a:lvl3pPr marL="1143000" indent="-228600">
              <a:defRPr kumimoji="1" sz="1600">
                <a:solidFill>
                  <a:schemeClr val="tx1"/>
                </a:solidFill>
                <a:latin typeface="Arial" charset="0"/>
                <a:ea typeface="ＭＳ Ｐゴシック" charset="0"/>
              </a:defRPr>
            </a:lvl3pPr>
            <a:lvl4pPr marL="1600200" indent="-228600">
              <a:defRPr kumimoji="1" sz="1600">
                <a:solidFill>
                  <a:schemeClr val="tx1"/>
                </a:solidFill>
                <a:latin typeface="Arial" charset="0"/>
                <a:ea typeface="ＭＳ Ｐゴシック" charset="0"/>
              </a:defRPr>
            </a:lvl4pPr>
            <a:lvl5pPr marL="2057400" indent="-228600">
              <a:defRPr kumimoji="1" sz="1600">
                <a:solidFill>
                  <a:schemeClr val="tx1"/>
                </a:solidFill>
                <a:latin typeface="Arial" charset="0"/>
                <a:ea typeface="ＭＳ Ｐゴシック" charset="0"/>
              </a:defRPr>
            </a:lvl5pPr>
            <a:lvl6pPr marL="2514600" indent="-228600" eaLnBrk="0" fontAlgn="base" hangingPunct="0">
              <a:spcBef>
                <a:spcPct val="20000"/>
              </a:spcBef>
              <a:spcAft>
                <a:spcPct val="0"/>
              </a:spcAft>
              <a:buClr>
                <a:srgbClr val="000000"/>
              </a:buClr>
              <a:defRPr kumimoji="1" sz="1600">
                <a:solidFill>
                  <a:schemeClr val="tx1"/>
                </a:solidFill>
                <a:latin typeface="Arial" charset="0"/>
                <a:ea typeface="ＭＳ Ｐゴシック" charset="0"/>
              </a:defRPr>
            </a:lvl6pPr>
            <a:lvl7pPr marL="2971800" indent="-228600" eaLnBrk="0" fontAlgn="base" hangingPunct="0">
              <a:spcBef>
                <a:spcPct val="20000"/>
              </a:spcBef>
              <a:spcAft>
                <a:spcPct val="0"/>
              </a:spcAft>
              <a:buClr>
                <a:srgbClr val="000000"/>
              </a:buClr>
              <a:defRPr kumimoji="1" sz="1600">
                <a:solidFill>
                  <a:schemeClr val="tx1"/>
                </a:solidFill>
                <a:latin typeface="Arial" charset="0"/>
                <a:ea typeface="ＭＳ Ｐゴシック" charset="0"/>
              </a:defRPr>
            </a:lvl7pPr>
            <a:lvl8pPr marL="3429000" indent="-228600" eaLnBrk="0" fontAlgn="base" hangingPunct="0">
              <a:spcBef>
                <a:spcPct val="20000"/>
              </a:spcBef>
              <a:spcAft>
                <a:spcPct val="0"/>
              </a:spcAft>
              <a:buClr>
                <a:srgbClr val="000000"/>
              </a:buClr>
              <a:defRPr kumimoji="1" sz="1600">
                <a:solidFill>
                  <a:schemeClr val="tx1"/>
                </a:solidFill>
                <a:latin typeface="Arial" charset="0"/>
                <a:ea typeface="ＭＳ Ｐゴシック" charset="0"/>
              </a:defRPr>
            </a:lvl8pPr>
            <a:lvl9pPr marL="3886200" indent="-228600" eaLnBrk="0" fontAlgn="base" hangingPunct="0">
              <a:spcBef>
                <a:spcPct val="20000"/>
              </a:spcBef>
              <a:spcAft>
                <a:spcPct val="0"/>
              </a:spcAft>
              <a:buClr>
                <a:srgbClr val="000000"/>
              </a:buClr>
              <a:defRPr kumimoji="1" sz="1600">
                <a:solidFill>
                  <a:schemeClr val="tx1"/>
                </a:solidFill>
                <a:latin typeface="Arial" charset="0"/>
                <a:ea typeface="ＭＳ Ｐゴシック" charset="0"/>
              </a:defRPr>
            </a:lvl9pPr>
          </a:lstStyle>
          <a:p>
            <a:pPr>
              <a:spcBef>
                <a:spcPct val="0"/>
              </a:spcBef>
              <a:buClrTx/>
            </a:pPr>
            <a:r>
              <a:rPr kumimoji="0" lang="en-US" sz="1800" dirty="0">
                <a:solidFill>
                  <a:srgbClr val="FF0000"/>
                </a:solidFill>
              </a:rPr>
              <a:t>Physical Design</a:t>
            </a:r>
          </a:p>
        </p:txBody>
      </p:sp>
      <p:sp>
        <p:nvSpPr>
          <p:cNvPr id="105" name="Freeform 138"/>
          <p:cNvSpPr>
            <a:spLocks/>
          </p:cNvSpPr>
          <p:nvPr/>
        </p:nvSpPr>
        <p:spPr bwMode="auto">
          <a:xfrm rot="5400000">
            <a:off x="1305654" y="5469211"/>
            <a:ext cx="217487" cy="96838"/>
          </a:xfrm>
          <a:custGeom>
            <a:avLst/>
            <a:gdLst>
              <a:gd name="T0" fmla="*/ 217487 w 100"/>
              <a:gd name="T1" fmla="*/ 48419 h 50"/>
              <a:gd name="T2" fmla="*/ 0 w 100"/>
              <a:gd name="T3" fmla="*/ 0 h 50"/>
              <a:gd name="T4" fmla="*/ 0 w 100"/>
              <a:gd name="T5" fmla="*/ 96838 h 50"/>
              <a:gd name="T6" fmla="*/ 217487 w 100"/>
              <a:gd name="T7" fmla="*/ 48419 h 50"/>
              <a:gd name="T8" fmla="*/ 0 60000 65536"/>
              <a:gd name="T9" fmla="*/ 0 60000 65536"/>
              <a:gd name="T10" fmla="*/ 0 60000 65536"/>
              <a:gd name="T11" fmla="*/ 0 60000 65536"/>
              <a:gd name="T12" fmla="*/ 0 w 100"/>
              <a:gd name="T13" fmla="*/ 0 h 50"/>
              <a:gd name="T14" fmla="*/ 100 w 100"/>
              <a:gd name="T15" fmla="*/ 50 h 50"/>
            </a:gdLst>
            <a:ahLst/>
            <a:cxnLst>
              <a:cxn ang="T8">
                <a:pos x="T0" y="T1"/>
              </a:cxn>
              <a:cxn ang="T9">
                <a:pos x="T2" y="T3"/>
              </a:cxn>
              <a:cxn ang="T10">
                <a:pos x="T4" y="T5"/>
              </a:cxn>
              <a:cxn ang="T11">
                <a:pos x="T6" y="T7"/>
              </a:cxn>
            </a:cxnLst>
            <a:rect l="T12" t="T13" r="T14" b="T15"/>
            <a:pathLst>
              <a:path w="100" h="50">
                <a:moveTo>
                  <a:pt x="100" y="25"/>
                </a:moveTo>
                <a:lnTo>
                  <a:pt x="0" y="0"/>
                </a:lnTo>
                <a:lnTo>
                  <a:pt x="0" y="50"/>
                </a:lnTo>
                <a:lnTo>
                  <a:pt x="100" y="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p>
        </p:txBody>
      </p:sp>
      <p:sp>
        <p:nvSpPr>
          <p:cNvPr id="106" name="Line 133"/>
          <p:cNvSpPr>
            <a:spLocks noChangeShapeType="1"/>
          </p:cNvSpPr>
          <p:nvPr/>
        </p:nvSpPr>
        <p:spPr bwMode="auto">
          <a:xfrm flipH="1">
            <a:off x="2632121" y="3990571"/>
            <a:ext cx="504000" cy="1587"/>
          </a:xfrm>
          <a:prstGeom prst="line">
            <a:avLst/>
          </a:prstGeom>
          <a:noFill/>
          <a:ln w="20638">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GB"/>
          </a:p>
        </p:txBody>
      </p:sp>
      <p:sp>
        <p:nvSpPr>
          <p:cNvPr id="107" name="Freeform 138"/>
          <p:cNvSpPr>
            <a:spLocks/>
          </p:cNvSpPr>
          <p:nvPr/>
        </p:nvSpPr>
        <p:spPr bwMode="auto">
          <a:xfrm>
            <a:off x="3136121" y="3941358"/>
            <a:ext cx="217487" cy="96838"/>
          </a:xfrm>
          <a:custGeom>
            <a:avLst/>
            <a:gdLst>
              <a:gd name="T0" fmla="*/ 217487 w 100"/>
              <a:gd name="T1" fmla="*/ 48419 h 50"/>
              <a:gd name="T2" fmla="*/ 0 w 100"/>
              <a:gd name="T3" fmla="*/ 0 h 50"/>
              <a:gd name="T4" fmla="*/ 0 w 100"/>
              <a:gd name="T5" fmla="*/ 96838 h 50"/>
              <a:gd name="T6" fmla="*/ 217487 w 100"/>
              <a:gd name="T7" fmla="*/ 48419 h 50"/>
              <a:gd name="T8" fmla="*/ 0 60000 65536"/>
              <a:gd name="T9" fmla="*/ 0 60000 65536"/>
              <a:gd name="T10" fmla="*/ 0 60000 65536"/>
              <a:gd name="T11" fmla="*/ 0 60000 65536"/>
              <a:gd name="T12" fmla="*/ 0 w 100"/>
              <a:gd name="T13" fmla="*/ 0 h 50"/>
              <a:gd name="T14" fmla="*/ 100 w 100"/>
              <a:gd name="T15" fmla="*/ 50 h 50"/>
            </a:gdLst>
            <a:ahLst/>
            <a:cxnLst>
              <a:cxn ang="T8">
                <a:pos x="T0" y="T1"/>
              </a:cxn>
              <a:cxn ang="T9">
                <a:pos x="T2" y="T3"/>
              </a:cxn>
              <a:cxn ang="T10">
                <a:pos x="T4" y="T5"/>
              </a:cxn>
              <a:cxn ang="T11">
                <a:pos x="T6" y="T7"/>
              </a:cxn>
            </a:cxnLst>
            <a:rect l="T12" t="T13" r="T14" b="T15"/>
            <a:pathLst>
              <a:path w="100" h="50">
                <a:moveTo>
                  <a:pt x="100" y="25"/>
                </a:moveTo>
                <a:lnTo>
                  <a:pt x="0" y="0"/>
                </a:lnTo>
                <a:lnTo>
                  <a:pt x="0" y="50"/>
                </a:lnTo>
                <a:lnTo>
                  <a:pt x="100" y="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p>
        </p:txBody>
      </p:sp>
      <p:sp>
        <p:nvSpPr>
          <p:cNvPr id="54" name="Line 6"/>
          <p:cNvSpPr>
            <a:spLocks noChangeShapeType="1"/>
          </p:cNvSpPr>
          <p:nvPr/>
        </p:nvSpPr>
        <p:spPr bwMode="auto">
          <a:xfrm>
            <a:off x="7796555" y="3047568"/>
            <a:ext cx="0" cy="234000"/>
          </a:xfrm>
          <a:prstGeom prst="line">
            <a:avLst/>
          </a:prstGeom>
          <a:noFill/>
          <a:ln w="28575">
            <a:solidFill>
              <a:srgbClr val="FF0000"/>
            </a:solidFill>
            <a:round/>
            <a:headEnd/>
            <a:tailEnd type="none" w="med" len="med"/>
          </a:ln>
          <a:extLst>
            <a:ext uri="{909E8E84-426E-40DD-AFC4-6F175D3DCCD1}">
              <a14:hiddenFill xmlns:a14="http://schemas.microsoft.com/office/drawing/2010/main">
                <a:noFill/>
              </a14:hiddenFill>
            </a:ext>
          </a:extLst>
        </p:spPr>
        <p:txBody>
          <a:bodyPr/>
          <a:lstStyle/>
          <a:p>
            <a:endParaRPr lang="en-US"/>
          </a:p>
        </p:txBody>
      </p:sp>
      <p:sp>
        <p:nvSpPr>
          <p:cNvPr id="87" name="Line 5"/>
          <p:cNvSpPr>
            <a:spLocks noChangeShapeType="1"/>
          </p:cNvSpPr>
          <p:nvPr/>
        </p:nvSpPr>
        <p:spPr bwMode="auto">
          <a:xfrm>
            <a:off x="6856485" y="3276701"/>
            <a:ext cx="936000" cy="0"/>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3" name="Line 3"/>
          <p:cNvSpPr>
            <a:spLocks noChangeShapeType="1"/>
          </p:cNvSpPr>
          <p:nvPr/>
        </p:nvSpPr>
        <p:spPr bwMode="auto">
          <a:xfrm>
            <a:off x="8531774" y="2667505"/>
            <a:ext cx="0" cy="252000"/>
          </a:xfrm>
          <a:prstGeom prst="line">
            <a:avLst/>
          </a:prstGeom>
          <a:noFill/>
          <a:ln w="28575">
            <a:solidFill>
              <a:srgbClr val="FF0000"/>
            </a:solidFill>
            <a:round/>
            <a:headEnd/>
            <a:tailEnd type="none" w="med" len="med"/>
          </a:ln>
          <a:extLst>
            <a:ext uri="{909E8E84-426E-40DD-AFC4-6F175D3DCCD1}">
              <a14:hiddenFill xmlns:a14="http://schemas.microsoft.com/office/drawing/2010/main">
                <a:noFill/>
              </a14:hiddenFill>
            </a:ext>
          </a:extLst>
        </p:spPr>
        <p:txBody>
          <a:bodyPr/>
          <a:lstStyle/>
          <a:p>
            <a:endParaRPr lang="en-US"/>
          </a:p>
        </p:txBody>
      </p:sp>
      <p:sp>
        <p:nvSpPr>
          <p:cNvPr id="108" name="Line 14"/>
          <p:cNvSpPr>
            <a:spLocks noChangeShapeType="1"/>
          </p:cNvSpPr>
          <p:nvPr/>
        </p:nvSpPr>
        <p:spPr bwMode="auto">
          <a:xfrm>
            <a:off x="6399588" y="2916000"/>
            <a:ext cx="288000" cy="0"/>
          </a:xfrm>
          <a:prstGeom prst="line">
            <a:avLst/>
          </a:prstGeom>
          <a:noFill/>
          <a:ln w="28575">
            <a:solidFill>
              <a:srgbClr val="FF0000"/>
            </a:solidFill>
            <a:round/>
            <a:headEnd/>
            <a:tailEnd type="none" w="med" len="med"/>
          </a:ln>
          <a:extLst>
            <a:ext uri="{909E8E84-426E-40DD-AFC4-6F175D3DCCD1}">
              <a14:hiddenFill xmlns:a14="http://schemas.microsoft.com/office/drawing/2010/main">
                <a:noFill/>
              </a14:hiddenFill>
            </a:ext>
          </a:extLst>
        </p:spPr>
        <p:txBody>
          <a:bodyPr/>
          <a:lstStyle/>
          <a:p>
            <a:endParaRPr lang="en-US"/>
          </a:p>
        </p:txBody>
      </p:sp>
      <p:sp>
        <p:nvSpPr>
          <p:cNvPr id="109" name="Line 14"/>
          <p:cNvSpPr>
            <a:spLocks noChangeShapeType="1"/>
          </p:cNvSpPr>
          <p:nvPr/>
        </p:nvSpPr>
        <p:spPr bwMode="auto">
          <a:xfrm>
            <a:off x="6384636" y="2441931"/>
            <a:ext cx="288000" cy="0"/>
          </a:xfrm>
          <a:prstGeom prst="line">
            <a:avLst/>
          </a:prstGeom>
          <a:noFill/>
          <a:ln w="28575">
            <a:solidFill>
              <a:srgbClr val="FF0000"/>
            </a:solidFill>
            <a:round/>
            <a:headEnd/>
            <a:tailEnd type="none" w="med" len="med"/>
          </a:ln>
          <a:extLst>
            <a:ext uri="{909E8E84-426E-40DD-AFC4-6F175D3DCCD1}">
              <a14:hiddenFill xmlns:a14="http://schemas.microsoft.com/office/drawing/2010/main">
                <a:noFill/>
              </a14:hiddenFill>
            </a:ext>
          </a:extLst>
        </p:spPr>
        <p:txBody>
          <a:bodyPr/>
          <a:lstStyle/>
          <a:p>
            <a:endParaRPr lang="en-US"/>
          </a:p>
        </p:txBody>
      </p:sp>
      <p:sp>
        <p:nvSpPr>
          <p:cNvPr id="65" name="Slide Number Placeholder 3"/>
          <p:cNvSpPr>
            <a:spLocks noGrp="1"/>
          </p:cNvSpPr>
          <p:nvPr>
            <p:ph type="sldNum" sz="quarter" idx="4"/>
          </p:nvPr>
        </p:nvSpPr>
        <p:spPr>
          <a:xfrm>
            <a:off x="3505907" y="6322681"/>
            <a:ext cx="2133600" cy="365125"/>
          </a:xfrm>
        </p:spPr>
        <p:txBody>
          <a:bodyPr/>
          <a:lstStyle/>
          <a:p>
            <a:fld id="{678EF7AC-325E-49D0-8897-E637594B55B4}" type="slidenum">
              <a:rPr lang="de-DE" smtClean="0"/>
              <a:pPr/>
              <a:t>18</a:t>
            </a:fld>
            <a:endParaRPr lang="de-DE" dirty="0"/>
          </a:p>
        </p:txBody>
      </p:sp>
    </p:spTree>
    <p:custDataLst>
      <p:tags r:id="rId1"/>
    </p:custDataLst>
    <p:extLst>
      <p:ext uri="{BB962C8B-B14F-4D97-AF65-F5344CB8AC3E}">
        <p14:creationId xmlns:p14="http://schemas.microsoft.com/office/powerpoint/2010/main" val="13973249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88"/>
                                        </p:tgtEl>
                                        <p:attrNameLst>
                                          <p:attrName>style.visibility</p:attrName>
                                        </p:attrNameLst>
                                      </p:cBhvr>
                                      <p:to>
                                        <p:strVal val="visible"/>
                                      </p:to>
                                    </p:set>
                                    <p:animEffect transition="in" filter="wipe(up)">
                                      <p:cBhvr>
                                        <p:cTn id="7" dur="500"/>
                                        <p:tgtEl>
                                          <p:spTgt spid="88"/>
                                        </p:tgtEl>
                                      </p:cBhvr>
                                    </p:animEffect>
                                  </p:childTnLst>
                                </p:cTn>
                              </p:par>
                            </p:childTnLst>
                          </p:cTn>
                        </p:par>
                        <p:par>
                          <p:cTn id="8" fill="hold">
                            <p:stCondLst>
                              <p:cond delay="500"/>
                            </p:stCondLst>
                            <p:childTnLst>
                              <p:par>
                                <p:cTn id="9" presetID="22" presetClass="entr" presetSubtype="1" fill="hold" grpId="0" nodeType="afterEffect">
                                  <p:stCondLst>
                                    <p:cond delay="0"/>
                                  </p:stCondLst>
                                  <p:childTnLst>
                                    <p:set>
                                      <p:cBhvr>
                                        <p:cTn id="10" dur="1" fill="hold">
                                          <p:stCondLst>
                                            <p:cond delay="0"/>
                                          </p:stCondLst>
                                        </p:cTn>
                                        <p:tgtEl>
                                          <p:spTgt spid="89"/>
                                        </p:tgtEl>
                                        <p:attrNameLst>
                                          <p:attrName>style.visibility</p:attrName>
                                        </p:attrNameLst>
                                      </p:cBhvr>
                                      <p:to>
                                        <p:strVal val="visible"/>
                                      </p:to>
                                    </p:set>
                                    <p:animEffect transition="in" filter="wipe(up)">
                                      <p:cBhvr>
                                        <p:cTn id="11" dur="1000"/>
                                        <p:tgtEl>
                                          <p:spTgt spid="89"/>
                                        </p:tgtEl>
                                      </p:cBhvr>
                                    </p:animEffect>
                                  </p:childTnLst>
                                </p:cTn>
                              </p:par>
                            </p:childTnLst>
                          </p:cTn>
                        </p:par>
                        <p:par>
                          <p:cTn id="12" fill="hold">
                            <p:stCondLst>
                              <p:cond delay="1500"/>
                            </p:stCondLst>
                            <p:childTnLst>
                              <p:par>
                                <p:cTn id="13" presetID="22" presetClass="entr" presetSubtype="8" fill="hold" grpId="0" nodeType="afterEffect">
                                  <p:stCondLst>
                                    <p:cond delay="0"/>
                                  </p:stCondLst>
                                  <p:childTnLst>
                                    <p:set>
                                      <p:cBhvr>
                                        <p:cTn id="14" dur="1" fill="hold">
                                          <p:stCondLst>
                                            <p:cond delay="0"/>
                                          </p:stCondLst>
                                        </p:cTn>
                                        <p:tgtEl>
                                          <p:spTgt spid="109"/>
                                        </p:tgtEl>
                                        <p:attrNameLst>
                                          <p:attrName>style.visibility</p:attrName>
                                        </p:attrNameLst>
                                      </p:cBhvr>
                                      <p:to>
                                        <p:strVal val="visible"/>
                                      </p:to>
                                    </p:set>
                                    <p:animEffect transition="in" filter="wipe(left)">
                                      <p:cBhvr>
                                        <p:cTn id="15" dur="500"/>
                                        <p:tgtEl>
                                          <p:spTgt spid="109"/>
                                        </p:tgtEl>
                                      </p:cBhvr>
                                    </p:animEffect>
                                  </p:childTnLst>
                                </p:cTn>
                              </p:par>
                            </p:childTnLst>
                          </p:cTn>
                        </p:par>
                        <p:par>
                          <p:cTn id="16" fill="hold">
                            <p:stCondLst>
                              <p:cond delay="2000"/>
                            </p:stCondLst>
                            <p:childTnLst>
                              <p:par>
                                <p:cTn id="17" presetID="22" presetClass="entr" presetSubtype="8" fill="hold" grpId="0" nodeType="afterEffect">
                                  <p:stCondLst>
                                    <p:cond delay="0"/>
                                  </p:stCondLst>
                                  <p:childTnLst>
                                    <p:set>
                                      <p:cBhvr>
                                        <p:cTn id="18" dur="1" fill="hold">
                                          <p:stCondLst>
                                            <p:cond delay="0"/>
                                          </p:stCondLst>
                                        </p:cTn>
                                        <p:tgtEl>
                                          <p:spTgt spid="108"/>
                                        </p:tgtEl>
                                        <p:attrNameLst>
                                          <p:attrName>style.visibility</p:attrName>
                                        </p:attrNameLst>
                                      </p:cBhvr>
                                      <p:to>
                                        <p:strVal val="visible"/>
                                      </p:to>
                                    </p:set>
                                    <p:animEffect transition="in" filter="wipe(left)">
                                      <p:cBhvr>
                                        <p:cTn id="19" dur="500"/>
                                        <p:tgtEl>
                                          <p:spTgt spid="108"/>
                                        </p:tgtEl>
                                      </p:cBhvr>
                                    </p:animEffect>
                                  </p:childTnLst>
                                </p:cTn>
                              </p:par>
                            </p:childTnLst>
                          </p:cTn>
                        </p:par>
                        <p:par>
                          <p:cTn id="20" fill="hold">
                            <p:stCondLst>
                              <p:cond delay="2500"/>
                            </p:stCondLst>
                            <p:childTnLst>
                              <p:par>
                                <p:cTn id="21" presetID="22" presetClass="entr" presetSubtype="1" fill="hold" grpId="0" nodeType="afterEffect">
                                  <p:stCondLst>
                                    <p:cond delay="0"/>
                                  </p:stCondLst>
                                  <p:childTnLst>
                                    <p:set>
                                      <p:cBhvr>
                                        <p:cTn id="22" dur="1" fill="hold">
                                          <p:stCondLst>
                                            <p:cond delay="0"/>
                                          </p:stCondLst>
                                        </p:cTn>
                                        <p:tgtEl>
                                          <p:spTgt spid="92"/>
                                        </p:tgtEl>
                                        <p:attrNameLst>
                                          <p:attrName>style.visibility</p:attrName>
                                        </p:attrNameLst>
                                      </p:cBhvr>
                                      <p:to>
                                        <p:strVal val="visible"/>
                                      </p:to>
                                    </p:set>
                                    <p:animEffect transition="in" filter="wipe(up)">
                                      <p:cBhvr>
                                        <p:cTn id="23" dur="1000"/>
                                        <p:tgtEl>
                                          <p:spTgt spid="92"/>
                                        </p:tgtEl>
                                      </p:cBhvr>
                                    </p:animEffect>
                                  </p:childTnLst>
                                </p:cTn>
                              </p:par>
                            </p:childTnLst>
                          </p:cTn>
                        </p:par>
                        <p:par>
                          <p:cTn id="24" fill="hold">
                            <p:stCondLst>
                              <p:cond delay="3500"/>
                            </p:stCondLst>
                            <p:childTnLst>
                              <p:par>
                                <p:cTn id="25" presetID="22" presetClass="entr" presetSubtype="8" fill="hold" grpId="0" nodeType="afterEffect">
                                  <p:stCondLst>
                                    <p:cond delay="0"/>
                                  </p:stCondLst>
                                  <p:childTnLst>
                                    <p:set>
                                      <p:cBhvr>
                                        <p:cTn id="26" dur="1" fill="hold">
                                          <p:stCondLst>
                                            <p:cond delay="0"/>
                                          </p:stCondLst>
                                        </p:cTn>
                                        <p:tgtEl>
                                          <p:spTgt spid="90"/>
                                        </p:tgtEl>
                                        <p:attrNameLst>
                                          <p:attrName>style.visibility</p:attrName>
                                        </p:attrNameLst>
                                      </p:cBhvr>
                                      <p:to>
                                        <p:strVal val="visible"/>
                                      </p:to>
                                    </p:set>
                                    <p:animEffect transition="in" filter="wipe(left)">
                                      <p:cBhvr>
                                        <p:cTn id="27" dur="1000"/>
                                        <p:tgtEl>
                                          <p:spTgt spid="90"/>
                                        </p:tgtEl>
                                      </p:cBhvr>
                                    </p:animEffect>
                                  </p:childTnLst>
                                </p:cTn>
                              </p:par>
                            </p:childTnLst>
                          </p:cTn>
                        </p:par>
                        <p:par>
                          <p:cTn id="28" fill="hold">
                            <p:stCondLst>
                              <p:cond delay="4500"/>
                            </p:stCondLst>
                            <p:childTnLst>
                              <p:par>
                                <p:cTn id="29" presetID="22" presetClass="entr" presetSubtype="1" fill="hold" grpId="0" nodeType="afterEffect">
                                  <p:stCondLst>
                                    <p:cond delay="0"/>
                                  </p:stCondLst>
                                  <p:childTnLst>
                                    <p:set>
                                      <p:cBhvr>
                                        <p:cTn id="30" dur="1" fill="hold">
                                          <p:stCondLst>
                                            <p:cond delay="0"/>
                                          </p:stCondLst>
                                        </p:cTn>
                                        <p:tgtEl>
                                          <p:spTgt spid="93"/>
                                        </p:tgtEl>
                                        <p:attrNameLst>
                                          <p:attrName>style.visibility</p:attrName>
                                        </p:attrNameLst>
                                      </p:cBhvr>
                                      <p:to>
                                        <p:strVal val="visible"/>
                                      </p:to>
                                    </p:set>
                                    <p:animEffect transition="in" filter="wipe(up)">
                                      <p:cBhvr>
                                        <p:cTn id="31" dur="1000"/>
                                        <p:tgtEl>
                                          <p:spTgt spid="93"/>
                                        </p:tgtEl>
                                      </p:cBhvr>
                                    </p:animEffect>
                                  </p:childTnLst>
                                </p:cTn>
                              </p:par>
                            </p:childTnLst>
                          </p:cTn>
                        </p:par>
                        <p:par>
                          <p:cTn id="32" fill="hold">
                            <p:stCondLst>
                              <p:cond delay="5500"/>
                            </p:stCondLst>
                            <p:childTnLst>
                              <p:par>
                                <p:cTn id="33" presetID="22" presetClass="entr" presetSubtype="4" fill="hold" grpId="0" nodeType="afterEffect">
                                  <p:stCondLst>
                                    <p:cond delay="0"/>
                                  </p:stCondLst>
                                  <p:childTnLst>
                                    <p:set>
                                      <p:cBhvr>
                                        <p:cTn id="34" dur="1" fill="hold">
                                          <p:stCondLst>
                                            <p:cond delay="0"/>
                                          </p:stCondLst>
                                        </p:cTn>
                                        <p:tgtEl>
                                          <p:spTgt spid="66"/>
                                        </p:tgtEl>
                                        <p:attrNameLst>
                                          <p:attrName>style.visibility</p:attrName>
                                        </p:attrNameLst>
                                      </p:cBhvr>
                                      <p:to>
                                        <p:strVal val="visible"/>
                                      </p:to>
                                    </p:set>
                                    <p:animEffect transition="in" filter="wipe(down)">
                                      <p:cBhvr>
                                        <p:cTn id="35" dur="1000"/>
                                        <p:tgtEl>
                                          <p:spTgt spid="66"/>
                                        </p:tgtEl>
                                      </p:cBhvr>
                                    </p:animEffect>
                                  </p:childTnLst>
                                </p:cTn>
                              </p:par>
                            </p:childTnLst>
                          </p:cTn>
                        </p:par>
                        <p:par>
                          <p:cTn id="36" fill="hold">
                            <p:stCondLst>
                              <p:cond delay="6500"/>
                            </p:stCondLst>
                            <p:childTnLst>
                              <p:par>
                                <p:cTn id="37" presetID="22" presetClass="entr" presetSubtype="1" fill="hold" grpId="0" nodeType="afterEffect">
                                  <p:stCondLst>
                                    <p:cond delay="0"/>
                                  </p:stCondLst>
                                  <p:childTnLst>
                                    <p:set>
                                      <p:cBhvr>
                                        <p:cTn id="38" dur="1" fill="hold">
                                          <p:stCondLst>
                                            <p:cond delay="0"/>
                                          </p:stCondLst>
                                        </p:cTn>
                                        <p:tgtEl>
                                          <p:spTgt spid="91"/>
                                        </p:tgtEl>
                                        <p:attrNameLst>
                                          <p:attrName>style.visibility</p:attrName>
                                        </p:attrNameLst>
                                      </p:cBhvr>
                                      <p:to>
                                        <p:strVal val="visible"/>
                                      </p:to>
                                    </p:set>
                                    <p:animEffect transition="in" filter="wipe(up)">
                                      <p:cBhvr>
                                        <p:cTn id="39" dur="500"/>
                                        <p:tgtEl>
                                          <p:spTgt spid="91"/>
                                        </p:tgtEl>
                                      </p:cBhvr>
                                    </p:animEffect>
                                  </p:childTnLst>
                                </p:cTn>
                              </p:par>
                            </p:childTnLst>
                          </p:cTn>
                        </p:par>
                        <p:par>
                          <p:cTn id="40" fill="hold">
                            <p:stCondLst>
                              <p:cond delay="7000"/>
                            </p:stCondLst>
                            <p:childTnLst>
                              <p:par>
                                <p:cTn id="41" presetID="22" presetClass="entr" presetSubtype="8" fill="hold" grpId="0" nodeType="afterEffect">
                                  <p:stCondLst>
                                    <p:cond delay="0"/>
                                  </p:stCondLst>
                                  <p:childTnLst>
                                    <p:set>
                                      <p:cBhvr>
                                        <p:cTn id="42" dur="1" fill="hold">
                                          <p:stCondLst>
                                            <p:cond delay="0"/>
                                          </p:stCondLst>
                                        </p:cTn>
                                        <p:tgtEl>
                                          <p:spTgt spid="87"/>
                                        </p:tgtEl>
                                        <p:attrNameLst>
                                          <p:attrName>style.visibility</p:attrName>
                                        </p:attrNameLst>
                                      </p:cBhvr>
                                      <p:to>
                                        <p:strVal val="visible"/>
                                      </p:to>
                                    </p:set>
                                    <p:animEffect transition="in" filter="wipe(left)">
                                      <p:cBhvr>
                                        <p:cTn id="43" dur="500"/>
                                        <p:tgtEl>
                                          <p:spTgt spid="87"/>
                                        </p:tgtEl>
                                      </p:cBhvr>
                                    </p:animEffect>
                                  </p:childTnLst>
                                </p:cTn>
                              </p:par>
                            </p:childTnLst>
                          </p:cTn>
                        </p:par>
                        <p:par>
                          <p:cTn id="44" fill="hold">
                            <p:stCondLst>
                              <p:cond delay="7500"/>
                            </p:stCondLst>
                            <p:childTnLst>
                              <p:par>
                                <p:cTn id="45" presetID="22" presetClass="entr" presetSubtype="4" fill="hold" grpId="0" nodeType="afterEffect">
                                  <p:stCondLst>
                                    <p:cond delay="0"/>
                                  </p:stCondLst>
                                  <p:childTnLst>
                                    <p:set>
                                      <p:cBhvr>
                                        <p:cTn id="46" dur="1" fill="hold">
                                          <p:stCondLst>
                                            <p:cond delay="0"/>
                                          </p:stCondLst>
                                        </p:cTn>
                                        <p:tgtEl>
                                          <p:spTgt spid="54"/>
                                        </p:tgtEl>
                                        <p:attrNameLst>
                                          <p:attrName>style.visibility</p:attrName>
                                        </p:attrNameLst>
                                      </p:cBhvr>
                                      <p:to>
                                        <p:strVal val="visible"/>
                                      </p:to>
                                    </p:set>
                                    <p:animEffect transition="in" filter="wipe(down)">
                                      <p:cBhvr>
                                        <p:cTn id="47" dur="1000"/>
                                        <p:tgtEl>
                                          <p:spTgt spid="5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6" grpId="0" animBg="1"/>
      <p:bldP spid="92" grpId="0" animBg="1"/>
      <p:bldP spid="91" grpId="0" animBg="1"/>
      <p:bldP spid="90" grpId="0" animBg="1"/>
      <p:bldP spid="89" grpId="0" animBg="1"/>
      <p:bldP spid="88" grpId="0" animBg="1"/>
      <p:bldP spid="54" grpId="0" animBg="1"/>
      <p:bldP spid="87" grpId="0" animBg="1"/>
      <p:bldP spid="93" grpId="0" animBg="1"/>
      <p:bldP spid="108" grpId="0" animBg="1"/>
      <p:bldP spid="109"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2402" name="Group 3"/>
          <p:cNvGrpSpPr>
            <a:grpSpLocks/>
          </p:cNvGrpSpPr>
          <p:nvPr/>
        </p:nvGrpSpPr>
        <p:grpSpPr bwMode="auto">
          <a:xfrm>
            <a:off x="2058309" y="2971497"/>
            <a:ext cx="1143000" cy="914400"/>
            <a:chOff x="3312" y="1008"/>
            <a:chExt cx="2304" cy="1968"/>
          </a:xfrm>
        </p:grpSpPr>
        <p:sp>
          <p:nvSpPr>
            <p:cNvPr id="102531" name="Rectangle 4"/>
            <p:cNvSpPr>
              <a:spLocks noChangeArrowheads="1"/>
            </p:cNvSpPr>
            <p:nvPr/>
          </p:nvSpPr>
          <p:spPr bwMode="auto">
            <a:xfrm>
              <a:off x="3504" y="1056"/>
              <a:ext cx="576" cy="576"/>
            </a:xfrm>
            <a:prstGeom prst="rect">
              <a:avLst/>
            </a:prstGeom>
            <a:solidFill>
              <a:srgbClr val="3333FF"/>
            </a:solidFill>
            <a:ln w="9525">
              <a:solidFill>
                <a:schemeClr val="tx1"/>
              </a:solidFill>
              <a:miter lim="800000"/>
              <a:headEnd/>
              <a:tailEnd/>
            </a:ln>
          </p:spPr>
          <p:txBody>
            <a:bodyPr wrap="none" anchor="ctr"/>
            <a:lstStyle/>
            <a:p>
              <a:pPr>
                <a:spcBef>
                  <a:spcPct val="0"/>
                </a:spcBef>
                <a:buClrTx/>
              </a:pPr>
              <a:endParaRPr kumimoji="0" lang="en-US" sz="2400">
                <a:solidFill>
                  <a:srgbClr val="000000"/>
                </a:solidFill>
                <a:latin typeface="Times New Roman" charset="0"/>
              </a:endParaRPr>
            </a:p>
          </p:txBody>
        </p:sp>
        <p:sp>
          <p:nvSpPr>
            <p:cNvPr id="102532" name="Rectangle 5"/>
            <p:cNvSpPr>
              <a:spLocks noChangeArrowheads="1"/>
            </p:cNvSpPr>
            <p:nvPr/>
          </p:nvSpPr>
          <p:spPr bwMode="auto">
            <a:xfrm>
              <a:off x="4800" y="1056"/>
              <a:ext cx="576" cy="576"/>
            </a:xfrm>
            <a:prstGeom prst="rect">
              <a:avLst/>
            </a:prstGeom>
            <a:solidFill>
              <a:srgbClr val="FF0000"/>
            </a:solidFill>
            <a:ln w="9525">
              <a:solidFill>
                <a:schemeClr val="tx1"/>
              </a:solidFill>
              <a:miter lim="800000"/>
              <a:headEnd/>
              <a:tailEnd/>
            </a:ln>
          </p:spPr>
          <p:txBody>
            <a:bodyPr wrap="none" anchor="ctr"/>
            <a:lstStyle/>
            <a:p>
              <a:pPr>
                <a:spcBef>
                  <a:spcPct val="0"/>
                </a:spcBef>
                <a:buClrTx/>
              </a:pPr>
              <a:endParaRPr kumimoji="0" lang="en-US" sz="2400">
                <a:solidFill>
                  <a:srgbClr val="000000"/>
                </a:solidFill>
                <a:latin typeface="Times New Roman" charset="0"/>
              </a:endParaRPr>
            </a:p>
          </p:txBody>
        </p:sp>
        <p:sp>
          <p:nvSpPr>
            <p:cNvPr id="102533" name="Rectangle 6"/>
            <p:cNvSpPr>
              <a:spLocks noChangeArrowheads="1"/>
            </p:cNvSpPr>
            <p:nvPr/>
          </p:nvSpPr>
          <p:spPr bwMode="auto">
            <a:xfrm>
              <a:off x="3504" y="2352"/>
              <a:ext cx="576" cy="576"/>
            </a:xfrm>
            <a:prstGeom prst="rect">
              <a:avLst/>
            </a:prstGeom>
            <a:solidFill>
              <a:srgbClr val="FF0000"/>
            </a:solidFill>
            <a:ln w="9525">
              <a:solidFill>
                <a:schemeClr val="tx1"/>
              </a:solidFill>
              <a:miter lim="800000"/>
              <a:headEnd/>
              <a:tailEnd/>
            </a:ln>
          </p:spPr>
          <p:txBody>
            <a:bodyPr wrap="none" anchor="ctr"/>
            <a:lstStyle/>
            <a:p>
              <a:pPr>
                <a:spcBef>
                  <a:spcPct val="0"/>
                </a:spcBef>
                <a:buClrTx/>
              </a:pPr>
              <a:endParaRPr kumimoji="0" lang="en-US" sz="2400">
                <a:solidFill>
                  <a:srgbClr val="000000"/>
                </a:solidFill>
                <a:latin typeface="Times New Roman" charset="0"/>
              </a:endParaRPr>
            </a:p>
          </p:txBody>
        </p:sp>
        <p:sp>
          <p:nvSpPr>
            <p:cNvPr id="102534" name="Rectangle 7"/>
            <p:cNvSpPr>
              <a:spLocks noChangeArrowheads="1"/>
            </p:cNvSpPr>
            <p:nvPr/>
          </p:nvSpPr>
          <p:spPr bwMode="auto">
            <a:xfrm>
              <a:off x="4800" y="2352"/>
              <a:ext cx="576" cy="576"/>
            </a:xfrm>
            <a:prstGeom prst="rect">
              <a:avLst/>
            </a:prstGeom>
            <a:solidFill>
              <a:srgbClr val="FF0000"/>
            </a:solidFill>
            <a:ln w="9525">
              <a:solidFill>
                <a:schemeClr val="tx1"/>
              </a:solidFill>
              <a:miter lim="800000"/>
              <a:headEnd/>
              <a:tailEnd/>
            </a:ln>
          </p:spPr>
          <p:txBody>
            <a:bodyPr wrap="none" anchor="ctr"/>
            <a:lstStyle/>
            <a:p>
              <a:pPr>
                <a:spcBef>
                  <a:spcPct val="0"/>
                </a:spcBef>
                <a:buClrTx/>
              </a:pPr>
              <a:endParaRPr kumimoji="0" lang="en-US" sz="2400">
                <a:solidFill>
                  <a:srgbClr val="000000"/>
                </a:solidFill>
                <a:latin typeface="Times New Roman" charset="0"/>
              </a:endParaRPr>
            </a:p>
          </p:txBody>
        </p:sp>
        <p:sp>
          <p:nvSpPr>
            <p:cNvPr id="102535" name="Line 8"/>
            <p:cNvSpPr>
              <a:spLocks noChangeShapeType="1"/>
            </p:cNvSpPr>
            <p:nvPr/>
          </p:nvSpPr>
          <p:spPr bwMode="auto">
            <a:xfrm>
              <a:off x="3312" y="1728"/>
              <a:ext cx="230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solidFill>
                  <a:srgbClr val="000000"/>
                </a:solidFill>
              </a:endParaRPr>
            </a:p>
          </p:txBody>
        </p:sp>
        <p:sp>
          <p:nvSpPr>
            <p:cNvPr id="102536" name="Line 9"/>
            <p:cNvSpPr>
              <a:spLocks noChangeShapeType="1"/>
            </p:cNvSpPr>
            <p:nvPr/>
          </p:nvSpPr>
          <p:spPr bwMode="auto">
            <a:xfrm>
              <a:off x="3312" y="1776"/>
              <a:ext cx="230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solidFill>
                  <a:srgbClr val="000000"/>
                </a:solidFill>
              </a:endParaRPr>
            </a:p>
          </p:txBody>
        </p:sp>
        <p:sp>
          <p:nvSpPr>
            <p:cNvPr id="102537" name="Line 10"/>
            <p:cNvSpPr>
              <a:spLocks noChangeShapeType="1"/>
            </p:cNvSpPr>
            <p:nvPr/>
          </p:nvSpPr>
          <p:spPr bwMode="auto">
            <a:xfrm>
              <a:off x="3312" y="1824"/>
              <a:ext cx="230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solidFill>
                  <a:srgbClr val="000000"/>
                </a:solidFill>
              </a:endParaRPr>
            </a:p>
          </p:txBody>
        </p:sp>
        <p:sp>
          <p:nvSpPr>
            <p:cNvPr id="102538" name="Line 11"/>
            <p:cNvSpPr>
              <a:spLocks noChangeShapeType="1"/>
            </p:cNvSpPr>
            <p:nvPr/>
          </p:nvSpPr>
          <p:spPr bwMode="auto">
            <a:xfrm>
              <a:off x="3312" y="1872"/>
              <a:ext cx="230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solidFill>
                  <a:srgbClr val="000000"/>
                </a:solidFill>
              </a:endParaRPr>
            </a:p>
          </p:txBody>
        </p:sp>
        <p:sp>
          <p:nvSpPr>
            <p:cNvPr id="102539" name="Line 12"/>
            <p:cNvSpPr>
              <a:spLocks noChangeShapeType="1"/>
            </p:cNvSpPr>
            <p:nvPr/>
          </p:nvSpPr>
          <p:spPr bwMode="auto">
            <a:xfrm>
              <a:off x="3312" y="1920"/>
              <a:ext cx="230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solidFill>
                  <a:srgbClr val="000000"/>
                </a:solidFill>
              </a:endParaRPr>
            </a:p>
          </p:txBody>
        </p:sp>
        <p:sp>
          <p:nvSpPr>
            <p:cNvPr id="102540" name="Line 13"/>
            <p:cNvSpPr>
              <a:spLocks noChangeShapeType="1"/>
            </p:cNvSpPr>
            <p:nvPr/>
          </p:nvSpPr>
          <p:spPr bwMode="auto">
            <a:xfrm>
              <a:off x="3312" y="1968"/>
              <a:ext cx="230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solidFill>
                  <a:srgbClr val="000000"/>
                </a:solidFill>
              </a:endParaRPr>
            </a:p>
          </p:txBody>
        </p:sp>
        <p:sp>
          <p:nvSpPr>
            <p:cNvPr id="102541" name="Line 14"/>
            <p:cNvSpPr>
              <a:spLocks noChangeShapeType="1"/>
            </p:cNvSpPr>
            <p:nvPr/>
          </p:nvSpPr>
          <p:spPr bwMode="auto">
            <a:xfrm>
              <a:off x="3312" y="2016"/>
              <a:ext cx="230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solidFill>
                  <a:srgbClr val="000000"/>
                </a:solidFill>
              </a:endParaRPr>
            </a:p>
          </p:txBody>
        </p:sp>
        <p:sp>
          <p:nvSpPr>
            <p:cNvPr id="102542" name="Line 15"/>
            <p:cNvSpPr>
              <a:spLocks noChangeShapeType="1"/>
            </p:cNvSpPr>
            <p:nvPr/>
          </p:nvSpPr>
          <p:spPr bwMode="auto">
            <a:xfrm>
              <a:off x="3312" y="2064"/>
              <a:ext cx="230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solidFill>
                  <a:srgbClr val="000000"/>
                </a:solidFill>
              </a:endParaRPr>
            </a:p>
          </p:txBody>
        </p:sp>
        <p:sp>
          <p:nvSpPr>
            <p:cNvPr id="102543" name="Line 16"/>
            <p:cNvSpPr>
              <a:spLocks noChangeShapeType="1"/>
            </p:cNvSpPr>
            <p:nvPr/>
          </p:nvSpPr>
          <p:spPr bwMode="auto">
            <a:xfrm>
              <a:off x="3312" y="2112"/>
              <a:ext cx="230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solidFill>
                  <a:srgbClr val="000000"/>
                </a:solidFill>
              </a:endParaRPr>
            </a:p>
          </p:txBody>
        </p:sp>
        <p:sp>
          <p:nvSpPr>
            <p:cNvPr id="102544" name="Line 17"/>
            <p:cNvSpPr>
              <a:spLocks noChangeShapeType="1"/>
            </p:cNvSpPr>
            <p:nvPr/>
          </p:nvSpPr>
          <p:spPr bwMode="auto">
            <a:xfrm>
              <a:off x="3312" y="2160"/>
              <a:ext cx="230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solidFill>
                  <a:srgbClr val="000000"/>
                </a:solidFill>
              </a:endParaRPr>
            </a:p>
          </p:txBody>
        </p:sp>
        <p:sp>
          <p:nvSpPr>
            <p:cNvPr id="102545" name="Line 18"/>
            <p:cNvSpPr>
              <a:spLocks noChangeShapeType="1"/>
            </p:cNvSpPr>
            <p:nvPr/>
          </p:nvSpPr>
          <p:spPr bwMode="auto">
            <a:xfrm>
              <a:off x="3312" y="2208"/>
              <a:ext cx="230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solidFill>
                  <a:srgbClr val="000000"/>
                </a:solidFill>
              </a:endParaRPr>
            </a:p>
          </p:txBody>
        </p:sp>
        <p:sp>
          <p:nvSpPr>
            <p:cNvPr id="102546" name="Line 19"/>
            <p:cNvSpPr>
              <a:spLocks noChangeShapeType="1"/>
            </p:cNvSpPr>
            <p:nvPr/>
          </p:nvSpPr>
          <p:spPr bwMode="auto">
            <a:xfrm>
              <a:off x="3312" y="2256"/>
              <a:ext cx="230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solidFill>
                  <a:srgbClr val="000000"/>
                </a:solidFill>
              </a:endParaRPr>
            </a:p>
          </p:txBody>
        </p:sp>
        <p:sp>
          <p:nvSpPr>
            <p:cNvPr id="102547" name="Line 20"/>
            <p:cNvSpPr>
              <a:spLocks noChangeShapeType="1"/>
            </p:cNvSpPr>
            <p:nvPr/>
          </p:nvSpPr>
          <p:spPr bwMode="auto">
            <a:xfrm>
              <a:off x="4176" y="1008"/>
              <a:ext cx="0" cy="196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solidFill>
                  <a:srgbClr val="000000"/>
                </a:solidFill>
              </a:endParaRPr>
            </a:p>
          </p:txBody>
        </p:sp>
        <p:sp>
          <p:nvSpPr>
            <p:cNvPr id="102548" name="Line 21"/>
            <p:cNvSpPr>
              <a:spLocks noChangeShapeType="1"/>
            </p:cNvSpPr>
            <p:nvPr/>
          </p:nvSpPr>
          <p:spPr bwMode="auto">
            <a:xfrm>
              <a:off x="4224" y="1008"/>
              <a:ext cx="0" cy="196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solidFill>
                  <a:srgbClr val="000000"/>
                </a:solidFill>
              </a:endParaRPr>
            </a:p>
          </p:txBody>
        </p:sp>
        <p:sp>
          <p:nvSpPr>
            <p:cNvPr id="102549" name="Line 22"/>
            <p:cNvSpPr>
              <a:spLocks noChangeShapeType="1"/>
            </p:cNvSpPr>
            <p:nvPr/>
          </p:nvSpPr>
          <p:spPr bwMode="auto">
            <a:xfrm>
              <a:off x="4272" y="1008"/>
              <a:ext cx="0" cy="196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solidFill>
                  <a:srgbClr val="000000"/>
                </a:solidFill>
              </a:endParaRPr>
            </a:p>
          </p:txBody>
        </p:sp>
        <p:sp>
          <p:nvSpPr>
            <p:cNvPr id="102550" name="Line 23"/>
            <p:cNvSpPr>
              <a:spLocks noChangeShapeType="1"/>
            </p:cNvSpPr>
            <p:nvPr/>
          </p:nvSpPr>
          <p:spPr bwMode="auto">
            <a:xfrm>
              <a:off x="4320" y="1008"/>
              <a:ext cx="0" cy="196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solidFill>
                  <a:srgbClr val="000000"/>
                </a:solidFill>
              </a:endParaRPr>
            </a:p>
          </p:txBody>
        </p:sp>
        <p:sp>
          <p:nvSpPr>
            <p:cNvPr id="102551" name="Line 24"/>
            <p:cNvSpPr>
              <a:spLocks noChangeShapeType="1"/>
            </p:cNvSpPr>
            <p:nvPr/>
          </p:nvSpPr>
          <p:spPr bwMode="auto">
            <a:xfrm>
              <a:off x="4368" y="1008"/>
              <a:ext cx="0" cy="196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solidFill>
                  <a:srgbClr val="000000"/>
                </a:solidFill>
              </a:endParaRPr>
            </a:p>
          </p:txBody>
        </p:sp>
        <p:sp>
          <p:nvSpPr>
            <p:cNvPr id="102552" name="Line 25"/>
            <p:cNvSpPr>
              <a:spLocks noChangeShapeType="1"/>
            </p:cNvSpPr>
            <p:nvPr/>
          </p:nvSpPr>
          <p:spPr bwMode="auto">
            <a:xfrm>
              <a:off x="4416" y="1008"/>
              <a:ext cx="0" cy="196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solidFill>
                  <a:srgbClr val="000000"/>
                </a:solidFill>
              </a:endParaRPr>
            </a:p>
          </p:txBody>
        </p:sp>
        <p:sp>
          <p:nvSpPr>
            <p:cNvPr id="102553" name="Line 26"/>
            <p:cNvSpPr>
              <a:spLocks noChangeShapeType="1"/>
            </p:cNvSpPr>
            <p:nvPr/>
          </p:nvSpPr>
          <p:spPr bwMode="auto">
            <a:xfrm>
              <a:off x="4464" y="1008"/>
              <a:ext cx="0" cy="196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solidFill>
                  <a:srgbClr val="000000"/>
                </a:solidFill>
              </a:endParaRPr>
            </a:p>
          </p:txBody>
        </p:sp>
        <p:sp>
          <p:nvSpPr>
            <p:cNvPr id="102554" name="Line 27"/>
            <p:cNvSpPr>
              <a:spLocks noChangeShapeType="1"/>
            </p:cNvSpPr>
            <p:nvPr/>
          </p:nvSpPr>
          <p:spPr bwMode="auto">
            <a:xfrm>
              <a:off x="4512" y="1008"/>
              <a:ext cx="0" cy="196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solidFill>
                  <a:srgbClr val="000000"/>
                </a:solidFill>
              </a:endParaRPr>
            </a:p>
          </p:txBody>
        </p:sp>
        <p:sp>
          <p:nvSpPr>
            <p:cNvPr id="102555" name="Line 28"/>
            <p:cNvSpPr>
              <a:spLocks noChangeShapeType="1"/>
            </p:cNvSpPr>
            <p:nvPr/>
          </p:nvSpPr>
          <p:spPr bwMode="auto">
            <a:xfrm>
              <a:off x="4560" y="1008"/>
              <a:ext cx="0" cy="196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solidFill>
                  <a:srgbClr val="000000"/>
                </a:solidFill>
              </a:endParaRPr>
            </a:p>
          </p:txBody>
        </p:sp>
        <p:sp>
          <p:nvSpPr>
            <p:cNvPr id="102556" name="Line 29"/>
            <p:cNvSpPr>
              <a:spLocks noChangeShapeType="1"/>
            </p:cNvSpPr>
            <p:nvPr/>
          </p:nvSpPr>
          <p:spPr bwMode="auto">
            <a:xfrm>
              <a:off x="4608" y="1008"/>
              <a:ext cx="0" cy="196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solidFill>
                  <a:srgbClr val="000000"/>
                </a:solidFill>
              </a:endParaRPr>
            </a:p>
          </p:txBody>
        </p:sp>
        <p:sp>
          <p:nvSpPr>
            <p:cNvPr id="102557" name="Line 30"/>
            <p:cNvSpPr>
              <a:spLocks noChangeShapeType="1"/>
            </p:cNvSpPr>
            <p:nvPr/>
          </p:nvSpPr>
          <p:spPr bwMode="auto">
            <a:xfrm>
              <a:off x="4656" y="1008"/>
              <a:ext cx="0" cy="196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solidFill>
                  <a:srgbClr val="000000"/>
                </a:solidFill>
              </a:endParaRPr>
            </a:p>
          </p:txBody>
        </p:sp>
        <p:sp>
          <p:nvSpPr>
            <p:cNvPr id="102558" name="Line 31"/>
            <p:cNvSpPr>
              <a:spLocks noChangeShapeType="1"/>
            </p:cNvSpPr>
            <p:nvPr/>
          </p:nvSpPr>
          <p:spPr bwMode="auto">
            <a:xfrm>
              <a:off x="4704" y="1008"/>
              <a:ext cx="0" cy="196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solidFill>
                  <a:srgbClr val="000000"/>
                </a:solidFill>
              </a:endParaRPr>
            </a:p>
          </p:txBody>
        </p:sp>
      </p:grpSp>
      <p:grpSp>
        <p:nvGrpSpPr>
          <p:cNvPr id="102404" name="Group 104"/>
          <p:cNvGrpSpPr>
            <a:grpSpLocks/>
          </p:cNvGrpSpPr>
          <p:nvPr/>
        </p:nvGrpSpPr>
        <p:grpSpPr bwMode="auto">
          <a:xfrm>
            <a:off x="6094990" y="2819804"/>
            <a:ext cx="2133600" cy="762000"/>
            <a:chOff x="3360" y="1152"/>
            <a:chExt cx="1680" cy="672"/>
          </a:xfrm>
        </p:grpSpPr>
        <p:sp>
          <p:nvSpPr>
            <p:cNvPr id="102444" name="Line 105"/>
            <p:cNvSpPr>
              <a:spLocks noChangeShapeType="1"/>
            </p:cNvSpPr>
            <p:nvPr/>
          </p:nvSpPr>
          <p:spPr bwMode="auto">
            <a:xfrm flipV="1">
              <a:off x="3360" y="1152"/>
              <a:ext cx="0" cy="67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solidFill>
                  <a:srgbClr val="000000"/>
                </a:solidFill>
              </a:endParaRPr>
            </a:p>
          </p:txBody>
        </p:sp>
        <p:sp>
          <p:nvSpPr>
            <p:cNvPr id="102445" name="Line 106"/>
            <p:cNvSpPr>
              <a:spLocks noChangeShapeType="1"/>
            </p:cNvSpPr>
            <p:nvPr/>
          </p:nvSpPr>
          <p:spPr bwMode="auto">
            <a:xfrm>
              <a:off x="3360" y="1824"/>
              <a:ext cx="168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solidFill>
                  <a:srgbClr val="000000"/>
                </a:solidFill>
              </a:endParaRPr>
            </a:p>
          </p:txBody>
        </p:sp>
        <p:sp>
          <p:nvSpPr>
            <p:cNvPr id="102446" name="Line 107"/>
            <p:cNvSpPr>
              <a:spLocks noChangeShapeType="1"/>
            </p:cNvSpPr>
            <p:nvPr/>
          </p:nvSpPr>
          <p:spPr bwMode="auto">
            <a:xfrm>
              <a:off x="3360" y="1488"/>
              <a:ext cx="240" cy="0"/>
            </a:xfrm>
            <a:prstGeom prst="line">
              <a:avLst/>
            </a:prstGeom>
            <a:noFill/>
            <a:ln w="9525">
              <a:solidFill>
                <a:srgbClr val="3333FF"/>
              </a:solidFill>
              <a:round/>
              <a:headEnd/>
              <a:tailEnd/>
            </a:ln>
            <a:extLst>
              <a:ext uri="{909E8E84-426E-40DD-AFC4-6F175D3DCCD1}">
                <a14:hiddenFill xmlns:a14="http://schemas.microsoft.com/office/drawing/2010/main">
                  <a:noFill/>
                </a14:hiddenFill>
              </a:ext>
            </a:extLst>
          </p:spPr>
          <p:txBody>
            <a:bodyPr/>
            <a:lstStyle/>
            <a:p>
              <a:endParaRPr lang="en-US">
                <a:solidFill>
                  <a:srgbClr val="000000"/>
                </a:solidFill>
              </a:endParaRPr>
            </a:p>
          </p:txBody>
        </p:sp>
        <p:sp>
          <p:nvSpPr>
            <p:cNvPr id="102447" name="Line 108"/>
            <p:cNvSpPr>
              <a:spLocks noChangeShapeType="1"/>
            </p:cNvSpPr>
            <p:nvPr/>
          </p:nvSpPr>
          <p:spPr bwMode="auto">
            <a:xfrm flipV="1">
              <a:off x="3600" y="1344"/>
              <a:ext cx="0" cy="144"/>
            </a:xfrm>
            <a:prstGeom prst="line">
              <a:avLst/>
            </a:prstGeom>
            <a:noFill/>
            <a:ln w="9525">
              <a:solidFill>
                <a:srgbClr val="3333FF"/>
              </a:solidFill>
              <a:round/>
              <a:headEnd/>
              <a:tailEnd/>
            </a:ln>
            <a:extLst>
              <a:ext uri="{909E8E84-426E-40DD-AFC4-6F175D3DCCD1}">
                <a14:hiddenFill xmlns:a14="http://schemas.microsoft.com/office/drawing/2010/main">
                  <a:noFill/>
                </a14:hiddenFill>
              </a:ext>
            </a:extLst>
          </p:spPr>
          <p:txBody>
            <a:bodyPr/>
            <a:lstStyle/>
            <a:p>
              <a:endParaRPr lang="en-US">
                <a:solidFill>
                  <a:srgbClr val="000000"/>
                </a:solidFill>
              </a:endParaRPr>
            </a:p>
          </p:txBody>
        </p:sp>
        <p:sp>
          <p:nvSpPr>
            <p:cNvPr id="102448" name="Line 109"/>
            <p:cNvSpPr>
              <a:spLocks noChangeShapeType="1"/>
            </p:cNvSpPr>
            <p:nvPr/>
          </p:nvSpPr>
          <p:spPr bwMode="auto">
            <a:xfrm>
              <a:off x="3600" y="1344"/>
              <a:ext cx="432" cy="0"/>
            </a:xfrm>
            <a:prstGeom prst="line">
              <a:avLst/>
            </a:prstGeom>
            <a:noFill/>
            <a:ln w="9525">
              <a:solidFill>
                <a:srgbClr val="3333FF"/>
              </a:solidFill>
              <a:round/>
              <a:headEnd/>
              <a:tailEnd/>
            </a:ln>
            <a:extLst>
              <a:ext uri="{909E8E84-426E-40DD-AFC4-6F175D3DCCD1}">
                <a14:hiddenFill xmlns:a14="http://schemas.microsoft.com/office/drawing/2010/main">
                  <a:noFill/>
                </a14:hiddenFill>
              </a:ext>
            </a:extLst>
          </p:spPr>
          <p:txBody>
            <a:bodyPr/>
            <a:lstStyle/>
            <a:p>
              <a:endParaRPr lang="en-US">
                <a:solidFill>
                  <a:srgbClr val="000000"/>
                </a:solidFill>
              </a:endParaRPr>
            </a:p>
          </p:txBody>
        </p:sp>
        <p:sp>
          <p:nvSpPr>
            <p:cNvPr id="102449" name="Line 110"/>
            <p:cNvSpPr>
              <a:spLocks noChangeShapeType="1"/>
            </p:cNvSpPr>
            <p:nvPr/>
          </p:nvSpPr>
          <p:spPr bwMode="auto">
            <a:xfrm>
              <a:off x="4032" y="1344"/>
              <a:ext cx="0" cy="144"/>
            </a:xfrm>
            <a:prstGeom prst="line">
              <a:avLst/>
            </a:prstGeom>
            <a:noFill/>
            <a:ln w="9525">
              <a:solidFill>
                <a:srgbClr val="3333FF"/>
              </a:solidFill>
              <a:round/>
              <a:headEnd/>
              <a:tailEnd/>
            </a:ln>
            <a:extLst>
              <a:ext uri="{909E8E84-426E-40DD-AFC4-6F175D3DCCD1}">
                <a14:hiddenFill xmlns:a14="http://schemas.microsoft.com/office/drawing/2010/main">
                  <a:noFill/>
                </a14:hiddenFill>
              </a:ext>
            </a:extLst>
          </p:spPr>
          <p:txBody>
            <a:bodyPr/>
            <a:lstStyle/>
            <a:p>
              <a:endParaRPr lang="en-US">
                <a:solidFill>
                  <a:srgbClr val="000000"/>
                </a:solidFill>
              </a:endParaRPr>
            </a:p>
          </p:txBody>
        </p:sp>
        <p:sp>
          <p:nvSpPr>
            <p:cNvPr id="102450" name="Line 111"/>
            <p:cNvSpPr>
              <a:spLocks noChangeShapeType="1"/>
            </p:cNvSpPr>
            <p:nvPr/>
          </p:nvSpPr>
          <p:spPr bwMode="auto">
            <a:xfrm>
              <a:off x="4032" y="1488"/>
              <a:ext cx="528" cy="0"/>
            </a:xfrm>
            <a:prstGeom prst="line">
              <a:avLst/>
            </a:prstGeom>
            <a:noFill/>
            <a:ln w="9525">
              <a:solidFill>
                <a:srgbClr val="3333FF"/>
              </a:solidFill>
              <a:round/>
              <a:headEnd/>
              <a:tailEnd/>
            </a:ln>
            <a:extLst>
              <a:ext uri="{909E8E84-426E-40DD-AFC4-6F175D3DCCD1}">
                <a14:hiddenFill xmlns:a14="http://schemas.microsoft.com/office/drawing/2010/main">
                  <a:noFill/>
                </a14:hiddenFill>
              </a:ext>
            </a:extLst>
          </p:spPr>
          <p:txBody>
            <a:bodyPr/>
            <a:lstStyle/>
            <a:p>
              <a:endParaRPr lang="en-US">
                <a:solidFill>
                  <a:srgbClr val="000000"/>
                </a:solidFill>
              </a:endParaRPr>
            </a:p>
          </p:txBody>
        </p:sp>
        <p:sp>
          <p:nvSpPr>
            <p:cNvPr id="102451" name="Line 112"/>
            <p:cNvSpPr>
              <a:spLocks noChangeShapeType="1"/>
            </p:cNvSpPr>
            <p:nvPr/>
          </p:nvSpPr>
          <p:spPr bwMode="auto">
            <a:xfrm>
              <a:off x="4560" y="1344"/>
              <a:ext cx="0" cy="144"/>
            </a:xfrm>
            <a:prstGeom prst="line">
              <a:avLst/>
            </a:prstGeom>
            <a:noFill/>
            <a:ln w="9525">
              <a:solidFill>
                <a:srgbClr val="3333FF"/>
              </a:solidFill>
              <a:round/>
              <a:headEnd/>
              <a:tailEnd/>
            </a:ln>
            <a:extLst>
              <a:ext uri="{909E8E84-426E-40DD-AFC4-6F175D3DCCD1}">
                <a14:hiddenFill xmlns:a14="http://schemas.microsoft.com/office/drawing/2010/main">
                  <a:noFill/>
                </a14:hiddenFill>
              </a:ext>
            </a:extLst>
          </p:spPr>
          <p:txBody>
            <a:bodyPr/>
            <a:lstStyle/>
            <a:p>
              <a:endParaRPr lang="en-US">
                <a:solidFill>
                  <a:srgbClr val="000000"/>
                </a:solidFill>
              </a:endParaRPr>
            </a:p>
          </p:txBody>
        </p:sp>
        <p:sp>
          <p:nvSpPr>
            <p:cNvPr id="102452" name="Line 113"/>
            <p:cNvSpPr>
              <a:spLocks noChangeShapeType="1"/>
            </p:cNvSpPr>
            <p:nvPr/>
          </p:nvSpPr>
          <p:spPr bwMode="auto">
            <a:xfrm>
              <a:off x="4560" y="1344"/>
              <a:ext cx="192" cy="0"/>
            </a:xfrm>
            <a:prstGeom prst="line">
              <a:avLst/>
            </a:prstGeom>
            <a:noFill/>
            <a:ln w="9525">
              <a:solidFill>
                <a:srgbClr val="3333FF"/>
              </a:solidFill>
              <a:round/>
              <a:headEnd/>
              <a:tailEnd/>
            </a:ln>
            <a:extLst>
              <a:ext uri="{909E8E84-426E-40DD-AFC4-6F175D3DCCD1}">
                <a14:hiddenFill xmlns:a14="http://schemas.microsoft.com/office/drawing/2010/main">
                  <a:noFill/>
                </a14:hiddenFill>
              </a:ext>
            </a:extLst>
          </p:spPr>
          <p:txBody>
            <a:bodyPr/>
            <a:lstStyle/>
            <a:p>
              <a:endParaRPr lang="en-US">
                <a:solidFill>
                  <a:srgbClr val="000000"/>
                </a:solidFill>
              </a:endParaRPr>
            </a:p>
          </p:txBody>
        </p:sp>
        <p:sp>
          <p:nvSpPr>
            <p:cNvPr id="102453" name="Line 114"/>
            <p:cNvSpPr>
              <a:spLocks noChangeShapeType="1"/>
            </p:cNvSpPr>
            <p:nvPr/>
          </p:nvSpPr>
          <p:spPr bwMode="auto">
            <a:xfrm>
              <a:off x="4752" y="1344"/>
              <a:ext cx="0" cy="144"/>
            </a:xfrm>
            <a:prstGeom prst="line">
              <a:avLst/>
            </a:prstGeom>
            <a:noFill/>
            <a:ln w="9525">
              <a:solidFill>
                <a:srgbClr val="3333FF"/>
              </a:solidFill>
              <a:round/>
              <a:headEnd/>
              <a:tailEnd/>
            </a:ln>
            <a:extLst>
              <a:ext uri="{909E8E84-426E-40DD-AFC4-6F175D3DCCD1}">
                <a14:hiddenFill xmlns:a14="http://schemas.microsoft.com/office/drawing/2010/main">
                  <a:noFill/>
                </a14:hiddenFill>
              </a:ext>
            </a:extLst>
          </p:spPr>
          <p:txBody>
            <a:bodyPr/>
            <a:lstStyle/>
            <a:p>
              <a:endParaRPr lang="en-US">
                <a:solidFill>
                  <a:srgbClr val="000000"/>
                </a:solidFill>
              </a:endParaRPr>
            </a:p>
          </p:txBody>
        </p:sp>
        <p:sp>
          <p:nvSpPr>
            <p:cNvPr id="102454" name="Line 115"/>
            <p:cNvSpPr>
              <a:spLocks noChangeShapeType="1"/>
            </p:cNvSpPr>
            <p:nvPr/>
          </p:nvSpPr>
          <p:spPr bwMode="auto">
            <a:xfrm>
              <a:off x="4752" y="1488"/>
              <a:ext cx="192" cy="0"/>
            </a:xfrm>
            <a:prstGeom prst="line">
              <a:avLst/>
            </a:prstGeom>
            <a:noFill/>
            <a:ln w="9525">
              <a:solidFill>
                <a:srgbClr val="3333FF"/>
              </a:solidFill>
              <a:round/>
              <a:headEnd/>
              <a:tailEnd/>
            </a:ln>
            <a:extLst>
              <a:ext uri="{909E8E84-426E-40DD-AFC4-6F175D3DCCD1}">
                <a14:hiddenFill xmlns:a14="http://schemas.microsoft.com/office/drawing/2010/main">
                  <a:noFill/>
                </a14:hiddenFill>
              </a:ext>
            </a:extLst>
          </p:spPr>
          <p:txBody>
            <a:bodyPr/>
            <a:lstStyle/>
            <a:p>
              <a:endParaRPr lang="en-US">
                <a:solidFill>
                  <a:srgbClr val="000000"/>
                </a:solidFill>
              </a:endParaRPr>
            </a:p>
          </p:txBody>
        </p:sp>
        <p:sp>
          <p:nvSpPr>
            <p:cNvPr id="102455" name="Line 116"/>
            <p:cNvSpPr>
              <a:spLocks noChangeShapeType="1"/>
            </p:cNvSpPr>
            <p:nvPr/>
          </p:nvSpPr>
          <p:spPr bwMode="auto">
            <a:xfrm>
              <a:off x="3360" y="1728"/>
              <a:ext cx="432" cy="0"/>
            </a:xfrm>
            <a:prstGeom prst="line">
              <a:avLst/>
            </a:prstGeom>
            <a:noFill/>
            <a:ln w="9525">
              <a:solidFill>
                <a:srgbClr val="3333FF"/>
              </a:solidFill>
              <a:round/>
              <a:headEnd/>
              <a:tailEnd/>
            </a:ln>
            <a:extLst>
              <a:ext uri="{909E8E84-426E-40DD-AFC4-6F175D3DCCD1}">
                <a14:hiddenFill xmlns:a14="http://schemas.microsoft.com/office/drawing/2010/main">
                  <a:noFill/>
                </a14:hiddenFill>
              </a:ext>
            </a:extLst>
          </p:spPr>
          <p:txBody>
            <a:bodyPr/>
            <a:lstStyle/>
            <a:p>
              <a:endParaRPr lang="en-US">
                <a:solidFill>
                  <a:srgbClr val="000000"/>
                </a:solidFill>
              </a:endParaRPr>
            </a:p>
          </p:txBody>
        </p:sp>
        <p:sp>
          <p:nvSpPr>
            <p:cNvPr id="102456" name="Line 117"/>
            <p:cNvSpPr>
              <a:spLocks noChangeShapeType="1"/>
            </p:cNvSpPr>
            <p:nvPr/>
          </p:nvSpPr>
          <p:spPr bwMode="auto">
            <a:xfrm>
              <a:off x="3792" y="1584"/>
              <a:ext cx="0" cy="144"/>
            </a:xfrm>
            <a:prstGeom prst="line">
              <a:avLst/>
            </a:prstGeom>
            <a:noFill/>
            <a:ln w="9525">
              <a:solidFill>
                <a:srgbClr val="3333FF"/>
              </a:solidFill>
              <a:round/>
              <a:headEnd/>
              <a:tailEnd/>
            </a:ln>
            <a:extLst>
              <a:ext uri="{909E8E84-426E-40DD-AFC4-6F175D3DCCD1}">
                <a14:hiddenFill xmlns:a14="http://schemas.microsoft.com/office/drawing/2010/main">
                  <a:noFill/>
                </a14:hiddenFill>
              </a:ext>
            </a:extLst>
          </p:spPr>
          <p:txBody>
            <a:bodyPr/>
            <a:lstStyle/>
            <a:p>
              <a:endParaRPr lang="en-US">
                <a:solidFill>
                  <a:srgbClr val="000000"/>
                </a:solidFill>
              </a:endParaRPr>
            </a:p>
          </p:txBody>
        </p:sp>
        <p:sp>
          <p:nvSpPr>
            <p:cNvPr id="102457" name="Line 118"/>
            <p:cNvSpPr>
              <a:spLocks noChangeShapeType="1"/>
            </p:cNvSpPr>
            <p:nvPr/>
          </p:nvSpPr>
          <p:spPr bwMode="auto">
            <a:xfrm>
              <a:off x="3792" y="1584"/>
              <a:ext cx="576" cy="0"/>
            </a:xfrm>
            <a:prstGeom prst="line">
              <a:avLst/>
            </a:prstGeom>
            <a:noFill/>
            <a:ln w="9525">
              <a:solidFill>
                <a:srgbClr val="3333FF"/>
              </a:solidFill>
              <a:round/>
              <a:headEnd/>
              <a:tailEnd/>
            </a:ln>
            <a:extLst>
              <a:ext uri="{909E8E84-426E-40DD-AFC4-6F175D3DCCD1}">
                <a14:hiddenFill xmlns:a14="http://schemas.microsoft.com/office/drawing/2010/main">
                  <a:noFill/>
                </a14:hiddenFill>
              </a:ext>
            </a:extLst>
          </p:spPr>
          <p:txBody>
            <a:bodyPr/>
            <a:lstStyle/>
            <a:p>
              <a:endParaRPr lang="en-US">
                <a:solidFill>
                  <a:srgbClr val="000000"/>
                </a:solidFill>
              </a:endParaRPr>
            </a:p>
          </p:txBody>
        </p:sp>
        <p:sp>
          <p:nvSpPr>
            <p:cNvPr id="102458" name="Line 119"/>
            <p:cNvSpPr>
              <a:spLocks noChangeShapeType="1"/>
            </p:cNvSpPr>
            <p:nvPr/>
          </p:nvSpPr>
          <p:spPr bwMode="auto">
            <a:xfrm>
              <a:off x="4368" y="1584"/>
              <a:ext cx="0" cy="144"/>
            </a:xfrm>
            <a:prstGeom prst="line">
              <a:avLst/>
            </a:prstGeom>
            <a:noFill/>
            <a:ln w="9525">
              <a:solidFill>
                <a:srgbClr val="3333FF"/>
              </a:solidFill>
              <a:round/>
              <a:headEnd/>
              <a:tailEnd/>
            </a:ln>
            <a:extLst>
              <a:ext uri="{909E8E84-426E-40DD-AFC4-6F175D3DCCD1}">
                <a14:hiddenFill xmlns:a14="http://schemas.microsoft.com/office/drawing/2010/main">
                  <a:noFill/>
                </a14:hiddenFill>
              </a:ext>
            </a:extLst>
          </p:spPr>
          <p:txBody>
            <a:bodyPr/>
            <a:lstStyle/>
            <a:p>
              <a:endParaRPr lang="en-US">
                <a:solidFill>
                  <a:srgbClr val="000000"/>
                </a:solidFill>
              </a:endParaRPr>
            </a:p>
          </p:txBody>
        </p:sp>
        <p:sp>
          <p:nvSpPr>
            <p:cNvPr id="102459" name="Line 120"/>
            <p:cNvSpPr>
              <a:spLocks noChangeShapeType="1"/>
            </p:cNvSpPr>
            <p:nvPr/>
          </p:nvSpPr>
          <p:spPr bwMode="auto">
            <a:xfrm>
              <a:off x="4368" y="1728"/>
              <a:ext cx="576" cy="0"/>
            </a:xfrm>
            <a:prstGeom prst="line">
              <a:avLst/>
            </a:prstGeom>
            <a:noFill/>
            <a:ln w="9525">
              <a:solidFill>
                <a:srgbClr val="3333FF"/>
              </a:solidFill>
              <a:round/>
              <a:headEnd/>
              <a:tailEnd/>
            </a:ln>
            <a:extLst>
              <a:ext uri="{909E8E84-426E-40DD-AFC4-6F175D3DCCD1}">
                <a14:hiddenFill xmlns:a14="http://schemas.microsoft.com/office/drawing/2010/main">
                  <a:noFill/>
                </a14:hiddenFill>
              </a:ext>
            </a:extLst>
          </p:spPr>
          <p:txBody>
            <a:bodyPr/>
            <a:lstStyle/>
            <a:p>
              <a:endParaRPr lang="en-US">
                <a:solidFill>
                  <a:srgbClr val="000000"/>
                </a:solidFill>
              </a:endParaRPr>
            </a:p>
          </p:txBody>
        </p:sp>
      </p:grpSp>
      <p:sp>
        <p:nvSpPr>
          <p:cNvPr id="161" name="Title 1"/>
          <p:cNvSpPr>
            <a:spLocks noGrp="1"/>
          </p:cNvSpPr>
          <p:nvPr>
            <p:ph type="title"/>
          </p:nvPr>
        </p:nvSpPr>
        <p:spPr>
          <a:xfrm>
            <a:off x="460375" y="534988"/>
            <a:ext cx="8223250" cy="914400"/>
          </a:xfrm>
        </p:spPr>
        <p:txBody>
          <a:bodyPr/>
          <a:lstStyle/>
          <a:p>
            <a:r>
              <a:rPr lang="en-GB" dirty="0"/>
              <a:t>Step 4 - Verification</a:t>
            </a:r>
          </a:p>
        </p:txBody>
      </p:sp>
      <p:sp>
        <p:nvSpPr>
          <p:cNvPr id="162" name="Slide Number Placeholder 3"/>
          <p:cNvSpPr>
            <a:spLocks noGrp="1"/>
          </p:cNvSpPr>
          <p:nvPr>
            <p:ph type="sldNum" sz="quarter" idx="4"/>
          </p:nvPr>
        </p:nvSpPr>
        <p:spPr>
          <a:xfrm>
            <a:off x="3505907" y="6322681"/>
            <a:ext cx="2133600" cy="365125"/>
          </a:xfrm>
        </p:spPr>
        <p:txBody>
          <a:bodyPr/>
          <a:lstStyle/>
          <a:p>
            <a:fld id="{678EF7AC-325E-49D0-8897-E637594B55B4}" type="slidenum">
              <a:rPr lang="de-DE" smtClean="0"/>
              <a:pPr/>
              <a:t>19</a:t>
            </a:fld>
            <a:endParaRPr lang="de-DE" dirty="0"/>
          </a:p>
        </p:txBody>
      </p:sp>
      <p:sp>
        <p:nvSpPr>
          <p:cNvPr id="177" name="Text Box 104"/>
          <p:cNvSpPr txBox="1">
            <a:spLocks noChangeArrowheads="1"/>
          </p:cNvSpPr>
          <p:nvPr/>
        </p:nvSpPr>
        <p:spPr bwMode="auto">
          <a:xfrm>
            <a:off x="3450237" y="3059668"/>
            <a:ext cx="2035557"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1600">
                <a:solidFill>
                  <a:schemeClr val="tx1"/>
                </a:solidFill>
                <a:latin typeface="Arial" charset="0"/>
                <a:ea typeface="ＭＳ Ｐゴシック" charset="0"/>
                <a:cs typeface="ＭＳ Ｐゴシック" charset="0"/>
              </a:defRPr>
            </a:lvl1pPr>
            <a:lvl2pPr marL="742950" indent="-285750">
              <a:defRPr kumimoji="1" sz="1600">
                <a:solidFill>
                  <a:schemeClr val="tx1"/>
                </a:solidFill>
                <a:latin typeface="Arial" charset="0"/>
                <a:ea typeface="ＭＳ Ｐゴシック" charset="0"/>
              </a:defRPr>
            </a:lvl2pPr>
            <a:lvl3pPr marL="1143000" indent="-228600">
              <a:defRPr kumimoji="1" sz="1600">
                <a:solidFill>
                  <a:schemeClr val="tx1"/>
                </a:solidFill>
                <a:latin typeface="Arial" charset="0"/>
                <a:ea typeface="ＭＳ Ｐゴシック" charset="0"/>
              </a:defRPr>
            </a:lvl3pPr>
            <a:lvl4pPr marL="1600200" indent="-228600">
              <a:defRPr kumimoji="1" sz="1600">
                <a:solidFill>
                  <a:schemeClr val="tx1"/>
                </a:solidFill>
                <a:latin typeface="Arial" charset="0"/>
                <a:ea typeface="ＭＳ Ｐゴシック" charset="0"/>
              </a:defRPr>
            </a:lvl4pPr>
            <a:lvl5pPr marL="2057400" indent="-228600">
              <a:defRPr kumimoji="1" sz="1600">
                <a:solidFill>
                  <a:schemeClr val="tx1"/>
                </a:solidFill>
                <a:latin typeface="Arial" charset="0"/>
                <a:ea typeface="ＭＳ Ｐゴシック" charset="0"/>
              </a:defRPr>
            </a:lvl5pPr>
            <a:lvl6pPr marL="2514600" indent="-228600" eaLnBrk="0" fontAlgn="base" hangingPunct="0">
              <a:spcBef>
                <a:spcPct val="20000"/>
              </a:spcBef>
              <a:spcAft>
                <a:spcPct val="0"/>
              </a:spcAft>
              <a:buClr>
                <a:srgbClr val="000000"/>
              </a:buClr>
              <a:defRPr kumimoji="1" sz="1600">
                <a:solidFill>
                  <a:schemeClr val="tx1"/>
                </a:solidFill>
                <a:latin typeface="Arial" charset="0"/>
                <a:ea typeface="ＭＳ Ｐゴシック" charset="0"/>
              </a:defRPr>
            </a:lvl6pPr>
            <a:lvl7pPr marL="2971800" indent="-228600" eaLnBrk="0" fontAlgn="base" hangingPunct="0">
              <a:spcBef>
                <a:spcPct val="20000"/>
              </a:spcBef>
              <a:spcAft>
                <a:spcPct val="0"/>
              </a:spcAft>
              <a:buClr>
                <a:srgbClr val="000000"/>
              </a:buClr>
              <a:defRPr kumimoji="1" sz="1600">
                <a:solidFill>
                  <a:schemeClr val="tx1"/>
                </a:solidFill>
                <a:latin typeface="Arial" charset="0"/>
                <a:ea typeface="ＭＳ Ｐゴシック" charset="0"/>
              </a:defRPr>
            </a:lvl7pPr>
            <a:lvl8pPr marL="3429000" indent="-228600" eaLnBrk="0" fontAlgn="base" hangingPunct="0">
              <a:spcBef>
                <a:spcPct val="20000"/>
              </a:spcBef>
              <a:spcAft>
                <a:spcPct val="0"/>
              </a:spcAft>
              <a:buClr>
                <a:srgbClr val="000000"/>
              </a:buClr>
              <a:defRPr kumimoji="1" sz="1600">
                <a:solidFill>
                  <a:schemeClr val="tx1"/>
                </a:solidFill>
                <a:latin typeface="Arial" charset="0"/>
                <a:ea typeface="ＭＳ Ｐゴシック" charset="0"/>
              </a:defRPr>
            </a:lvl8pPr>
            <a:lvl9pPr marL="3886200" indent="-228600" eaLnBrk="0" fontAlgn="base" hangingPunct="0">
              <a:spcBef>
                <a:spcPct val="20000"/>
              </a:spcBef>
              <a:spcAft>
                <a:spcPct val="0"/>
              </a:spcAft>
              <a:buClr>
                <a:srgbClr val="000000"/>
              </a:buClr>
              <a:defRPr kumimoji="1" sz="1600">
                <a:solidFill>
                  <a:schemeClr val="tx1"/>
                </a:solidFill>
                <a:latin typeface="Arial" charset="0"/>
                <a:ea typeface="ＭＳ Ｐゴシック" charset="0"/>
              </a:defRPr>
            </a:lvl9pPr>
          </a:lstStyle>
          <a:p>
            <a:pPr>
              <a:spcBef>
                <a:spcPct val="0"/>
              </a:spcBef>
              <a:buClrTx/>
            </a:pPr>
            <a:r>
              <a:rPr kumimoji="0" lang="en-US" sz="1800" dirty="0"/>
              <a:t>Timing verification</a:t>
            </a:r>
          </a:p>
        </p:txBody>
      </p:sp>
      <p:sp>
        <p:nvSpPr>
          <p:cNvPr id="178" name="Line 133"/>
          <p:cNvSpPr>
            <a:spLocks noChangeShapeType="1"/>
          </p:cNvSpPr>
          <p:nvPr/>
        </p:nvSpPr>
        <p:spPr bwMode="auto">
          <a:xfrm flipH="1">
            <a:off x="3669196" y="3476887"/>
            <a:ext cx="1512000" cy="1587"/>
          </a:xfrm>
          <a:prstGeom prst="line">
            <a:avLst/>
          </a:prstGeom>
          <a:noFill/>
          <a:ln w="20638">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GB"/>
          </a:p>
        </p:txBody>
      </p:sp>
      <p:sp>
        <p:nvSpPr>
          <p:cNvPr id="179" name="Freeform 138"/>
          <p:cNvSpPr>
            <a:spLocks/>
          </p:cNvSpPr>
          <p:nvPr/>
        </p:nvSpPr>
        <p:spPr bwMode="auto">
          <a:xfrm>
            <a:off x="5116008" y="3436723"/>
            <a:ext cx="217487" cy="96838"/>
          </a:xfrm>
          <a:custGeom>
            <a:avLst/>
            <a:gdLst>
              <a:gd name="T0" fmla="*/ 217487 w 100"/>
              <a:gd name="T1" fmla="*/ 48419 h 50"/>
              <a:gd name="T2" fmla="*/ 0 w 100"/>
              <a:gd name="T3" fmla="*/ 0 h 50"/>
              <a:gd name="T4" fmla="*/ 0 w 100"/>
              <a:gd name="T5" fmla="*/ 96838 h 50"/>
              <a:gd name="T6" fmla="*/ 217487 w 100"/>
              <a:gd name="T7" fmla="*/ 48419 h 50"/>
              <a:gd name="T8" fmla="*/ 0 60000 65536"/>
              <a:gd name="T9" fmla="*/ 0 60000 65536"/>
              <a:gd name="T10" fmla="*/ 0 60000 65536"/>
              <a:gd name="T11" fmla="*/ 0 60000 65536"/>
              <a:gd name="T12" fmla="*/ 0 w 100"/>
              <a:gd name="T13" fmla="*/ 0 h 50"/>
              <a:gd name="T14" fmla="*/ 100 w 100"/>
              <a:gd name="T15" fmla="*/ 50 h 50"/>
            </a:gdLst>
            <a:ahLst/>
            <a:cxnLst>
              <a:cxn ang="T8">
                <a:pos x="T0" y="T1"/>
              </a:cxn>
              <a:cxn ang="T9">
                <a:pos x="T2" y="T3"/>
              </a:cxn>
              <a:cxn ang="T10">
                <a:pos x="T4" y="T5"/>
              </a:cxn>
              <a:cxn ang="T11">
                <a:pos x="T6" y="T7"/>
              </a:cxn>
            </a:cxnLst>
            <a:rect l="T12" t="T13" r="T14" b="T15"/>
            <a:pathLst>
              <a:path w="100" h="50">
                <a:moveTo>
                  <a:pt x="100" y="25"/>
                </a:moveTo>
                <a:lnTo>
                  <a:pt x="0" y="0"/>
                </a:lnTo>
                <a:lnTo>
                  <a:pt x="0" y="50"/>
                </a:lnTo>
                <a:lnTo>
                  <a:pt x="100" y="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p>
        </p:txBody>
      </p:sp>
      <p:grpSp>
        <p:nvGrpSpPr>
          <p:cNvPr id="95" name="Group 64"/>
          <p:cNvGrpSpPr>
            <a:grpSpLocks/>
          </p:cNvGrpSpPr>
          <p:nvPr/>
        </p:nvGrpSpPr>
        <p:grpSpPr bwMode="auto">
          <a:xfrm>
            <a:off x="6094990" y="1753711"/>
            <a:ext cx="2133600" cy="762000"/>
            <a:chOff x="3360" y="1152"/>
            <a:chExt cx="1680" cy="672"/>
          </a:xfrm>
        </p:grpSpPr>
        <p:sp>
          <p:nvSpPr>
            <p:cNvPr id="96" name="Line 65"/>
            <p:cNvSpPr>
              <a:spLocks noChangeShapeType="1"/>
            </p:cNvSpPr>
            <p:nvPr/>
          </p:nvSpPr>
          <p:spPr bwMode="auto">
            <a:xfrm flipV="1">
              <a:off x="3360" y="1152"/>
              <a:ext cx="0" cy="67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solidFill>
                  <a:srgbClr val="000000"/>
                </a:solidFill>
              </a:endParaRPr>
            </a:p>
          </p:txBody>
        </p:sp>
        <p:sp>
          <p:nvSpPr>
            <p:cNvPr id="97" name="Line 66"/>
            <p:cNvSpPr>
              <a:spLocks noChangeShapeType="1"/>
            </p:cNvSpPr>
            <p:nvPr/>
          </p:nvSpPr>
          <p:spPr bwMode="auto">
            <a:xfrm>
              <a:off x="3360" y="1824"/>
              <a:ext cx="168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solidFill>
                  <a:srgbClr val="000000"/>
                </a:solidFill>
              </a:endParaRPr>
            </a:p>
          </p:txBody>
        </p:sp>
        <p:sp>
          <p:nvSpPr>
            <p:cNvPr id="98" name="Line 67"/>
            <p:cNvSpPr>
              <a:spLocks noChangeShapeType="1"/>
            </p:cNvSpPr>
            <p:nvPr/>
          </p:nvSpPr>
          <p:spPr bwMode="auto">
            <a:xfrm>
              <a:off x="3360" y="1488"/>
              <a:ext cx="240" cy="0"/>
            </a:xfrm>
            <a:prstGeom prst="line">
              <a:avLst/>
            </a:prstGeom>
            <a:noFill/>
            <a:ln w="9525">
              <a:solidFill>
                <a:srgbClr val="3333FF"/>
              </a:solidFill>
              <a:round/>
              <a:headEnd/>
              <a:tailEnd/>
            </a:ln>
            <a:extLst>
              <a:ext uri="{909E8E84-426E-40DD-AFC4-6F175D3DCCD1}">
                <a14:hiddenFill xmlns:a14="http://schemas.microsoft.com/office/drawing/2010/main">
                  <a:noFill/>
                </a14:hiddenFill>
              </a:ext>
            </a:extLst>
          </p:spPr>
          <p:txBody>
            <a:bodyPr/>
            <a:lstStyle/>
            <a:p>
              <a:endParaRPr lang="en-US">
                <a:solidFill>
                  <a:srgbClr val="000000"/>
                </a:solidFill>
              </a:endParaRPr>
            </a:p>
          </p:txBody>
        </p:sp>
        <p:sp>
          <p:nvSpPr>
            <p:cNvPr id="99" name="Line 68"/>
            <p:cNvSpPr>
              <a:spLocks noChangeShapeType="1"/>
            </p:cNvSpPr>
            <p:nvPr/>
          </p:nvSpPr>
          <p:spPr bwMode="auto">
            <a:xfrm flipV="1">
              <a:off x="3600" y="1344"/>
              <a:ext cx="0" cy="144"/>
            </a:xfrm>
            <a:prstGeom prst="line">
              <a:avLst/>
            </a:prstGeom>
            <a:noFill/>
            <a:ln w="9525">
              <a:solidFill>
                <a:srgbClr val="3333FF"/>
              </a:solidFill>
              <a:round/>
              <a:headEnd/>
              <a:tailEnd/>
            </a:ln>
            <a:extLst>
              <a:ext uri="{909E8E84-426E-40DD-AFC4-6F175D3DCCD1}">
                <a14:hiddenFill xmlns:a14="http://schemas.microsoft.com/office/drawing/2010/main">
                  <a:noFill/>
                </a14:hiddenFill>
              </a:ext>
            </a:extLst>
          </p:spPr>
          <p:txBody>
            <a:bodyPr/>
            <a:lstStyle/>
            <a:p>
              <a:endParaRPr lang="en-US">
                <a:solidFill>
                  <a:srgbClr val="000000"/>
                </a:solidFill>
              </a:endParaRPr>
            </a:p>
          </p:txBody>
        </p:sp>
        <p:sp>
          <p:nvSpPr>
            <p:cNvPr id="100" name="Line 69"/>
            <p:cNvSpPr>
              <a:spLocks noChangeShapeType="1"/>
            </p:cNvSpPr>
            <p:nvPr/>
          </p:nvSpPr>
          <p:spPr bwMode="auto">
            <a:xfrm>
              <a:off x="3600" y="1344"/>
              <a:ext cx="432" cy="0"/>
            </a:xfrm>
            <a:prstGeom prst="line">
              <a:avLst/>
            </a:prstGeom>
            <a:noFill/>
            <a:ln w="9525">
              <a:solidFill>
                <a:srgbClr val="3333FF"/>
              </a:solidFill>
              <a:round/>
              <a:headEnd/>
              <a:tailEnd/>
            </a:ln>
            <a:extLst>
              <a:ext uri="{909E8E84-426E-40DD-AFC4-6F175D3DCCD1}">
                <a14:hiddenFill xmlns:a14="http://schemas.microsoft.com/office/drawing/2010/main">
                  <a:noFill/>
                </a14:hiddenFill>
              </a:ext>
            </a:extLst>
          </p:spPr>
          <p:txBody>
            <a:bodyPr/>
            <a:lstStyle/>
            <a:p>
              <a:endParaRPr lang="en-US">
                <a:solidFill>
                  <a:srgbClr val="000000"/>
                </a:solidFill>
              </a:endParaRPr>
            </a:p>
          </p:txBody>
        </p:sp>
        <p:sp>
          <p:nvSpPr>
            <p:cNvPr id="101" name="Line 70"/>
            <p:cNvSpPr>
              <a:spLocks noChangeShapeType="1"/>
            </p:cNvSpPr>
            <p:nvPr/>
          </p:nvSpPr>
          <p:spPr bwMode="auto">
            <a:xfrm>
              <a:off x="4032" y="1344"/>
              <a:ext cx="0" cy="144"/>
            </a:xfrm>
            <a:prstGeom prst="line">
              <a:avLst/>
            </a:prstGeom>
            <a:noFill/>
            <a:ln w="9525">
              <a:solidFill>
                <a:srgbClr val="3333FF"/>
              </a:solidFill>
              <a:round/>
              <a:headEnd/>
              <a:tailEnd/>
            </a:ln>
            <a:extLst>
              <a:ext uri="{909E8E84-426E-40DD-AFC4-6F175D3DCCD1}">
                <a14:hiddenFill xmlns:a14="http://schemas.microsoft.com/office/drawing/2010/main">
                  <a:noFill/>
                </a14:hiddenFill>
              </a:ext>
            </a:extLst>
          </p:spPr>
          <p:txBody>
            <a:bodyPr/>
            <a:lstStyle/>
            <a:p>
              <a:endParaRPr lang="en-US">
                <a:solidFill>
                  <a:srgbClr val="000000"/>
                </a:solidFill>
              </a:endParaRPr>
            </a:p>
          </p:txBody>
        </p:sp>
        <p:sp>
          <p:nvSpPr>
            <p:cNvPr id="102" name="Line 71"/>
            <p:cNvSpPr>
              <a:spLocks noChangeShapeType="1"/>
            </p:cNvSpPr>
            <p:nvPr/>
          </p:nvSpPr>
          <p:spPr bwMode="auto">
            <a:xfrm>
              <a:off x="4032" y="1488"/>
              <a:ext cx="528" cy="0"/>
            </a:xfrm>
            <a:prstGeom prst="line">
              <a:avLst/>
            </a:prstGeom>
            <a:noFill/>
            <a:ln w="9525">
              <a:solidFill>
                <a:srgbClr val="3333FF"/>
              </a:solidFill>
              <a:round/>
              <a:headEnd/>
              <a:tailEnd/>
            </a:ln>
            <a:extLst>
              <a:ext uri="{909E8E84-426E-40DD-AFC4-6F175D3DCCD1}">
                <a14:hiddenFill xmlns:a14="http://schemas.microsoft.com/office/drawing/2010/main">
                  <a:noFill/>
                </a14:hiddenFill>
              </a:ext>
            </a:extLst>
          </p:spPr>
          <p:txBody>
            <a:bodyPr/>
            <a:lstStyle/>
            <a:p>
              <a:endParaRPr lang="en-US">
                <a:solidFill>
                  <a:srgbClr val="000000"/>
                </a:solidFill>
              </a:endParaRPr>
            </a:p>
          </p:txBody>
        </p:sp>
        <p:sp>
          <p:nvSpPr>
            <p:cNvPr id="103" name="Line 72"/>
            <p:cNvSpPr>
              <a:spLocks noChangeShapeType="1"/>
            </p:cNvSpPr>
            <p:nvPr/>
          </p:nvSpPr>
          <p:spPr bwMode="auto">
            <a:xfrm>
              <a:off x="4560" y="1344"/>
              <a:ext cx="0" cy="144"/>
            </a:xfrm>
            <a:prstGeom prst="line">
              <a:avLst/>
            </a:prstGeom>
            <a:noFill/>
            <a:ln w="9525">
              <a:solidFill>
                <a:srgbClr val="3333FF"/>
              </a:solidFill>
              <a:round/>
              <a:headEnd/>
              <a:tailEnd/>
            </a:ln>
            <a:extLst>
              <a:ext uri="{909E8E84-426E-40DD-AFC4-6F175D3DCCD1}">
                <a14:hiddenFill xmlns:a14="http://schemas.microsoft.com/office/drawing/2010/main">
                  <a:noFill/>
                </a14:hiddenFill>
              </a:ext>
            </a:extLst>
          </p:spPr>
          <p:txBody>
            <a:bodyPr/>
            <a:lstStyle/>
            <a:p>
              <a:endParaRPr lang="en-US">
                <a:solidFill>
                  <a:srgbClr val="000000"/>
                </a:solidFill>
              </a:endParaRPr>
            </a:p>
          </p:txBody>
        </p:sp>
        <p:sp>
          <p:nvSpPr>
            <p:cNvPr id="104" name="Line 73"/>
            <p:cNvSpPr>
              <a:spLocks noChangeShapeType="1"/>
            </p:cNvSpPr>
            <p:nvPr/>
          </p:nvSpPr>
          <p:spPr bwMode="auto">
            <a:xfrm>
              <a:off x="4560" y="1344"/>
              <a:ext cx="192" cy="0"/>
            </a:xfrm>
            <a:prstGeom prst="line">
              <a:avLst/>
            </a:prstGeom>
            <a:noFill/>
            <a:ln w="9525">
              <a:solidFill>
                <a:srgbClr val="3333FF"/>
              </a:solidFill>
              <a:round/>
              <a:headEnd/>
              <a:tailEnd/>
            </a:ln>
            <a:extLst>
              <a:ext uri="{909E8E84-426E-40DD-AFC4-6F175D3DCCD1}">
                <a14:hiddenFill xmlns:a14="http://schemas.microsoft.com/office/drawing/2010/main">
                  <a:noFill/>
                </a14:hiddenFill>
              </a:ext>
            </a:extLst>
          </p:spPr>
          <p:txBody>
            <a:bodyPr/>
            <a:lstStyle/>
            <a:p>
              <a:endParaRPr lang="en-US">
                <a:solidFill>
                  <a:srgbClr val="000000"/>
                </a:solidFill>
              </a:endParaRPr>
            </a:p>
          </p:txBody>
        </p:sp>
        <p:sp>
          <p:nvSpPr>
            <p:cNvPr id="105" name="Line 74"/>
            <p:cNvSpPr>
              <a:spLocks noChangeShapeType="1"/>
            </p:cNvSpPr>
            <p:nvPr/>
          </p:nvSpPr>
          <p:spPr bwMode="auto">
            <a:xfrm>
              <a:off x="4752" y="1344"/>
              <a:ext cx="0" cy="144"/>
            </a:xfrm>
            <a:prstGeom prst="line">
              <a:avLst/>
            </a:prstGeom>
            <a:noFill/>
            <a:ln w="9525">
              <a:solidFill>
                <a:srgbClr val="3333FF"/>
              </a:solidFill>
              <a:round/>
              <a:headEnd/>
              <a:tailEnd/>
            </a:ln>
            <a:extLst>
              <a:ext uri="{909E8E84-426E-40DD-AFC4-6F175D3DCCD1}">
                <a14:hiddenFill xmlns:a14="http://schemas.microsoft.com/office/drawing/2010/main">
                  <a:noFill/>
                </a14:hiddenFill>
              </a:ext>
            </a:extLst>
          </p:spPr>
          <p:txBody>
            <a:bodyPr/>
            <a:lstStyle/>
            <a:p>
              <a:endParaRPr lang="en-US">
                <a:solidFill>
                  <a:srgbClr val="000000"/>
                </a:solidFill>
              </a:endParaRPr>
            </a:p>
          </p:txBody>
        </p:sp>
        <p:sp>
          <p:nvSpPr>
            <p:cNvPr id="106" name="Line 75"/>
            <p:cNvSpPr>
              <a:spLocks noChangeShapeType="1"/>
            </p:cNvSpPr>
            <p:nvPr/>
          </p:nvSpPr>
          <p:spPr bwMode="auto">
            <a:xfrm>
              <a:off x="4752" y="1488"/>
              <a:ext cx="192" cy="0"/>
            </a:xfrm>
            <a:prstGeom prst="line">
              <a:avLst/>
            </a:prstGeom>
            <a:noFill/>
            <a:ln w="9525">
              <a:solidFill>
                <a:srgbClr val="3333FF"/>
              </a:solidFill>
              <a:round/>
              <a:headEnd/>
              <a:tailEnd/>
            </a:ln>
            <a:extLst>
              <a:ext uri="{909E8E84-426E-40DD-AFC4-6F175D3DCCD1}">
                <a14:hiddenFill xmlns:a14="http://schemas.microsoft.com/office/drawing/2010/main">
                  <a:noFill/>
                </a14:hiddenFill>
              </a:ext>
            </a:extLst>
          </p:spPr>
          <p:txBody>
            <a:bodyPr/>
            <a:lstStyle/>
            <a:p>
              <a:endParaRPr lang="en-US">
                <a:solidFill>
                  <a:srgbClr val="000000"/>
                </a:solidFill>
              </a:endParaRPr>
            </a:p>
          </p:txBody>
        </p:sp>
        <p:sp>
          <p:nvSpPr>
            <p:cNvPr id="107" name="Line 76"/>
            <p:cNvSpPr>
              <a:spLocks noChangeShapeType="1"/>
            </p:cNvSpPr>
            <p:nvPr/>
          </p:nvSpPr>
          <p:spPr bwMode="auto">
            <a:xfrm>
              <a:off x="3360" y="1728"/>
              <a:ext cx="432" cy="0"/>
            </a:xfrm>
            <a:prstGeom prst="line">
              <a:avLst/>
            </a:prstGeom>
            <a:noFill/>
            <a:ln w="9525">
              <a:solidFill>
                <a:srgbClr val="3333FF"/>
              </a:solidFill>
              <a:round/>
              <a:headEnd/>
              <a:tailEnd/>
            </a:ln>
            <a:extLst>
              <a:ext uri="{909E8E84-426E-40DD-AFC4-6F175D3DCCD1}">
                <a14:hiddenFill xmlns:a14="http://schemas.microsoft.com/office/drawing/2010/main">
                  <a:noFill/>
                </a14:hiddenFill>
              </a:ext>
            </a:extLst>
          </p:spPr>
          <p:txBody>
            <a:bodyPr/>
            <a:lstStyle/>
            <a:p>
              <a:endParaRPr lang="en-US">
                <a:solidFill>
                  <a:srgbClr val="000000"/>
                </a:solidFill>
              </a:endParaRPr>
            </a:p>
          </p:txBody>
        </p:sp>
        <p:sp>
          <p:nvSpPr>
            <p:cNvPr id="108" name="Line 77"/>
            <p:cNvSpPr>
              <a:spLocks noChangeShapeType="1"/>
            </p:cNvSpPr>
            <p:nvPr/>
          </p:nvSpPr>
          <p:spPr bwMode="auto">
            <a:xfrm>
              <a:off x="3792" y="1584"/>
              <a:ext cx="0" cy="144"/>
            </a:xfrm>
            <a:prstGeom prst="line">
              <a:avLst/>
            </a:prstGeom>
            <a:noFill/>
            <a:ln w="9525">
              <a:solidFill>
                <a:srgbClr val="3333FF"/>
              </a:solidFill>
              <a:round/>
              <a:headEnd/>
              <a:tailEnd/>
            </a:ln>
            <a:extLst>
              <a:ext uri="{909E8E84-426E-40DD-AFC4-6F175D3DCCD1}">
                <a14:hiddenFill xmlns:a14="http://schemas.microsoft.com/office/drawing/2010/main">
                  <a:noFill/>
                </a14:hiddenFill>
              </a:ext>
            </a:extLst>
          </p:spPr>
          <p:txBody>
            <a:bodyPr/>
            <a:lstStyle/>
            <a:p>
              <a:endParaRPr lang="en-US">
                <a:solidFill>
                  <a:srgbClr val="000000"/>
                </a:solidFill>
              </a:endParaRPr>
            </a:p>
          </p:txBody>
        </p:sp>
        <p:sp>
          <p:nvSpPr>
            <p:cNvPr id="109" name="Line 78"/>
            <p:cNvSpPr>
              <a:spLocks noChangeShapeType="1"/>
            </p:cNvSpPr>
            <p:nvPr/>
          </p:nvSpPr>
          <p:spPr bwMode="auto">
            <a:xfrm>
              <a:off x="3792" y="1584"/>
              <a:ext cx="576" cy="0"/>
            </a:xfrm>
            <a:prstGeom prst="line">
              <a:avLst/>
            </a:prstGeom>
            <a:noFill/>
            <a:ln w="9525">
              <a:solidFill>
                <a:srgbClr val="3333FF"/>
              </a:solidFill>
              <a:round/>
              <a:headEnd/>
              <a:tailEnd/>
            </a:ln>
            <a:extLst>
              <a:ext uri="{909E8E84-426E-40DD-AFC4-6F175D3DCCD1}">
                <a14:hiddenFill xmlns:a14="http://schemas.microsoft.com/office/drawing/2010/main">
                  <a:noFill/>
                </a14:hiddenFill>
              </a:ext>
            </a:extLst>
          </p:spPr>
          <p:txBody>
            <a:bodyPr/>
            <a:lstStyle/>
            <a:p>
              <a:endParaRPr lang="en-US">
                <a:solidFill>
                  <a:srgbClr val="000000"/>
                </a:solidFill>
              </a:endParaRPr>
            </a:p>
          </p:txBody>
        </p:sp>
        <p:sp>
          <p:nvSpPr>
            <p:cNvPr id="110" name="Line 79"/>
            <p:cNvSpPr>
              <a:spLocks noChangeShapeType="1"/>
            </p:cNvSpPr>
            <p:nvPr/>
          </p:nvSpPr>
          <p:spPr bwMode="auto">
            <a:xfrm>
              <a:off x="4368" y="1584"/>
              <a:ext cx="0" cy="144"/>
            </a:xfrm>
            <a:prstGeom prst="line">
              <a:avLst/>
            </a:prstGeom>
            <a:noFill/>
            <a:ln w="9525">
              <a:solidFill>
                <a:srgbClr val="3333FF"/>
              </a:solidFill>
              <a:round/>
              <a:headEnd/>
              <a:tailEnd/>
            </a:ln>
            <a:extLst>
              <a:ext uri="{909E8E84-426E-40DD-AFC4-6F175D3DCCD1}">
                <a14:hiddenFill xmlns:a14="http://schemas.microsoft.com/office/drawing/2010/main">
                  <a:noFill/>
                </a14:hiddenFill>
              </a:ext>
            </a:extLst>
          </p:spPr>
          <p:txBody>
            <a:bodyPr/>
            <a:lstStyle/>
            <a:p>
              <a:endParaRPr lang="en-US">
                <a:solidFill>
                  <a:srgbClr val="000000"/>
                </a:solidFill>
              </a:endParaRPr>
            </a:p>
          </p:txBody>
        </p:sp>
        <p:sp>
          <p:nvSpPr>
            <p:cNvPr id="111" name="Line 80"/>
            <p:cNvSpPr>
              <a:spLocks noChangeShapeType="1"/>
            </p:cNvSpPr>
            <p:nvPr/>
          </p:nvSpPr>
          <p:spPr bwMode="auto">
            <a:xfrm>
              <a:off x="4368" y="1728"/>
              <a:ext cx="576" cy="0"/>
            </a:xfrm>
            <a:prstGeom prst="line">
              <a:avLst/>
            </a:prstGeom>
            <a:noFill/>
            <a:ln w="9525">
              <a:solidFill>
                <a:srgbClr val="3333FF"/>
              </a:solidFill>
              <a:round/>
              <a:headEnd/>
              <a:tailEnd/>
            </a:ln>
            <a:extLst>
              <a:ext uri="{909E8E84-426E-40DD-AFC4-6F175D3DCCD1}">
                <a14:hiddenFill xmlns:a14="http://schemas.microsoft.com/office/drawing/2010/main">
                  <a:noFill/>
                </a14:hiddenFill>
              </a:ext>
            </a:extLst>
          </p:spPr>
          <p:txBody>
            <a:bodyPr/>
            <a:lstStyle/>
            <a:p>
              <a:endParaRPr lang="en-US">
                <a:solidFill>
                  <a:srgbClr val="000000"/>
                </a:solidFill>
              </a:endParaRPr>
            </a:p>
          </p:txBody>
        </p:sp>
      </p:grpSp>
      <p:sp>
        <p:nvSpPr>
          <p:cNvPr id="112" name="Text Box 104"/>
          <p:cNvSpPr txBox="1">
            <a:spLocks noChangeArrowheads="1"/>
          </p:cNvSpPr>
          <p:nvPr/>
        </p:nvSpPr>
        <p:spPr bwMode="auto">
          <a:xfrm>
            <a:off x="3353608" y="1841276"/>
            <a:ext cx="241604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1600">
                <a:solidFill>
                  <a:schemeClr val="tx1"/>
                </a:solidFill>
                <a:latin typeface="Arial" charset="0"/>
                <a:ea typeface="ＭＳ Ｐゴシック" charset="0"/>
                <a:cs typeface="ＭＳ Ｐゴシック" charset="0"/>
              </a:defRPr>
            </a:lvl1pPr>
            <a:lvl2pPr marL="742950" indent="-285750">
              <a:defRPr kumimoji="1" sz="1600">
                <a:solidFill>
                  <a:schemeClr val="tx1"/>
                </a:solidFill>
                <a:latin typeface="Arial" charset="0"/>
                <a:ea typeface="ＭＳ Ｐゴシック" charset="0"/>
              </a:defRPr>
            </a:lvl2pPr>
            <a:lvl3pPr marL="1143000" indent="-228600">
              <a:defRPr kumimoji="1" sz="1600">
                <a:solidFill>
                  <a:schemeClr val="tx1"/>
                </a:solidFill>
                <a:latin typeface="Arial" charset="0"/>
                <a:ea typeface="ＭＳ Ｐゴシック" charset="0"/>
              </a:defRPr>
            </a:lvl3pPr>
            <a:lvl4pPr marL="1600200" indent="-228600">
              <a:defRPr kumimoji="1" sz="1600">
                <a:solidFill>
                  <a:schemeClr val="tx1"/>
                </a:solidFill>
                <a:latin typeface="Arial" charset="0"/>
                <a:ea typeface="ＭＳ Ｐゴシック" charset="0"/>
              </a:defRPr>
            </a:lvl4pPr>
            <a:lvl5pPr marL="2057400" indent="-228600">
              <a:defRPr kumimoji="1" sz="1600">
                <a:solidFill>
                  <a:schemeClr val="tx1"/>
                </a:solidFill>
                <a:latin typeface="Arial" charset="0"/>
                <a:ea typeface="ＭＳ Ｐゴシック" charset="0"/>
              </a:defRPr>
            </a:lvl5pPr>
            <a:lvl6pPr marL="2514600" indent="-228600" eaLnBrk="0" fontAlgn="base" hangingPunct="0">
              <a:spcBef>
                <a:spcPct val="20000"/>
              </a:spcBef>
              <a:spcAft>
                <a:spcPct val="0"/>
              </a:spcAft>
              <a:buClr>
                <a:srgbClr val="000000"/>
              </a:buClr>
              <a:defRPr kumimoji="1" sz="1600">
                <a:solidFill>
                  <a:schemeClr val="tx1"/>
                </a:solidFill>
                <a:latin typeface="Arial" charset="0"/>
                <a:ea typeface="ＭＳ Ｐゴシック" charset="0"/>
              </a:defRPr>
            </a:lvl6pPr>
            <a:lvl7pPr marL="2971800" indent="-228600" eaLnBrk="0" fontAlgn="base" hangingPunct="0">
              <a:spcBef>
                <a:spcPct val="20000"/>
              </a:spcBef>
              <a:spcAft>
                <a:spcPct val="0"/>
              </a:spcAft>
              <a:buClr>
                <a:srgbClr val="000000"/>
              </a:buClr>
              <a:defRPr kumimoji="1" sz="1600">
                <a:solidFill>
                  <a:schemeClr val="tx1"/>
                </a:solidFill>
                <a:latin typeface="Arial" charset="0"/>
                <a:ea typeface="ＭＳ Ｐゴシック" charset="0"/>
              </a:defRPr>
            </a:lvl7pPr>
            <a:lvl8pPr marL="3429000" indent="-228600" eaLnBrk="0" fontAlgn="base" hangingPunct="0">
              <a:spcBef>
                <a:spcPct val="20000"/>
              </a:spcBef>
              <a:spcAft>
                <a:spcPct val="0"/>
              </a:spcAft>
              <a:buClr>
                <a:srgbClr val="000000"/>
              </a:buClr>
              <a:defRPr kumimoji="1" sz="1600">
                <a:solidFill>
                  <a:schemeClr val="tx1"/>
                </a:solidFill>
                <a:latin typeface="Arial" charset="0"/>
                <a:ea typeface="ＭＳ Ｐゴシック" charset="0"/>
              </a:defRPr>
            </a:lvl8pPr>
            <a:lvl9pPr marL="3886200" indent="-228600" eaLnBrk="0" fontAlgn="base" hangingPunct="0">
              <a:spcBef>
                <a:spcPct val="20000"/>
              </a:spcBef>
              <a:spcAft>
                <a:spcPct val="0"/>
              </a:spcAft>
              <a:buClr>
                <a:srgbClr val="000000"/>
              </a:buClr>
              <a:defRPr kumimoji="1" sz="1600">
                <a:solidFill>
                  <a:schemeClr val="tx1"/>
                </a:solidFill>
                <a:latin typeface="Arial" charset="0"/>
                <a:ea typeface="ＭＳ Ｐゴシック" charset="0"/>
              </a:defRPr>
            </a:lvl9pPr>
          </a:lstStyle>
          <a:p>
            <a:pPr>
              <a:spcBef>
                <a:spcPct val="0"/>
              </a:spcBef>
              <a:buClrTx/>
            </a:pPr>
            <a:r>
              <a:rPr kumimoji="0" lang="en-US" sz="1800" dirty="0"/>
              <a:t>Functional verification</a:t>
            </a:r>
          </a:p>
        </p:txBody>
      </p:sp>
      <p:sp>
        <p:nvSpPr>
          <p:cNvPr id="113" name="Line 133"/>
          <p:cNvSpPr>
            <a:spLocks noChangeShapeType="1"/>
          </p:cNvSpPr>
          <p:nvPr/>
        </p:nvSpPr>
        <p:spPr bwMode="auto">
          <a:xfrm flipH="1">
            <a:off x="3516897" y="2259027"/>
            <a:ext cx="1512000" cy="1587"/>
          </a:xfrm>
          <a:prstGeom prst="line">
            <a:avLst/>
          </a:prstGeom>
          <a:noFill/>
          <a:ln w="20638">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GB"/>
          </a:p>
        </p:txBody>
      </p:sp>
      <p:sp>
        <p:nvSpPr>
          <p:cNvPr id="115" name="Freeform 138"/>
          <p:cNvSpPr>
            <a:spLocks/>
          </p:cNvSpPr>
          <p:nvPr/>
        </p:nvSpPr>
        <p:spPr bwMode="auto">
          <a:xfrm>
            <a:off x="5028897" y="2210608"/>
            <a:ext cx="217487" cy="96838"/>
          </a:xfrm>
          <a:custGeom>
            <a:avLst/>
            <a:gdLst>
              <a:gd name="T0" fmla="*/ 217487 w 100"/>
              <a:gd name="T1" fmla="*/ 48419 h 50"/>
              <a:gd name="T2" fmla="*/ 0 w 100"/>
              <a:gd name="T3" fmla="*/ 0 h 50"/>
              <a:gd name="T4" fmla="*/ 0 w 100"/>
              <a:gd name="T5" fmla="*/ 96838 h 50"/>
              <a:gd name="T6" fmla="*/ 217487 w 100"/>
              <a:gd name="T7" fmla="*/ 48419 h 50"/>
              <a:gd name="T8" fmla="*/ 0 60000 65536"/>
              <a:gd name="T9" fmla="*/ 0 60000 65536"/>
              <a:gd name="T10" fmla="*/ 0 60000 65536"/>
              <a:gd name="T11" fmla="*/ 0 60000 65536"/>
              <a:gd name="T12" fmla="*/ 0 w 100"/>
              <a:gd name="T13" fmla="*/ 0 h 50"/>
              <a:gd name="T14" fmla="*/ 100 w 100"/>
              <a:gd name="T15" fmla="*/ 50 h 50"/>
            </a:gdLst>
            <a:ahLst/>
            <a:cxnLst>
              <a:cxn ang="T8">
                <a:pos x="T0" y="T1"/>
              </a:cxn>
              <a:cxn ang="T9">
                <a:pos x="T2" y="T3"/>
              </a:cxn>
              <a:cxn ang="T10">
                <a:pos x="T4" y="T5"/>
              </a:cxn>
              <a:cxn ang="T11">
                <a:pos x="T6" y="T7"/>
              </a:cxn>
            </a:cxnLst>
            <a:rect l="T12" t="T13" r="T14" b="T15"/>
            <a:pathLst>
              <a:path w="100" h="50">
                <a:moveTo>
                  <a:pt x="100" y="25"/>
                </a:moveTo>
                <a:lnTo>
                  <a:pt x="0" y="0"/>
                </a:lnTo>
                <a:lnTo>
                  <a:pt x="0" y="50"/>
                </a:lnTo>
                <a:lnTo>
                  <a:pt x="100" y="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p>
        </p:txBody>
      </p:sp>
      <mc:AlternateContent xmlns:mc="http://schemas.openxmlformats.org/markup-compatibility/2006" xmlns:a14="http://schemas.microsoft.com/office/drawing/2010/main">
        <mc:Choice Requires="a14">
          <p:graphicFrame>
            <p:nvGraphicFramePr>
              <p:cNvPr id="158" name="Table 157"/>
              <p:cNvGraphicFramePr>
                <a:graphicFrameLocks noGrp="1"/>
              </p:cNvGraphicFramePr>
              <p:nvPr>
                <p:extLst>
                  <p:ext uri="{D42A27DB-BD31-4B8C-83A1-F6EECF244321}">
                    <p14:modId xmlns:p14="http://schemas.microsoft.com/office/powerpoint/2010/main" val="2300191313"/>
                  </p:ext>
                </p:extLst>
              </p:nvPr>
            </p:nvGraphicFramePr>
            <p:xfrm>
              <a:off x="1194179" y="4062292"/>
              <a:ext cx="6939887" cy="1955791"/>
            </p:xfrm>
            <a:graphic>
              <a:graphicData uri="http://schemas.openxmlformats.org/drawingml/2006/table">
                <a:tbl>
                  <a:tblPr/>
                  <a:tblGrid>
                    <a:gridCol w="1357952">
                      <a:extLst>
                        <a:ext uri="{9D8B030D-6E8A-4147-A177-3AD203B41FA5}">
                          <a16:colId xmlns:a16="http://schemas.microsoft.com/office/drawing/2014/main" val="20000"/>
                        </a:ext>
                      </a:extLst>
                    </a:gridCol>
                    <a:gridCol w="5581935">
                      <a:extLst>
                        <a:ext uri="{9D8B030D-6E8A-4147-A177-3AD203B41FA5}">
                          <a16:colId xmlns:a16="http://schemas.microsoft.com/office/drawing/2014/main" val="20001"/>
                        </a:ext>
                      </a:extLst>
                    </a:gridCol>
                  </a:tblGrid>
                  <a:tr h="395852">
                    <a:tc>
                      <a:txBody>
                        <a:bodyPr/>
                        <a:lstStyle/>
                        <a:p>
                          <a:r>
                            <a:rPr lang="en-GB" sz="1600" dirty="0"/>
                            <a:t>Parameter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solidFill>
                            <a:schemeClr val="tx1"/>
                          </a:solidFill>
                          <a:prstDash val="solid"/>
                        </a:lnT>
                        <a:lnB w="12700" cap="flat" cmpd="sng" algn="ctr">
                          <a:solidFill>
                            <a:schemeClr val="tx1"/>
                          </a:solidFill>
                          <a:prstDash val="solid"/>
                          <a:round/>
                          <a:headEnd type="none" w="med" len="med"/>
                          <a:tailEnd type="none" w="med" len="med"/>
                        </a:lnB>
                      </a:tcPr>
                    </a:tc>
                    <a:tc>
                      <a:txBody>
                        <a:bodyPr/>
                        <a:lstStyle/>
                        <a:p>
                          <a:r>
                            <a:rPr lang="en-GB" sz="1600" dirty="0"/>
                            <a:t>Actual           Required     Slack                From      To</a:t>
                          </a:r>
                        </a:p>
                      </a:txBody>
                      <a:tcPr>
                        <a:lnL w="12700" cap="flat" cmpd="sng" algn="ctr">
                          <a:solidFill>
                            <a:schemeClr val="tx1"/>
                          </a:solidFill>
                          <a:prstDash val="solid"/>
                          <a:round/>
                          <a:headEnd type="none" w="med" len="med"/>
                          <a:tailEnd type="none" w="med" len="med"/>
                        </a:lnL>
                        <a:lnR w="12700" cmpd="sng">
                          <a:solidFill>
                            <a:schemeClr val="tx1"/>
                          </a:solidFill>
                          <a:prstDash val="soli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409433">
                    <a:tc>
                      <a:txBody>
                        <a:bodyPr/>
                        <a:lstStyle/>
                        <a:p>
                          <a:pPr algn="ctr"/>
                          <a14:m>
                            <m:oMathPara xmlns:m="http://schemas.openxmlformats.org/officeDocument/2006/math">
                              <m:oMathParaPr>
                                <m:jc m:val="left"/>
                              </m:oMathParaPr>
                              <m:oMath xmlns:m="http://schemas.openxmlformats.org/officeDocument/2006/math">
                                <m:sSub>
                                  <m:sSubPr>
                                    <m:ctrlPr>
                                      <a:rPr lang="en-GB" sz="1800" i="1" kern="1200" smtClean="0">
                                        <a:solidFill>
                                          <a:schemeClr val="tx1"/>
                                        </a:solidFill>
                                        <a:effectLst/>
                                        <a:latin typeface="Cambria Math" panose="02040503050406030204" pitchFamily="18" charset="0"/>
                                        <a:ea typeface="+mn-ea"/>
                                        <a:cs typeface="+mn-cs"/>
                                      </a:rPr>
                                    </m:ctrlPr>
                                  </m:sSubPr>
                                  <m:e>
                                    <m:r>
                                      <a:rPr lang="en-GB" sz="1800" i="1" kern="1200">
                                        <a:solidFill>
                                          <a:schemeClr val="tx1"/>
                                        </a:solidFill>
                                        <a:effectLst/>
                                        <a:latin typeface="Cambria Math"/>
                                        <a:ea typeface="+mn-ea"/>
                                        <a:cs typeface="+mn-cs"/>
                                      </a:rPr>
                                      <m:t>𝑓</m:t>
                                    </m:r>
                                  </m:e>
                                  <m:sub>
                                    <m:r>
                                      <a:rPr lang="en-GB" sz="1800" i="1" kern="1200">
                                        <a:solidFill>
                                          <a:schemeClr val="tx1"/>
                                        </a:solidFill>
                                        <a:effectLst/>
                                        <a:latin typeface="Cambria Math"/>
                                        <a:ea typeface="+mn-ea"/>
                                        <a:cs typeface="+mn-cs"/>
                                      </a:rPr>
                                      <m:t>𝑚𝑎𝑥</m:t>
                                    </m:r>
                                  </m:sub>
                                </m:sSub>
                              </m:oMath>
                            </m:oMathPara>
                          </a14:m>
                          <a:endParaRPr lang="en-GB"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600" dirty="0"/>
                            <a:t>261.1 MHz    200 MHz        1.17ns        REG0      REG1</a:t>
                          </a:r>
                        </a:p>
                      </a:txBody>
                      <a:tcPr>
                        <a:lnL w="12700" cap="flat" cmpd="sng" algn="ctr">
                          <a:solidFill>
                            <a:schemeClr val="tx1"/>
                          </a:solidFill>
                          <a:prstDash val="solid"/>
                          <a:round/>
                          <a:headEnd type="none" w="med" len="med"/>
                          <a:tailEnd type="none" w="med" len="med"/>
                        </a:lnL>
                        <a:lnR w="12700" cmpd="sng">
                          <a:solidFill>
                            <a:schemeClr val="tx1"/>
                          </a:solidFill>
                          <a:prstDash val="soli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375313">
                    <a:tc>
                      <a:txBody>
                        <a:bodyPr/>
                        <a:lstStyle/>
                        <a:p>
                          <a:pPr algn="ctr"/>
                          <a14:m>
                            <m:oMathPara xmlns:m="http://schemas.openxmlformats.org/officeDocument/2006/math">
                              <m:oMathParaPr>
                                <m:jc m:val="left"/>
                              </m:oMathParaPr>
                              <m:oMath xmlns:m="http://schemas.openxmlformats.org/officeDocument/2006/math">
                                <m:sSub>
                                  <m:sSubPr>
                                    <m:ctrlPr>
                                      <a:rPr lang="en-GB" sz="1800" i="1" kern="1200" smtClean="0">
                                        <a:solidFill>
                                          <a:schemeClr val="tx1"/>
                                        </a:solidFill>
                                        <a:effectLst/>
                                        <a:latin typeface="Cambria Math" panose="02040503050406030204" pitchFamily="18" charset="0"/>
                                        <a:ea typeface="+mn-ea"/>
                                        <a:cs typeface="+mn-cs"/>
                                      </a:rPr>
                                    </m:ctrlPr>
                                  </m:sSubPr>
                                  <m:e>
                                    <m:r>
                                      <a:rPr lang="en-GB" sz="1800" b="0" i="1" kern="1200" smtClean="0">
                                        <a:solidFill>
                                          <a:schemeClr val="tx1"/>
                                        </a:solidFill>
                                        <a:effectLst/>
                                        <a:latin typeface="Cambria Math"/>
                                        <a:ea typeface="+mn-ea"/>
                                        <a:cs typeface="+mn-cs"/>
                                      </a:rPr>
                                      <m:t>𝑡</m:t>
                                    </m:r>
                                  </m:e>
                                  <m:sub>
                                    <m:r>
                                      <a:rPr lang="en-GB" sz="1800" b="0" i="1" kern="1200" smtClean="0">
                                        <a:solidFill>
                                          <a:schemeClr val="tx1"/>
                                        </a:solidFill>
                                        <a:effectLst/>
                                        <a:latin typeface="Cambria Math"/>
                                        <a:ea typeface="+mn-ea"/>
                                        <a:cs typeface="+mn-cs"/>
                                      </a:rPr>
                                      <m:t>𝑠𝑢</m:t>
                                    </m:r>
                                  </m:sub>
                                </m:sSub>
                              </m:oMath>
                            </m:oMathPara>
                          </a14:m>
                          <a:endParaRPr lang="en-GB"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600" dirty="0"/>
                            <a:t>2.356 ns         10.0 ns         7.644 ns       D0           REG0</a:t>
                          </a:r>
                        </a:p>
                      </a:txBody>
                      <a:tcPr>
                        <a:lnL w="12700" cap="flat" cmpd="sng" algn="ctr">
                          <a:solidFill>
                            <a:schemeClr val="tx1"/>
                          </a:solidFill>
                          <a:prstDash val="solid"/>
                          <a:round/>
                          <a:headEnd type="none" w="med" len="med"/>
                          <a:tailEnd type="none" w="med" len="med"/>
                        </a:lnL>
                        <a:lnR w="12700" cmpd="sng">
                          <a:solidFill>
                            <a:schemeClr val="tx1"/>
                          </a:solidFill>
                          <a:prstDash val="soli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409433">
                    <a:tc>
                      <a:txBody>
                        <a:bodyPr/>
                        <a:lstStyle/>
                        <a:p>
                          <a:pPr algn="ctr"/>
                          <a14:m>
                            <m:oMathPara xmlns:m="http://schemas.openxmlformats.org/officeDocument/2006/math">
                              <m:oMathParaPr>
                                <m:jc m:val="left"/>
                              </m:oMathParaPr>
                              <m:oMath xmlns:m="http://schemas.openxmlformats.org/officeDocument/2006/math">
                                <m:sSub>
                                  <m:sSubPr>
                                    <m:ctrlPr>
                                      <a:rPr lang="en-GB" sz="1800" i="1" kern="1200" smtClean="0">
                                        <a:solidFill>
                                          <a:schemeClr val="tx1"/>
                                        </a:solidFill>
                                        <a:effectLst/>
                                        <a:latin typeface="Cambria Math" panose="02040503050406030204" pitchFamily="18" charset="0"/>
                                        <a:ea typeface="+mn-ea"/>
                                        <a:cs typeface="+mn-cs"/>
                                      </a:rPr>
                                    </m:ctrlPr>
                                  </m:sSubPr>
                                  <m:e>
                                    <m:r>
                                      <a:rPr lang="en-GB" sz="1800" b="0" i="1" kern="1200" smtClean="0">
                                        <a:solidFill>
                                          <a:schemeClr val="tx1"/>
                                        </a:solidFill>
                                        <a:effectLst/>
                                        <a:latin typeface="Cambria Math"/>
                                        <a:ea typeface="+mn-ea"/>
                                        <a:cs typeface="+mn-cs"/>
                                      </a:rPr>
                                      <m:t>𝑡</m:t>
                                    </m:r>
                                  </m:e>
                                  <m:sub>
                                    <m:r>
                                      <a:rPr lang="en-GB" sz="1800" b="0" i="1" kern="1200" smtClean="0">
                                        <a:solidFill>
                                          <a:schemeClr val="tx1"/>
                                        </a:solidFill>
                                        <a:effectLst/>
                                        <a:latin typeface="Cambria Math"/>
                                        <a:ea typeface="+mn-ea"/>
                                        <a:cs typeface="+mn-cs"/>
                                      </a:rPr>
                                      <m:t>𝑐𝑜</m:t>
                                    </m:r>
                                  </m:sub>
                                </m:sSub>
                              </m:oMath>
                            </m:oMathPara>
                          </a14:m>
                          <a:endParaRPr lang="en-GB"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600" dirty="0"/>
                            <a:t>6.772 ns         10.0 ns         3.228 ns       REG0      D0</a:t>
                          </a:r>
                        </a:p>
                      </a:txBody>
                      <a:tcPr>
                        <a:lnL w="12700" cap="flat" cmpd="sng" algn="ctr">
                          <a:solidFill>
                            <a:schemeClr val="tx1"/>
                          </a:solidFill>
                          <a:prstDash val="solid"/>
                          <a:round/>
                          <a:headEnd type="none" w="med" len="med"/>
                          <a:tailEnd type="none" w="med" len="med"/>
                        </a:lnL>
                        <a:lnR w="12700" cmpd="sng">
                          <a:solidFill>
                            <a:schemeClr val="tx1"/>
                          </a:solidFill>
                          <a:prstDash val="soli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317969">
                    <a:tc>
                      <a:txBody>
                        <a:bodyPr/>
                        <a:lstStyle/>
                        <a:p>
                          <a:pPr algn="ctr"/>
                          <a14:m>
                            <m:oMathPara xmlns:m="http://schemas.openxmlformats.org/officeDocument/2006/math">
                              <m:oMathParaPr>
                                <m:jc m:val="left"/>
                              </m:oMathParaPr>
                              <m:oMath xmlns:m="http://schemas.openxmlformats.org/officeDocument/2006/math">
                                <m:sSub>
                                  <m:sSubPr>
                                    <m:ctrlPr>
                                      <a:rPr lang="en-GB" sz="1800" i="1" kern="1200" smtClean="0">
                                        <a:solidFill>
                                          <a:schemeClr val="tx1"/>
                                        </a:solidFill>
                                        <a:effectLst/>
                                        <a:latin typeface="Cambria Math" panose="02040503050406030204" pitchFamily="18" charset="0"/>
                                        <a:ea typeface="+mn-ea"/>
                                        <a:cs typeface="+mn-cs"/>
                                      </a:rPr>
                                    </m:ctrlPr>
                                  </m:sSubPr>
                                  <m:e>
                                    <m:r>
                                      <a:rPr lang="en-GB" sz="1800" b="0" i="1" kern="1200" smtClean="0">
                                        <a:solidFill>
                                          <a:schemeClr val="tx1"/>
                                        </a:solidFill>
                                        <a:effectLst/>
                                        <a:latin typeface="Cambria Math"/>
                                        <a:ea typeface="+mn-ea"/>
                                        <a:cs typeface="+mn-cs"/>
                                      </a:rPr>
                                      <m:t>𝑡</m:t>
                                    </m:r>
                                  </m:e>
                                  <m:sub>
                                    <m:r>
                                      <a:rPr lang="en-GB" sz="1800" b="0" i="1" kern="1200" smtClean="0">
                                        <a:solidFill>
                                          <a:schemeClr val="tx1"/>
                                        </a:solidFill>
                                        <a:effectLst/>
                                        <a:latin typeface="Cambria Math"/>
                                        <a:ea typeface="+mn-ea"/>
                                        <a:cs typeface="+mn-cs"/>
                                      </a:rPr>
                                      <m:t>h</m:t>
                                    </m:r>
                                  </m:sub>
                                </m:sSub>
                              </m:oMath>
                            </m:oMathPara>
                          </a14:m>
                          <a:endParaRPr lang="en-GB"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mpd="sng">
                          <a:solidFill>
                            <a:schemeClr val="tx1"/>
                          </a:solidFill>
                          <a:prstDash val="solid"/>
                        </a:lnB>
                      </a:tcPr>
                    </a:tc>
                    <a:tc>
                      <a:txBody>
                        <a:bodyPr/>
                        <a:lstStyle/>
                        <a:p>
                          <a:r>
                            <a:rPr lang="en-GB" sz="1600" dirty="0"/>
                            <a:t>0.240 ns         10.0 ns         9.76 ns          D1          REG1</a:t>
                          </a:r>
                        </a:p>
                      </a:txBody>
                      <a:tcPr>
                        <a:lnL w="12700" cap="flat" cmpd="sng" algn="ctr">
                          <a:solidFill>
                            <a:schemeClr val="tx1"/>
                          </a:solidFill>
                          <a:prstDash val="solid"/>
                          <a:round/>
                          <a:headEnd type="none" w="med" len="med"/>
                          <a:tailEnd type="none" w="med" len="med"/>
                        </a:lnL>
                        <a:lnR w="12700" cmpd="sng">
                          <a:solidFill>
                            <a:schemeClr val="tx1"/>
                          </a:solidFill>
                          <a:prstDash val="soli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mc:Choice>
        <mc:Fallback xmlns="">
          <p:graphicFrame>
            <p:nvGraphicFramePr>
              <p:cNvPr id="158" name="Table 157"/>
              <p:cNvGraphicFramePr>
                <a:graphicFrameLocks noGrp="1"/>
              </p:cNvGraphicFramePr>
              <p:nvPr>
                <p:extLst>
                  <p:ext uri="{D42A27DB-BD31-4B8C-83A1-F6EECF244321}">
                    <p14:modId xmlns:p14="http://schemas.microsoft.com/office/powerpoint/2010/main" val="2300191313"/>
                  </p:ext>
                </p:extLst>
              </p:nvPr>
            </p:nvGraphicFramePr>
            <p:xfrm>
              <a:off x="1194179" y="4062292"/>
              <a:ext cx="6939887" cy="1955791"/>
            </p:xfrm>
            <a:graphic>
              <a:graphicData uri="http://schemas.openxmlformats.org/drawingml/2006/table">
                <a:tbl>
                  <a:tblPr/>
                  <a:tblGrid>
                    <a:gridCol w="1357952">
                      <a:extLst>
                        <a:ext uri="{9D8B030D-6E8A-4147-A177-3AD203B41FA5}">
                          <a16:colId xmlns:a16="http://schemas.microsoft.com/office/drawing/2014/main" val="20000"/>
                        </a:ext>
                      </a:extLst>
                    </a:gridCol>
                    <a:gridCol w="5581935">
                      <a:extLst>
                        <a:ext uri="{9D8B030D-6E8A-4147-A177-3AD203B41FA5}">
                          <a16:colId xmlns:a16="http://schemas.microsoft.com/office/drawing/2014/main" val="20001"/>
                        </a:ext>
                      </a:extLst>
                    </a:gridCol>
                  </a:tblGrid>
                  <a:tr h="395852">
                    <a:tc>
                      <a:txBody>
                        <a:bodyPr/>
                        <a:lstStyle/>
                        <a:p>
                          <a:r>
                            <a:rPr lang="en-GB" sz="1600" dirty="0"/>
                            <a:t>Parameter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solidFill>
                            <a:schemeClr val="tx1"/>
                          </a:solidFill>
                          <a:prstDash val="solid"/>
                        </a:lnT>
                        <a:lnB w="12700" cap="flat" cmpd="sng" algn="ctr">
                          <a:solidFill>
                            <a:schemeClr val="tx1"/>
                          </a:solidFill>
                          <a:prstDash val="solid"/>
                          <a:round/>
                          <a:headEnd type="none" w="med" len="med"/>
                          <a:tailEnd type="none" w="med" len="med"/>
                        </a:lnB>
                      </a:tcPr>
                    </a:tc>
                    <a:tc>
                      <a:txBody>
                        <a:bodyPr/>
                        <a:lstStyle/>
                        <a:p>
                          <a:r>
                            <a:rPr lang="en-GB" sz="1600" dirty="0"/>
                            <a:t>Actual           Required     Slack                From      To</a:t>
                          </a:r>
                        </a:p>
                      </a:txBody>
                      <a:tcPr>
                        <a:lnL w="12700" cap="flat" cmpd="sng" algn="ctr">
                          <a:solidFill>
                            <a:schemeClr val="tx1"/>
                          </a:solidFill>
                          <a:prstDash val="solid"/>
                          <a:round/>
                          <a:headEnd type="none" w="med" len="med"/>
                          <a:tailEnd type="none" w="med" len="med"/>
                        </a:lnL>
                        <a:lnR w="12700" cmpd="sng">
                          <a:solidFill>
                            <a:schemeClr val="tx1"/>
                          </a:solidFill>
                          <a:prstDash val="soli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409433">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935" t="-96970" r="-411215" b="-284848"/>
                          </a:stretch>
                        </a:blipFill>
                      </a:tcPr>
                    </a:tc>
                    <a:tc>
                      <a:txBody>
                        <a:bodyPr/>
                        <a:lstStyle/>
                        <a:p>
                          <a:r>
                            <a:rPr lang="en-GB" sz="1600" dirty="0"/>
                            <a:t>261.1 MHz    200 MHz        1.17ns        REG0      REG1</a:t>
                          </a:r>
                        </a:p>
                      </a:txBody>
                      <a:tcPr>
                        <a:lnL w="12700" cap="flat" cmpd="sng" algn="ctr">
                          <a:solidFill>
                            <a:schemeClr val="tx1"/>
                          </a:solidFill>
                          <a:prstDash val="solid"/>
                          <a:round/>
                          <a:headEnd type="none" w="med" len="med"/>
                          <a:tailEnd type="none" w="med" len="med"/>
                        </a:lnL>
                        <a:lnR w="12700" cmpd="sng">
                          <a:solidFill>
                            <a:schemeClr val="tx1"/>
                          </a:solidFill>
                          <a:prstDash val="soli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375313">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935" t="-216667" r="-411215" b="-213333"/>
                          </a:stretch>
                        </a:blipFill>
                      </a:tcPr>
                    </a:tc>
                    <a:tc>
                      <a:txBody>
                        <a:bodyPr/>
                        <a:lstStyle/>
                        <a:p>
                          <a:r>
                            <a:rPr lang="en-GB" sz="1600" dirty="0"/>
                            <a:t>2.356 ns         10.0 ns         7.644 ns       D0           REG0</a:t>
                          </a:r>
                        </a:p>
                      </a:txBody>
                      <a:tcPr>
                        <a:lnL w="12700" cap="flat" cmpd="sng" algn="ctr">
                          <a:solidFill>
                            <a:schemeClr val="tx1"/>
                          </a:solidFill>
                          <a:prstDash val="solid"/>
                          <a:round/>
                          <a:headEnd type="none" w="med" len="med"/>
                          <a:tailEnd type="none" w="med" len="med"/>
                        </a:lnL>
                        <a:lnR w="12700" cmpd="sng">
                          <a:solidFill>
                            <a:schemeClr val="tx1"/>
                          </a:solidFill>
                          <a:prstDash val="soli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409433">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935" t="-296875" r="-411215" b="-100000"/>
                          </a:stretch>
                        </a:blipFill>
                      </a:tcPr>
                    </a:tc>
                    <a:tc>
                      <a:txBody>
                        <a:bodyPr/>
                        <a:lstStyle/>
                        <a:p>
                          <a:r>
                            <a:rPr lang="en-GB" sz="1600" dirty="0"/>
                            <a:t>6.772 ns         10.0 ns         3.228 ns       REG0      D0</a:t>
                          </a:r>
                        </a:p>
                      </a:txBody>
                      <a:tcPr>
                        <a:lnL w="12700" cap="flat" cmpd="sng" algn="ctr">
                          <a:solidFill>
                            <a:schemeClr val="tx1"/>
                          </a:solidFill>
                          <a:prstDash val="solid"/>
                          <a:round/>
                          <a:headEnd type="none" w="med" len="med"/>
                          <a:tailEnd type="none" w="med" len="med"/>
                        </a:lnL>
                        <a:lnR w="12700" cmpd="sng">
                          <a:solidFill>
                            <a:schemeClr val="tx1"/>
                          </a:solidFill>
                          <a:prstDash val="soli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365760">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mpd="sng">
                          <a:solidFill>
                            <a:schemeClr val="tx1"/>
                          </a:solidFill>
                          <a:prstDash val="solid"/>
                        </a:lnB>
                        <a:blipFill>
                          <a:blip r:embed="rId4"/>
                          <a:stretch>
                            <a:fillRect l="-935" t="-437931" r="-411215" b="-10345"/>
                          </a:stretch>
                        </a:blipFill>
                      </a:tcPr>
                    </a:tc>
                    <a:tc>
                      <a:txBody>
                        <a:bodyPr/>
                        <a:lstStyle/>
                        <a:p>
                          <a:r>
                            <a:rPr lang="en-GB" sz="1600" dirty="0"/>
                            <a:t>0.240 ns         10.0 ns         9.76 ns          D1          REG1</a:t>
                          </a:r>
                        </a:p>
                      </a:txBody>
                      <a:tcPr>
                        <a:lnL w="12700" cap="flat" cmpd="sng" algn="ctr">
                          <a:solidFill>
                            <a:schemeClr val="tx1"/>
                          </a:solidFill>
                          <a:prstDash val="solid"/>
                          <a:round/>
                          <a:headEnd type="none" w="med" len="med"/>
                          <a:tailEnd type="none" w="med" len="med"/>
                        </a:lnL>
                        <a:lnR w="12700" cmpd="sng">
                          <a:solidFill>
                            <a:schemeClr val="tx1"/>
                          </a:solidFill>
                          <a:prstDash val="soli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mc:Fallback>
      </mc:AlternateContent>
      <p:sp>
        <p:nvSpPr>
          <p:cNvPr id="114" name="Text Box 104"/>
          <p:cNvSpPr txBox="1">
            <a:spLocks noChangeArrowheads="1"/>
          </p:cNvSpPr>
          <p:nvPr/>
        </p:nvSpPr>
        <p:spPr bwMode="auto">
          <a:xfrm>
            <a:off x="612226" y="1906010"/>
            <a:ext cx="1178208"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1600">
                <a:solidFill>
                  <a:schemeClr val="tx1"/>
                </a:solidFill>
                <a:latin typeface="Arial" charset="0"/>
                <a:ea typeface="ＭＳ Ｐゴシック" charset="0"/>
                <a:cs typeface="ＭＳ Ｐゴシック" charset="0"/>
              </a:defRPr>
            </a:lvl1pPr>
            <a:lvl2pPr marL="742950" indent="-285750">
              <a:defRPr kumimoji="1" sz="1600">
                <a:solidFill>
                  <a:schemeClr val="tx1"/>
                </a:solidFill>
                <a:latin typeface="Arial" charset="0"/>
                <a:ea typeface="ＭＳ Ｐゴシック" charset="0"/>
              </a:defRPr>
            </a:lvl2pPr>
            <a:lvl3pPr marL="1143000" indent="-228600">
              <a:defRPr kumimoji="1" sz="1600">
                <a:solidFill>
                  <a:schemeClr val="tx1"/>
                </a:solidFill>
                <a:latin typeface="Arial" charset="0"/>
                <a:ea typeface="ＭＳ Ｐゴシック" charset="0"/>
              </a:defRPr>
            </a:lvl3pPr>
            <a:lvl4pPr marL="1600200" indent="-228600">
              <a:defRPr kumimoji="1" sz="1600">
                <a:solidFill>
                  <a:schemeClr val="tx1"/>
                </a:solidFill>
                <a:latin typeface="Arial" charset="0"/>
                <a:ea typeface="ＭＳ Ｐゴシック" charset="0"/>
              </a:defRPr>
            </a:lvl4pPr>
            <a:lvl5pPr marL="2057400" indent="-228600">
              <a:defRPr kumimoji="1" sz="1600">
                <a:solidFill>
                  <a:schemeClr val="tx1"/>
                </a:solidFill>
                <a:latin typeface="Arial" charset="0"/>
                <a:ea typeface="ＭＳ Ｐゴシック" charset="0"/>
              </a:defRPr>
            </a:lvl5pPr>
            <a:lvl6pPr marL="2514600" indent="-228600" eaLnBrk="0" fontAlgn="base" hangingPunct="0">
              <a:spcBef>
                <a:spcPct val="20000"/>
              </a:spcBef>
              <a:spcAft>
                <a:spcPct val="0"/>
              </a:spcAft>
              <a:buClr>
                <a:srgbClr val="000000"/>
              </a:buClr>
              <a:defRPr kumimoji="1" sz="1600">
                <a:solidFill>
                  <a:schemeClr val="tx1"/>
                </a:solidFill>
                <a:latin typeface="Arial" charset="0"/>
                <a:ea typeface="ＭＳ Ｐゴシック" charset="0"/>
              </a:defRPr>
            </a:lvl6pPr>
            <a:lvl7pPr marL="2971800" indent="-228600" eaLnBrk="0" fontAlgn="base" hangingPunct="0">
              <a:spcBef>
                <a:spcPct val="20000"/>
              </a:spcBef>
              <a:spcAft>
                <a:spcPct val="0"/>
              </a:spcAft>
              <a:buClr>
                <a:srgbClr val="000000"/>
              </a:buClr>
              <a:defRPr kumimoji="1" sz="1600">
                <a:solidFill>
                  <a:schemeClr val="tx1"/>
                </a:solidFill>
                <a:latin typeface="Arial" charset="0"/>
                <a:ea typeface="ＭＳ Ｐゴシック" charset="0"/>
              </a:defRPr>
            </a:lvl7pPr>
            <a:lvl8pPr marL="3429000" indent="-228600" eaLnBrk="0" fontAlgn="base" hangingPunct="0">
              <a:spcBef>
                <a:spcPct val="20000"/>
              </a:spcBef>
              <a:spcAft>
                <a:spcPct val="0"/>
              </a:spcAft>
              <a:buClr>
                <a:srgbClr val="000000"/>
              </a:buClr>
              <a:defRPr kumimoji="1" sz="1600">
                <a:solidFill>
                  <a:schemeClr val="tx1"/>
                </a:solidFill>
                <a:latin typeface="Arial" charset="0"/>
                <a:ea typeface="ＭＳ Ｐゴシック" charset="0"/>
              </a:defRPr>
            </a:lvl8pPr>
            <a:lvl9pPr marL="3886200" indent="-228600" eaLnBrk="0" fontAlgn="base" hangingPunct="0">
              <a:spcBef>
                <a:spcPct val="20000"/>
              </a:spcBef>
              <a:spcAft>
                <a:spcPct val="0"/>
              </a:spcAft>
              <a:buClr>
                <a:srgbClr val="000000"/>
              </a:buClr>
              <a:defRPr kumimoji="1" sz="1600">
                <a:solidFill>
                  <a:schemeClr val="tx1"/>
                </a:solidFill>
                <a:latin typeface="Arial" charset="0"/>
                <a:ea typeface="ＭＳ Ｐゴシック" charset="0"/>
              </a:defRPr>
            </a:lvl9pPr>
          </a:lstStyle>
          <a:p>
            <a:pPr>
              <a:spcBef>
                <a:spcPct val="0"/>
              </a:spcBef>
              <a:buClrTx/>
            </a:pPr>
            <a:r>
              <a:rPr kumimoji="0" lang="en-US" dirty="0"/>
              <a:t>Test vector</a:t>
            </a:r>
          </a:p>
        </p:txBody>
      </p:sp>
      <p:sp>
        <p:nvSpPr>
          <p:cNvPr id="145" name="Text Box 104"/>
          <p:cNvSpPr txBox="1">
            <a:spLocks noChangeArrowheads="1"/>
          </p:cNvSpPr>
          <p:nvPr/>
        </p:nvSpPr>
        <p:spPr bwMode="auto">
          <a:xfrm>
            <a:off x="500111" y="3073667"/>
            <a:ext cx="1178208"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1600">
                <a:solidFill>
                  <a:schemeClr val="tx1"/>
                </a:solidFill>
                <a:latin typeface="Arial" charset="0"/>
                <a:ea typeface="ＭＳ Ｐゴシック" charset="0"/>
                <a:cs typeface="ＭＳ Ｐゴシック" charset="0"/>
              </a:defRPr>
            </a:lvl1pPr>
            <a:lvl2pPr marL="742950" indent="-285750">
              <a:defRPr kumimoji="1" sz="1600">
                <a:solidFill>
                  <a:schemeClr val="tx1"/>
                </a:solidFill>
                <a:latin typeface="Arial" charset="0"/>
                <a:ea typeface="ＭＳ Ｐゴシック" charset="0"/>
              </a:defRPr>
            </a:lvl2pPr>
            <a:lvl3pPr marL="1143000" indent="-228600">
              <a:defRPr kumimoji="1" sz="1600">
                <a:solidFill>
                  <a:schemeClr val="tx1"/>
                </a:solidFill>
                <a:latin typeface="Arial" charset="0"/>
                <a:ea typeface="ＭＳ Ｐゴシック" charset="0"/>
              </a:defRPr>
            </a:lvl3pPr>
            <a:lvl4pPr marL="1600200" indent="-228600">
              <a:defRPr kumimoji="1" sz="1600">
                <a:solidFill>
                  <a:schemeClr val="tx1"/>
                </a:solidFill>
                <a:latin typeface="Arial" charset="0"/>
                <a:ea typeface="ＭＳ Ｐゴシック" charset="0"/>
              </a:defRPr>
            </a:lvl4pPr>
            <a:lvl5pPr marL="2057400" indent="-228600">
              <a:defRPr kumimoji="1" sz="1600">
                <a:solidFill>
                  <a:schemeClr val="tx1"/>
                </a:solidFill>
                <a:latin typeface="Arial" charset="0"/>
                <a:ea typeface="ＭＳ Ｐゴシック" charset="0"/>
              </a:defRPr>
            </a:lvl5pPr>
            <a:lvl6pPr marL="2514600" indent="-228600" eaLnBrk="0" fontAlgn="base" hangingPunct="0">
              <a:spcBef>
                <a:spcPct val="20000"/>
              </a:spcBef>
              <a:spcAft>
                <a:spcPct val="0"/>
              </a:spcAft>
              <a:buClr>
                <a:srgbClr val="000000"/>
              </a:buClr>
              <a:defRPr kumimoji="1" sz="1600">
                <a:solidFill>
                  <a:schemeClr val="tx1"/>
                </a:solidFill>
                <a:latin typeface="Arial" charset="0"/>
                <a:ea typeface="ＭＳ Ｐゴシック" charset="0"/>
              </a:defRPr>
            </a:lvl6pPr>
            <a:lvl7pPr marL="2971800" indent="-228600" eaLnBrk="0" fontAlgn="base" hangingPunct="0">
              <a:spcBef>
                <a:spcPct val="20000"/>
              </a:spcBef>
              <a:spcAft>
                <a:spcPct val="0"/>
              </a:spcAft>
              <a:buClr>
                <a:srgbClr val="000000"/>
              </a:buClr>
              <a:defRPr kumimoji="1" sz="1600">
                <a:solidFill>
                  <a:schemeClr val="tx1"/>
                </a:solidFill>
                <a:latin typeface="Arial" charset="0"/>
                <a:ea typeface="ＭＳ Ｐゴシック" charset="0"/>
              </a:defRPr>
            </a:lvl7pPr>
            <a:lvl8pPr marL="3429000" indent="-228600" eaLnBrk="0" fontAlgn="base" hangingPunct="0">
              <a:spcBef>
                <a:spcPct val="20000"/>
              </a:spcBef>
              <a:spcAft>
                <a:spcPct val="0"/>
              </a:spcAft>
              <a:buClr>
                <a:srgbClr val="000000"/>
              </a:buClr>
              <a:defRPr kumimoji="1" sz="1600">
                <a:solidFill>
                  <a:schemeClr val="tx1"/>
                </a:solidFill>
                <a:latin typeface="Arial" charset="0"/>
                <a:ea typeface="ＭＳ Ｐゴシック" charset="0"/>
              </a:defRPr>
            </a:lvl8pPr>
            <a:lvl9pPr marL="3886200" indent="-228600" eaLnBrk="0" fontAlgn="base" hangingPunct="0">
              <a:spcBef>
                <a:spcPct val="20000"/>
              </a:spcBef>
              <a:spcAft>
                <a:spcPct val="0"/>
              </a:spcAft>
              <a:buClr>
                <a:srgbClr val="000000"/>
              </a:buClr>
              <a:defRPr kumimoji="1" sz="1600">
                <a:solidFill>
                  <a:schemeClr val="tx1"/>
                </a:solidFill>
                <a:latin typeface="Arial" charset="0"/>
                <a:ea typeface="ＭＳ Ｐゴシック" charset="0"/>
              </a:defRPr>
            </a:lvl9pPr>
          </a:lstStyle>
          <a:p>
            <a:pPr>
              <a:spcBef>
                <a:spcPct val="0"/>
              </a:spcBef>
              <a:buClrTx/>
            </a:pPr>
            <a:r>
              <a:rPr kumimoji="0" lang="en-US" dirty="0"/>
              <a:t>Test vector</a:t>
            </a:r>
          </a:p>
        </p:txBody>
      </p:sp>
      <p:pic>
        <p:nvPicPr>
          <p:cNvPr id="146" name="Picture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041010" y="1821605"/>
            <a:ext cx="1008000" cy="9981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7" name="Line 133"/>
          <p:cNvSpPr>
            <a:spLocks noChangeShapeType="1"/>
          </p:cNvSpPr>
          <p:nvPr/>
        </p:nvSpPr>
        <p:spPr bwMode="auto">
          <a:xfrm flipH="1">
            <a:off x="787070" y="2325211"/>
            <a:ext cx="792000" cy="1587"/>
          </a:xfrm>
          <a:prstGeom prst="line">
            <a:avLst/>
          </a:prstGeom>
          <a:noFill/>
          <a:ln w="20638">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GB"/>
          </a:p>
        </p:txBody>
      </p:sp>
      <p:sp>
        <p:nvSpPr>
          <p:cNvPr id="148" name="Freeform 138"/>
          <p:cNvSpPr>
            <a:spLocks/>
          </p:cNvSpPr>
          <p:nvPr/>
        </p:nvSpPr>
        <p:spPr bwMode="auto">
          <a:xfrm>
            <a:off x="1526020" y="2286000"/>
            <a:ext cx="217487" cy="96838"/>
          </a:xfrm>
          <a:custGeom>
            <a:avLst/>
            <a:gdLst>
              <a:gd name="T0" fmla="*/ 217487 w 100"/>
              <a:gd name="T1" fmla="*/ 48419 h 50"/>
              <a:gd name="T2" fmla="*/ 0 w 100"/>
              <a:gd name="T3" fmla="*/ 0 h 50"/>
              <a:gd name="T4" fmla="*/ 0 w 100"/>
              <a:gd name="T5" fmla="*/ 96838 h 50"/>
              <a:gd name="T6" fmla="*/ 217487 w 100"/>
              <a:gd name="T7" fmla="*/ 48419 h 50"/>
              <a:gd name="T8" fmla="*/ 0 60000 65536"/>
              <a:gd name="T9" fmla="*/ 0 60000 65536"/>
              <a:gd name="T10" fmla="*/ 0 60000 65536"/>
              <a:gd name="T11" fmla="*/ 0 60000 65536"/>
              <a:gd name="T12" fmla="*/ 0 w 100"/>
              <a:gd name="T13" fmla="*/ 0 h 50"/>
              <a:gd name="T14" fmla="*/ 100 w 100"/>
              <a:gd name="T15" fmla="*/ 50 h 50"/>
            </a:gdLst>
            <a:ahLst/>
            <a:cxnLst>
              <a:cxn ang="T8">
                <a:pos x="T0" y="T1"/>
              </a:cxn>
              <a:cxn ang="T9">
                <a:pos x="T2" y="T3"/>
              </a:cxn>
              <a:cxn ang="T10">
                <a:pos x="T4" y="T5"/>
              </a:cxn>
              <a:cxn ang="T11">
                <a:pos x="T6" y="T7"/>
              </a:cxn>
            </a:cxnLst>
            <a:rect l="T12" t="T13" r="T14" b="T15"/>
            <a:pathLst>
              <a:path w="100" h="50">
                <a:moveTo>
                  <a:pt x="100" y="25"/>
                </a:moveTo>
                <a:lnTo>
                  <a:pt x="0" y="0"/>
                </a:lnTo>
                <a:lnTo>
                  <a:pt x="0" y="50"/>
                </a:lnTo>
                <a:lnTo>
                  <a:pt x="100" y="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p>
        </p:txBody>
      </p:sp>
      <p:sp>
        <p:nvSpPr>
          <p:cNvPr id="149" name="Line 133"/>
          <p:cNvSpPr>
            <a:spLocks noChangeShapeType="1"/>
          </p:cNvSpPr>
          <p:nvPr/>
        </p:nvSpPr>
        <p:spPr bwMode="auto">
          <a:xfrm flipH="1">
            <a:off x="866041" y="3468338"/>
            <a:ext cx="792000" cy="1587"/>
          </a:xfrm>
          <a:prstGeom prst="line">
            <a:avLst/>
          </a:prstGeom>
          <a:noFill/>
          <a:ln w="20638">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GB"/>
          </a:p>
        </p:txBody>
      </p:sp>
      <p:sp>
        <p:nvSpPr>
          <p:cNvPr id="150" name="Freeform 138"/>
          <p:cNvSpPr>
            <a:spLocks/>
          </p:cNvSpPr>
          <p:nvPr/>
        </p:nvSpPr>
        <p:spPr bwMode="auto">
          <a:xfrm>
            <a:off x="1604991" y="3429127"/>
            <a:ext cx="217487" cy="96838"/>
          </a:xfrm>
          <a:custGeom>
            <a:avLst/>
            <a:gdLst>
              <a:gd name="T0" fmla="*/ 217487 w 100"/>
              <a:gd name="T1" fmla="*/ 48419 h 50"/>
              <a:gd name="T2" fmla="*/ 0 w 100"/>
              <a:gd name="T3" fmla="*/ 0 h 50"/>
              <a:gd name="T4" fmla="*/ 0 w 100"/>
              <a:gd name="T5" fmla="*/ 96838 h 50"/>
              <a:gd name="T6" fmla="*/ 217487 w 100"/>
              <a:gd name="T7" fmla="*/ 48419 h 50"/>
              <a:gd name="T8" fmla="*/ 0 60000 65536"/>
              <a:gd name="T9" fmla="*/ 0 60000 65536"/>
              <a:gd name="T10" fmla="*/ 0 60000 65536"/>
              <a:gd name="T11" fmla="*/ 0 60000 65536"/>
              <a:gd name="T12" fmla="*/ 0 w 100"/>
              <a:gd name="T13" fmla="*/ 0 h 50"/>
              <a:gd name="T14" fmla="*/ 100 w 100"/>
              <a:gd name="T15" fmla="*/ 50 h 50"/>
            </a:gdLst>
            <a:ahLst/>
            <a:cxnLst>
              <a:cxn ang="T8">
                <a:pos x="T0" y="T1"/>
              </a:cxn>
              <a:cxn ang="T9">
                <a:pos x="T2" y="T3"/>
              </a:cxn>
              <a:cxn ang="T10">
                <a:pos x="T4" y="T5"/>
              </a:cxn>
              <a:cxn ang="T11">
                <a:pos x="T6" y="T7"/>
              </a:cxn>
            </a:cxnLst>
            <a:rect l="T12" t="T13" r="T14" b="T15"/>
            <a:pathLst>
              <a:path w="100" h="50">
                <a:moveTo>
                  <a:pt x="100" y="25"/>
                </a:moveTo>
                <a:lnTo>
                  <a:pt x="0" y="0"/>
                </a:lnTo>
                <a:lnTo>
                  <a:pt x="0" y="50"/>
                </a:lnTo>
                <a:lnTo>
                  <a:pt x="100" y="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p>
        </p:txBody>
      </p:sp>
    </p:spTree>
    <p:extLst>
      <p:ext uri="{BB962C8B-B14F-4D97-AF65-F5344CB8AC3E}">
        <p14:creationId xmlns:p14="http://schemas.microsoft.com/office/powerpoint/2010/main" val="2643566124"/>
      </p:ext>
    </p:extLst>
  </p:cSld>
  <p:clrMapOvr>
    <a:masterClrMapping/>
  </p:clrMapOvr>
  <mc:AlternateContent xmlns:mc="http://schemas.openxmlformats.org/markup-compatibility/2006" xmlns:p14="http://schemas.microsoft.com/office/powerpoint/2010/main">
    <mc:Choice Requires="p14">
      <p:transition spd="slow" p14:dur="2000" advTm="73613"/>
    </mc:Choice>
    <mc:Fallback xmlns="">
      <p:transition spd="slow" advTm="73613"/>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2403" name="Group 32"/>
          <p:cNvGrpSpPr>
            <a:grpSpLocks/>
          </p:cNvGrpSpPr>
          <p:nvPr/>
        </p:nvGrpSpPr>
        <p:grpSpPr bwMode="auto">
          <a:xfrm>
            <a:off x="982830" y="5009635"/>
            <a:ext cx="1447800" cy="533400"/>
            <a:chOff x="3696" y="1440"/>
            <a:chExt cx="2352" cy="864"/>
          </a:xfrm>
        </p:grpSpPr>
        <p:sp>
          <p:nvSpPr>
            <p:cNvPr id="102460" name="AutoShape 33"/>
            <p:cNvSpPr>
              <a:spLocks noChangeArrowheads="1"/>
            </p:cNvSpPr>
            <p:nvPr/>
          </p:nvSpPr>
          <p:spPr bwMode="auto">
            <a:xfrm>
              <a:off x="3696" y="2016"/>
              <a:ext cx="192" cy="48"/>
            </a:xfrm>
            <a:prstGeom prst="parallelogram">
              <a:avLst>
                <a:gd name="adj" fmla="val 106259"/>
              </a:avLst>
            </a:prstGeom>
            <a:solidFill>
              <a:srgbClr val="FFFF00"/>
            </a:solidFill>
            <a:ln w="3175">
              <a:solidFill>
                <a:schemeClr val="tx1"/>
              </a:solidFill>
              <a:miter lim="800000"/>
              <a:headEnd/>
              <a:tailEnd/>
            </a:ln>
          </p:spPr>
          <p:txBody>
            <a:bodyPr wrap="none" anchor="ctr"/>
            <a:lstStyle/>
            <a:p>
              <a:pPr>
                <a:spcBef>
                  <a:spcPct val="0"/>
                </a:spcBef>
                <a:buClrTx/>
              </a:pPr>
              <a:endParaRPr kumimoji="0" lang="en-US" sz="2400">
                <a:solidFill>
                  <a:srgbClr val="000000"/>
                </a:solidFill>
                <a:latin typeface="Times New Roman" charset="0"/>
              </a:endParaRPr>
            </a:p>
          </p:txBody>
        </p:sp>
        <p:sp>
          <p:nvSpPr>
            <p:cNvPr id="102461" name="AutoShape 34"/>
            <p:cNvSpPr>
              <a:spLocks noChangeArrowheads="1"/>
            </p:cNvSpPr>
            <p:nvPr/>
          </p:nvSpPr>
          <p:spPr bwMode="auto">
            <a:xfrm>
              <a:off x="3792" y="1920"/>
              <a:ext cx="192" cy="48"/>
            </a:xfrm>
            <a:prstGeom prst="parallelogram">
              <a:avLst>
                <a:gd name="adj" fmla="val 106259"/>
              </a:avLst>
            </a:prstGeom>
            <a:solidFill>
              <a:srgbClr val="FFFF00"/>
            </a:solidFill>
            <a:ln w="3175">
              <a:solidFill>
                <a:schemeClr val="tx1"/>
              </a:solidFill>
              <a:miter lim="800000"/>
              <a:headEnd/>
              <a:tailEnd/>
            </a:ln>
          </p:spPr>
          <p:txBody>
            <a:bodyPr wrap="none" anchor="ctr"/>
            <a:lstStyle/>
            <a:p>
              <a:pPr>
                <a:spcBef>
                  <a:spcPct val="0"/>
                </a:spcBef>
                <a:buClrTx/>
              </a:pPr>
              <a:endParaRPr kumimoji="0" lang="en-US" sz="2400">
                <a:solidFill>
                  <a:srgbClr val="000000"/>
                </a:solidFill>
                <a:latin typeface="Times New Roman" charset="0"/>
              </a:endParaRPr>
            </a:p>
          </p:txBody>
        </p:sp>
        <p:sp>
          <p:nvSpPr>
            <p:cNvPr id="102462" name="AutoShape 35"/>
            <p:cNvSpPr>
              <a:spLocks noChangeArrowheads="1"/>
            </p:cNvSpPr>
            <p:nvPr/>
          </p:nvSpPr>
          <p:spPr bwMode="auto">
            <a:xfrm>
              <a:off x="3888" y="1824"/>
              <a:ext cx="192" cy="48"/>
            </a:xfrm>
            <a:prstGeom prst="parallelogram">
              <a:avLst>
                <a:gd name="adj" fmla="val 106259"/>
              </a:avLst>
            </a:prstGeom>
            <a:solidFill>
              <a:srgbClr val="FFFF00"/>
            </a:solidFill>
            <a:ln w="3175">
              <a:solidFill>
                <a:schemeClr val="tx1"/>
              </a:solidFill>
              <a:miter lim="800000"/>
              <a:headEnd/>
              <a:tailEnd/>
            </a:ln>
          </p:spPr>
          <p:txBody>
            <a:bodyPr wrap="none" anchor="ctr"/>
            <a:lstStyle/>
            <a:p>
              <a:pPr>
                <a:spcBef>
                  <a:spcPct val="0"/>
                </a:spcBef>
                <a:buClrTx/>
              </a:pPr>
              <a:endParaRPr kumimoji="0" lang="en-US" sz="2400">
                <a:solidFill>
                  <a:srgbClr val="000000"/>
                </a:solidFill>
                <a:latin typeface="Times New Roman" charset="0"/>
              </a:endParaRPr>
            </a:p>
          </p:txBody>
        </p:sp>
        <p:sp>
          <p:nvSpPr>
            <p:cNvPr id="102463" name="AutoShape 36"/>
            <p:cNvSpPr>
              <a:spLocks noChangeArrowheads="1"/>
            </p:cNvSpPr>
            <p:nvPr/>
          </p:nvSpPr>
          <p:spPr bwMode="auto">
            <a:xfrm>
              <a:off x="3984" y="1728"/>
              <a:ext cx="192" cy="48"/>
            </a:xfrm>
            <a:prstGeom prst="parallelogram">
              <a:avLst>
                <a:gd name="adj" fmla="val 106259"/>
              </a:avLst>
            </a:prstGeom>
            <a:solidFill>
              <a:srgbClr val="FFFF00"/>
            </a:solidFill>
            <a:ln w="3175">
              <a:solidFill>
                <a:schemeClr val="tx1"/>
              </a:solidFill>
              <a:miter lim="800000"/>
              <a:headEnd/>
              <a:tailEnd/>
            </a:ln>
          </p:spPr>
          <p:txBody>
            <a:bodyPr wrap="none" anchor="ctr"/>
            <a:lstStyle/>
            <a:p>
              <a:pPr>
                <a:spcBef>
                  <a:spcPct val="0"/>
                </a:spcBef>
                <a:buClrTx/>
              </a:pPr>
              <a:endParaRPr kumimoji="0" lang="en-US" sz="2400">
                <a:solidFill>
                  <a:srgbClr val="000000"/>
                </a:solidFill>
                <a:latin typeface="Times New Roman" charset="0"/>
              </a:endParaRPr>
            </a:p>
          </p:txBody>
        </p:sp>
        <p:sp>
          <p:nvSpPr>
            <p:cNvPr id="102464" name="AutoShape 37"/>
            <p:cNvSpPr>
              <a:spLocks noChangeArrowheads="1"/>
            </p:cNvSpPr>
            <p:nvPr/>
          </p:nvSpPr>
          <p:spPr bwMode="auto">
            <a:xfrm>
              <a:off x="4080" y="1632"/>
              <a:ext cx="192" cy="48"/>
            </a:xfrm>
            <a:prstGeom prst="parallelogram">
              <a:avLst>
                <a:gd name="adj" fmla="val 106259"/>
              </a:avLst>
            </a:prstGeom>
            <a:solidFill>
              <a:srgbClr val="FFFF00"/>
            </a:solidFill>
            <a:ln w="3175">
              <a:solidFill>
                <a:schemeClr val="tx1"/>
              </a:solidFill>
              <a:miter lim="800000"/>
              <a:headEnd/>
              <a:tailEnd/>
            </a:ln>
          </p:spPr>
          <p:txBody>
            <a:bodyPr wrap="none" anchor="ctr"/>
            <a:lstStyle/>
            <a:p>
              <a:pPr>
                <a:spcBef>
                  <a:spcPct val="0"/>
                </a:spcBef>
                <a:buClrTx/>
              </a:pPr>
              <a:endParaRPr kumimoji="0" lang="en-US" sz="2400">
                <a:solidFill>
                  <a:srgbClr val="000000"/>
                </a:solidFill>
                <a:latin typeface="Times New Roman" charset="0"/>
              </a:endParaRPr>
            </a:p>
          </p:txBody>
        </p:sp>
        <p:sp>
          <p:nvSpPr>
            <p:cNvPr id="102465" name="AutoShape 38"/>
            <p:cNvSpPr>
              <a:spLocks noChangeArrowheads="1"/>
            </p:cNvSpPr>
            <p:nvPr/>
          </p:nvSpPr>
          <p:spPr bwMode="auto">
            <a:xfrm>
              <a:off x="4176" y="1536"/>
              <a:ext cx="192" cy="48"/>
            </a:xfrm>
            <a:prstGeom prst="parallelogram">
              <a:avLst>
                <a:gd name="adj" fmla="val 106259"/>
              </a:avLst>
            </a:prstGeom>
            <a:solidFill>
              <a:srgbClr val="FFFF00"/>
            </a:solidFill>
            <a:ln w="3175">
              <a:solidFill>
                <a:schemeClr val="tx1"/>
              </a:solidFill>
              <a:miter lim="800000"/>
              <a:headEnd/>
              <a:tailEnd/>
            </a:ln>
          </p:spPr>
          <p:txBody>
            <a:bodyPr wrap="none" anchor="ctr"/>
            <a:lstStyle/>
            <a:p>
              <a:pPr>
                <a:spcBef>
                  <a:spcPct val="0"/>
                </a:spcBef>
                <a:buClrTx/>
              </a:pPr>
              <a:endParaRPr kumimoji="0" lang="en-US" sz="2400">
                <a:solidFill>
                  <a:srgbClr val="000000"/>
                </a:solidFill>
                <a:latin typeface="Times New Roman" charset="0"/>
              </a:endParaRPr>
            </a:p>
          </p:txBody>
        </p:sp>
        <p:sp>
          <p:nvSpPr>
            <p:cNvPr id="102466" name="AutoShape 39"/>
            <p:cNvSpPr>
              <a:spLocks noChangeArrowheads="1"/>
            </p:cNvSpPr>
            <p:nvPr/>
          </p:nvSpPr>
          <p:spPr bwMode="auto">
            <a:xfrm>
              <a:off x="3792" y="1440"/>
              <a:ext cx="2112" cy="717"/>
            </a:xfrm>
            <a:prstGeom prst="cube">
              <a:avLst>
                <a:gd name="adj" fmla="val 86194"/>
              </a:avLst>
            </a:prstGeom>
            <a:solidFill>
              <a:srgbClr val="003366"/>
            </a:solidFill>
            <a:ln w="9525">
              <a:solidFill>
                <a:srgbClr val="003366"/>
              </a:solidFill>
              <a:miter lim="800000"/>
              <a:headEnd/>
              <a:tailEnd/>
            </a:ln>
          </p:spPr>
          <p:txBody>
            <a:bodyPr wrap="none" anchor="ctr"/>
            <a:lstStyle/>
            <a:p>
              <a:pPr algn="ctr" eaLnBrk="1" hangingPunct="1">
                <a:spcBef>
                  <a:spcPct val="0"/>
                </a:spcBef>
                <a:buClrTx/>
              </a:pPr>
              <a:endParaRPr kumimoji="0" lang="pl-PL" sz="2400">
                <a:solidFill>
                  <a:srgbClr val="000000"/>
                </a:solidFill>
                <a:latin typeface="Times New Roman" charset="0"/>
              </a:endParaRPr>
            </a:p>
          </p:txBody>
        </p:sp>
        <p:grpSp>
          <p:nvGrpSpPr>
            <p:cNvPr id="102467" name="Group 40"/>
            <p:cNvGrpSpPr>
              <a:grpSpLocks/>
            </p:cNvGrpSpPr>
            <p:nvPr/>
          </p:nvGrpSpPr>
          <p:grpSpPr bwMode="auto">
            <a:xfrm>
              <a:off x="5808" y="1536"/>
              <a:ext cx="240" cy="96"/>
              <a:chOff x="2832" y="2784"/>
              <a:chExt cx="1629" cy="624"/>
            </a:xfrm>
          </p:grpSpPr>
          <p:sp>
            <p:nvSpPr>
              <p:cNvPr id="102528" name="AutoShape 41"/>
              <p:cNvSpPr>
                <a:spLocks noChangeArrowheads="1"/>
              </p:cNvSpPr>
              <p:nvPr/>
            </p:nvSpPr>
            <p:spPr bwMode="auto">
              <a:xfrm>
                <a:off x="2832" y="2784"/>
                <a:ext cx="765" cy="288"/>
              </a:xfrm>
              <a:prstGeom prst="parallelogram">
                <a:avLst>
                  <a:gd name="adj" fmla="val 97568"/>
                </a:avLst>
              </a:prstGeom>
              <a:solidFill>
                <a:srgbClr val="FFFF00"/>
              </a:solidFill>
              <a:ln w="3175">
                <a:solidFill>
                  <a:schemeClr val="tx1"/>
                </a:solidFill>
                <a:miter lim="800000"/>
                <a:headEnd/>
                <a:tailEnd/>
              </a:ln>
            </p:spPr>
            <p:txBody>
              <a:bodyPr wrap="none" anchor="ctr"/>
              <a:lstStyle/>
              <a:p>
                <a:pPr>
                  <a:spcBef>
                    <a:spcPct val="0"/>
                  </a:spcBef>
                  <a:buClrTx/>
                </a:pPr>
                <a:endParaRPr kumimoji="0" lang="en-US" sz="2400">
                  <a:solidFill>
                    <a:srgbClr val="000000"/>
                  </a:solidFill>
                  <a:latin typeface="Times New Roman" charset="0"/>
                </a:endParaRPr>
              </a:p>
            </p:txBody>
          </p:sp>
          <p:sp>
            <p:nvSpPr>
              <p:cNvPr id="102529" name="AutoShape 42"/>
              <p:cNvSpPr>
                <a:spLocks noChangeArrowheads="1"/>
              </p:cNvSpPr>
              <p:nvPr/>
            </p:nvSpPr>
            <p:spPr bwMode="auto">
              <a:xfrm rot="2580000">
                <a:off x="3401" y="2907"/>
                <a:ext cx="528" cy="384"/>
              </a:xfrm>
              <a:prstGeom prst="parallelogram">
                <a:avLst>
                  <a:gd name="adj" fmla="val 0"/>
                </a:avLst>
              </a:prstGeom>
              <a:solidFill>
                <a:srgbClr val="FFFF00"/>
              </a:solidFill>
              <a:ln w="3175">
                <a:solidFill>
                  <a:schemeClr val="tx1"/>
                </a:solidFill>
                <a:miter lim="800000"/>
                <a:headEnd/>
                <a:tailEnd/>
              </a:ln>
            </p:spPr>
            <p:txBody>
              <a:bodyPr wrap="none" anchor="ctr"/>
              <a:lstStyle/>
              <a:p>
                <a:pPr>
                  <a:spcBef>
                    <a:spcPct val="0"/>
                  </a:spcBef>
                  <a:buClrTx/>
                </a:pPr>
                <a:endParaRPr kumimoji="0" lang="en-US" sz="2400">
                  <a:solidFill>
                    <a:srgbClr val="000000"/>
                  </a:solidFill>
                  <a:latin typeface="Times New Roman" charset="0"/>
                </a:endParaRPr>
              </a:p>
            </p:txBody>
          </p:sp>
          <p:sp>
            <p:nvSpPr>
              <p:cNvPr id="102530" name="AutoShape 43"/>
              <p:cNvSpPr>
                <a:spLocks noChangeArrowheads="1"/>
              </p:cNvSpPr>
              <p:nvPr/>
            </p:nvSpPr>
            <p:spPr bwMode="auto">
              <a:xfrm>
                <a:off x="3696" y="3120"/>
                <a:ext cx="765" cy="288"/>
              </a:xfrm>
              <a:prstGeom prst="parallelogram">
                <a:avLst>
                  <a:gd name="adj" fmla="val 97568"/>
                </a:avLst>
              </a:prstGeom>
              <a:solidFill>
                <a:srgbClr val="FFFF00"/>
              </a:solidFill>
              <a:ln w="3175">
                <a:solidFill>
                  <a:schemeClr val="tx1"/>
                </a:solidFill>
                <a:miter lim="800000"/>
                <a:headEnd/>
                <a:tailEnd/>
              </a:ln>
            </p:spPr>
            <p:txBody>
              <a:bodyPr wrap="none" anchor="ctr"/>
              <a:lstStyle/>
              <a:p>
                <a:pPr>
                  <a:spcBef>
                    <a:spcPct val="0"/>
                  </a:spcBef>
                  <a:buClrTx/>
                </a:pPr>
                <a:endParaRPr kumimoji="0" lang="en-US" sz="2400">
                  <a:solidFill>
                    <a:srgbClr val="000000"/>
                  </a:solidFill>
                  <a:latin typeface="Times New Roman" charset="0"/>
                </a:endParaRPr>
              </a:p>
            </p:txBody>
          </p:sp>
        </p:grpSp>
        <p:grpSp>
          <p:nvGrpSpPr>
            <p:cNvPr id="102468" name="Group 44"/>
            <p:cNvGrpSpPr>
              <a:grpSpLocks/>
            </p:cNvGrpSpPr>
            <p:nvPr/>
          </p:nvGrpSpPr>
          <p:grpSpPr bwMode="auto">
            <a:xfrm>
              <a:off x="5712" y="1632"/>
              <a:ext cx="240" cy="96"/>
              <a:chOff x="2832" y="2784"/>
              <a:chExt cx="1629" cy="624"/>
            </a:xfrm>
          </p:grpSpPr>
          <p:sp>
            <p:nvSpPr>
              <p:cNvPr id="102525" name="AutoShape 45"/>
              <p:cNvSpPr>
                <a:spLocks noChangeArrowheads="1"/>
              </p:cNvSpPr>
              <p:nvPr/>
            </p:nvSpPr>
            <p:spPr bwMode="auto">
              <a:xfrm>
                <a:off x="2832" y="2784"/>
                <a:ext cx="765" cy="288"/>
              </a:xfrm>
              <a:prstGeom prst="parallelogram">
                <a:avLst>
                  <a:gd name="adj" fmla="val 97568"/>
                </a:avLst>
              </a:prstGeom>
              <a:solidFill>
                <a:srgbClr val="FFFF00"/>
              </a:solidFill>
              <a:ln w="3175">
                <a:solidFill>
                  <a:schemeClr val="tx1"/>
                </a:solidFill>
                <a:miter lim="800000"/>
                <a:headEnd/>
                <a:tailEnd/>
              </a:ln>
            </p:spPr>
            <p:txBody>
              <a:bodyPr wrap="none" anchor="ctr"/>
              <a:lstStyle/>
              <a:p>
                <a:pPr>
                  <a:spcBef>
                    <a:spcPct val="0"/>
                  </a:spcBef>
                  <a:buClrTx/>
                </a:pPr>
                <a:endParaRPr kumimoji="0" lang="en-US" sz="2400">
                  <a:solidFill>
                    <a:srgbClr val="000000"/>
                  </a:solidFill>
                  <a:latin typeface="Times New Roman" charset="0"/>
                </a:endParaRPr>
              </a:p>
            </p:txBody>
          </p:sp>
          <p:sp>
            <p:nvSpPr>
              <p:cNvPr id="102526" name="AutoShape 46"/>
              <p:cNvSpPr>
                <a:spLocks noChangeArrowheads="1"/>
              </p:cNvSpPr>
              <p:nvPr/>
            </p:nvSpPr>
            <p:spPr bwMode="auto">
              <a:xfrm rot="2580000">
                <a:off x="3401" y="2907"/>
                <a:ext cx="528" cy="384"/>
              </a:xfrm>
              <a:prstGeom prst="parallelogram">
                <a:avLst>
                  <a:gd name="adj" fmla="val 0"/>
                </a:avLst>
              </a:prstGeom>
              <a:solidFill>
                <a:srgbClr val="FFFF00"/>
              </a:solidFill>
              <a:ln w="3175">
                <a:solidFill>
                  <a:schemeClr val="tx1"/>
                </a:solidFill>
                <a:miter lim="800000"/>
                <a:headEnd/>
                <a:tailEnd/>
              </a:ln>
            </p:spPr>
            <p:txBody>
              <a:bodyPr wrap="none" anchor="ctr"/>
              <a:lstStyle/>
              <a:p>
                <a:pPr>
                  <a:spcBef>
                    <a:spcPct val="0"/>
                  </a:spcBef>
                  <a:buClrTx/>
                </a:pPr>
                <a:endParaRPr kumimoji="0" lang="en-US" sz="2400">
                  <a:solidFill>
                    <a:srgbClr val="000000"/>
                  </a:solidFill>
                  <a:latin typeface="Times New Roman" charset="0"/>
                </a:endParaRPr>
              </a:p>
            </p:txBody>
          </p:sp>
          <p:sp>
            <p:nvSpPr>
              <p:cNvPr id="102527" name="AutoShape 47"/>
              <p:cNvSpPr>
                <a:spLocks noChangeArrowheads="1"/>
              </p:cNvSpPr>
              <p:nvPr/>
            </p:nvSpPr>
            <p:spPr bwMode="auto">
              <a:xfrm>
                <a:off x="3696" y="3120"/>
                <a:ext cx="765" cy="288"/>
              </a:xfrm>
              <a:prstGeom prst="parallelogram">
                <a:avLst>
                  <a:gd name="adj" fmla="val 97568"/>
                </a:avLst>
              </a:prstGeom>
              <a:solidFill>
                <a:srgbClr val="FFFF00"/>
              </a:solidFill>
              <a:ln w="3175">
                <a:solidFill>
                  <a:schemeClr val="tx1"/>
                </a:solidFill>
                <a:miter lim="800000"/>
                <a:headEnd/>
                <a:tailEnd/>
              </a:ln>
            </p:spPr>
            <p:txBody>
              <a:bodyPr wrap="none" anchor="ctr"/>
              <a:lstStyle/>
              <a:p>
                <a:pPr>
                  <a:spcBef>
                    <a:spcPct val="0"/>
                  </a:spcBef>
                  <a:buClrTx/>
                </a:pPr>
                <a:endParaRPr kumimoji="0" lang="en-US" sz="2400">
                  <a:solidFill>
                    <a:srgbClr val="000000"/>
                  </a:solidFill>
                  <a:latin typeface="Times New Roman" charset="0"/>
                </a:endParaRPr>
              </a:p>
            </p:txBody>
          </p:sp>
        </p:grpSp>
        <p:grpSp>
          <p:nvGrpSpPr>
            <p:cNvPr id="102469" name="Group 48"/>
            <p:cNvGrpSpPr>
              <a:grpSpLocks/>
            </p:cNvGrpSpPr>
            <p:nvPr/>
          </p:nvGrpSpPr>
          <p:grpSpPr bwMode="auto">
            <a:xfrm>
              <a:off x="5616" y="1728"/>
              <a:ext cx="240" cy="96"/>
              <a:chOff x="2832" y="2784"/>
              <a:chExt cx="1629" cy="624"/>
            </a:xfrm>
          </p:grpSpPr>
          <p:sp>
            <p:nvSpPr>
              <p:cNvPr id="102522" name="AutoShape 49"/>
              <p:cNvSpPr>
                <a:spLocks noChangeArrowheads="1"/>
              </p:cNvSpPr>
              <p:nvPr/>
            </p:nvSpPr>
            <p:spPr bwMode="auto">
              <a:xfrm>
                <a:off x="2832" y="2784"/>
                <a:ext cx="765" cy="288"/>
              </a:xfrm>
              <a:prstGeom prst="parallelogram">
                <a:avLst>
                  <a:gd name="adj" fmla="val 97568"/>
                </a:avLst>
              </a:prstGeom>
              <a:solidFill>
                <a:srgbClr val="FFFF00"/>
              </a:solidFill>
              <a:ln w="3175">
                <a:solidFill>
                  <a:schemeClr val="tx1"/>
                </a:solidFill>
                <a:miter lim="800000"/>
                <a:headEnd/>
                <a:tailEnd/>
              </a:ln>
            </p:spPr>
            <p:txBody>
              <a:bodyPr wrap="none" anchor="ctr"/>
              <a:lstStyle/>
              <a:p>
                <a:pPr>
                  <a:spcBef>
                    <a:spcPct val="0"/>
                  </a:spcBef>
                  <a:buClrTx/>
                </a:pPr>
                <a:endParaRPr kumimoji="0" lang="en-US" sz="2400">
                  <a:solidFill>
                    <a:srgbClr val="000000"/>
                  </a:solidFill>
                  <a:latin typeface="Times New Roman" charset="0"/>
                </a:endParaRPr>
              </a:p>
            </p:txBody>
          </p:sp>
          <p:sp>
            <p:nvSpPr>
              <p:cNvPr id="102523" name="AutoShape 50"/>
              <p:cNvSpPr>
                <a:spLocks noChangeArrowheads="1"/>
              </p:cNvSpPr>
              <p:nvPr/>
            </p:nvSpPr>
            <p:spPr bwMode="auto">
              <a:xfrm rot="2580000">
                <a:off x="3401" y="2907"/>
                <a:ext cx="528" cy="384"/>
              </a:xfrm>
              <a:prstGeom prst="parallelogram">
                <a:avLst>
                  <a:gd name="adj" fmla="val 0"/>
                </a:avLst>
              </a:prstGeom>
              <a:solidFill>
                <a:srgbClr val="FFFF00"/>
              </a:solidFill>
              <a:ln w="3175">
                <a:solidFill>
                  <a:schemeClr val="tx1"/>
                </a:solidFill>
                <a:miter lim="800000"/>
                <a:headEnd/>
                <a:tailEnd/>
              </a:ln>
            </p:spPr>
            <p:txBody>
              <a:bodyPr wrap="none" anchor="ctr"/>
              <a:lstStyle/>
              <a:p>
                <a:pPr>
                  <a:spcBef>
                    <a:spcPct val="0"/>
                  </a:spcBef>
                  <a:buClrTx/>
                </a:pPr>
                <a:endParaRPr kumimoji="0" lang="en-US" sz="2400">
                  <a:solidFill>
                    <a:srgbClr val="000000"/>
                  </a:solidFill>
                  <a:latin typeface="Times New Roman" charset="0"/>
                </a:endParaRPr>
              </a:p>
            </p:txBody>
          </p:sp>
          <p:sp>
            <p:nvSpPr>
              <p:cNvPr id="102524" name="AutoShape 51"/>
              <p:cNvSpPr>
                <a:spLocks noChangeArrowheads="1"/>
              </p:cNvSpPr>
              <p:nvPr/>
            </p:nvSpPr>
            <p:spPr bwMode="auto">
              <a:xfrm>
                <a:off x="3696" y="3120"/>
                <a:ext cx="765" cy="288"/>
              </a:xfrm>
              <a:prstGeom prst="parallelogram">
                <a:avLst>
                  <a:gd name="adj" fmla="val 97568"/>
                </a:avLst>
              </a:prstGeom>
              <a:solidFill>
                <a:srgbClr val="FFFF00"/>
              </a:solidFill>
              <a:ln w="3175">
                <a:solidFill>
                  <a:schemeClr val="tx1"/>
                </a:solidFill>
                <a:miter lim="800000"/>
                <a:headEnd/>
                <a:tailEnd/>
              </a:ln>
            </p:spPr>
            <p:txBody>
              <a:bodyPr wrap="none" anchor="ctr"/>
              <a:lstStyle/>
              <a:p>
                <a:pPr>
                  <a:spcBef>
                    <a:spcPct val="0"/>
                  </a:spcBef>
                  <a:buClrTx/>
                </a:pPr>
                <a:endParaRPr kumimoji="0" lang="en-US" sz="2400">
                  <a:solidFill>
                    <a:srgbClr val="000000"/>
                  </a:solidFill>
                  <a:latin typeface="Times New Roman" charset="0"/>
                </a:endParaRPr>
              </a:p>
            </p:txBody>
          </p:sp>
        </p:grpSp>
        <p:grpSp>
          <p:nvGrpSpPr>
            <p:cNvPr id="102470" name="Group 52"/>
            <p:cNvGrpSpPr>
              <a:grpSpLocks/>
            </p:cNvGrpSpPr>
            <p:nvPr/>
          </p:nvGrpSpPr>
          <p:grpSpPr bwMode="auto">
            <a:xfrm>
              <a:off x="5520" y="1824"/>
              <a:ext cx="240" cy="96"/>
              <a:chOff x="2832" y="2784"/>
              <a:chExt cx="1629" cy="624"/>
            </a:xfrm>
          </p:grpSpPr>
          <p:sp>
            <p:nvSpPr>
              <p:cNvPr id="102519" name="AutoShape 53"/>
              <p:cNvSpPr>
                <a:spLocks noChangeArrowheads="1"/>
              </p:cNvSpPr>
              <p:nvPr/>
            </p:nvSpPr>
            <p:spPr bwMode="auto">
              <a:xfrm>
                <a:off x="2832" y="2784"/>
                <a:ext cx="765" cy="288"/>
              </a:xfrm>
              <a:prstGeom prst="parallelogram">
                <a:avLst>
                  <a:gd name="adj" fmla="val 97568"/>
                </a:avLst>
              </a:prstGeom>
              <a:solidFill>
                <a:srgbClr val="FFFF00"/>
              </a:solidFill>
              <a:ln w="3175">
                <a:solidFill>
                  <a:schemeClr val="tx1"/>
                </a:solidFill>
                <a:miter lim="800000"/>
                <a:headEnd/>
                <a:tailEnd/>
              </a:ln>
            </p:spPr>
            <p:txBody>
              <a:bodyPr wrap="none" anchor="ctr"/>
              <a:lstStyle/>
              <a:p>
                <a:pPr>
                  <a:spcBef>
                    <a:spcPct val="0"/>
                  </a:spcBef>
                  <a:buClrTx/>
                </a:pPr>
                <a:endParaRPr kumimoji="0" lang="en-US" sz="2400">
                  <a:solidFill>
                    <a:srgbClr val="000000"/>
                  </a:solidFill>
                  <a:latin typeface="Times New Roman" charset="0"/>
                </a:endParaRPr>
              </a:p>
            </p:txBody>
          </p:sp>
          <p:sp>
            <p:nvSpPr>
              <p:cNvPr id="102520" name="AutoShape 54"/>
              <p:cNvSpPr>
                <a:spLocks noChangeArrowheads="1"/>
              </p:cNvSpPr>
              <p:nvPr/>
            </p:nvSpPr>
            <p:spPr bwMode="auto">
              <a:xfrm rot="2580000">
                <a:off x="3401" y="2907"/>
                <a:ext cx="528" cy="384"/>
              </a:xfrm>
              <a:prstGeom prst="parallelogram">
                <a:avLst>
                  <a:gd name="adj" fmla="val 0"/>
                </a:avLst>
              </a:prstGeom>
              <a:solidFill>
                <a:srgbClr val="FFFF00"/>
              </a:solidFill>
              <a:ln w="3175">
                <a:solidFill>
                  <a:schemeClr val="tx1"/>
                </a:solidFill>
                <a:miter lim="800000"/>
                <a:headEnd/>
                <a:tailEnd/>
              </a:ln>
            </p:spPr>
            <p:txBody>
              <a:bodyPr wrap="none" anchor="ctr"/>
              <a:lstStyle/>
              <a:p>
                <a:pPr>
                  <a:spcBef>
                    <a:spcPct val="0"/>
                  </a:spcBef>
                  <a:buClrTx/>
                </a:pPr>
                <a:endParaRPr kumimoji="0" lang="en-US" sz="2400">
                  <a:solidFill>
                    <a:srgbClr val="000000"/>
                  </a:solidFill>
                  <a:latin typeface="Times New Roman" charset="0"/>
                </a:endParaRPr>
              </a:p>
            </p:txBody>
          </p:sp>
          <p:sp>
            <p:nvSpPr>
              <p:cNvPr id="102521" name="AutoShape 55"/>
              <p:cNvSpPr>
                <a:spLocks noChangeArrowheads="1"/>
              </p:cNvSpPr>
              <p:nvPr/>
            </p:nvSpPr>
            <p:spPr bwMode="auto">
              <a:xfrm>
                <a:off x="3696" y="3120"/>
                <a:ext cx="765" cy="288"/>
              </a:xfrm>
              <a:prstGeom prst="parallelogram">
                <a:avLst>
                  <a:gd name="adj" fmla="val 97568"/>
                </a:avLst>
              </a:prstGeom>
              <a:solidFill>
                <a:srgbClr val="FFFF00"/>
              </a:solidFill>
              <a:ln w="3175">
                <a:solidFill>
                  <a:schemeClr val="tx1"/>
                </a:solidFill>
                <a:miter lim="800000"/>
                <a:headEnd/>
                <a:tailEnd/>
              </a:ln>
            </p:spPr>
            <p:txBody>
              <a:bodyPr wrap="none" anchor="ctr"/>
              <a:lstStyle/>
              <a:p>
                <a:pPr>
                  <a:spcBef>
                    <a:spcPct val="0"/>
                  </a:spcBef>
                  <a:buClrTx/>
                </a:pPr>
                <a:endParaRPr kumimoji="0" lang="en-US" sz="2400">
                  <a:solidFill>
                    <a:srgbClr val="000000"/>
                  </a:solidFill>
                  <a:latin typeface="Times New Roman" charset="0"/>
                </a:endParaRPr>
              </a:p>
            </p:txBody>
          </p:sp>
        </p:grpSp>
        <p:grpSp>
          <p:nvGrpSpPr>
            <p:cNvPr id="102471" name="Group 56"/>
            <p:cNvGrpSpPr>
              <a:grpSpLocks/>
            </p:cNvGrpSpPr>
            <p:nvPr/>
          </p:nvGrpSpPr>
          <p:grpSpPr bwMode="auto">
            <a:xfrm>
              <a:off x="5424" y="1920"/>
              <a:ext cx="240" cy="96"/>
              <a:chOff x="2832" y="2784"/>
              <a:chExt cx="1629" cy="624"/>
            </a:xfrm>
          </p:grpSpPr>
          <p:sp>
            <p:nvSpPr>
              <p:cNvPr id="102516" name="AutoShape 57"/>
              <p:cNvSpPr>
                <a:spLocks noChangeArrowheads="1"/>
              </p:cNvSpPr>
              <p:nvPr/>
            </p:nvSpPr>
            <p:spPr bwMode="auto">
              <a:xfrm>
                <a:off x="2832" y="2784"/>
                <a:ext cx="765" cy="288"/>
              </a:xfrm>
              <a:prstGeom prst="parallelogram">
                <a:avLst>
                  <a:gd name="adj" fmla="val 97568"/>
                </a:avLst>
              </a:prstGeom>
              <a:solidFill>
                <a:srgbClr val="FFFF00"/>
              </a:solidFill>
              <a:ln w="3175">
                <a:solidFill>
                  <a:schemeClr val="tx1"/>
                </a:solidFill>
                <a:miter lim="800000"/>
                <a:headEnd/>
                <a:tailEnd/>
              </a:ln>
            </p:spPr>
            <p:txBody>
              <a:bodyPr wrap="none" anchor="ctr"/>
              <a:lstStyle/>
              <a:p>
                <a:pPr>
                  <a:spcBef>
                    <a:spcPct val="0"/>
                  </a:spcBef>
                  <a:buClrTx/>
                </a:pPr>
                <a:endParaRPr kumimoji="0" lang="en-US" sz="2400">
                  <a:solidFill>
                    <a:srgbClr val="000000"/>
                  </a:solidFill>
                  <a:latin typeface="Times New Roman" charset="0"/>
                </a:endParaRPr>
              </a:p>
            </p:txBody>
          </p:sp>
          <p:sp>
            <p:nvSpPr>
              <p:cNvPr id="102517" name="AutoShape 58"/>
              <p:cNvSpPr>
                <a:spLocks noChangeArrowheads="1"/>
              </p:cNvSpPr>
              <p:nvPr/>
            </p:nvSpPr>
            <p:spPr bwMode="auto">
              <a:xfrm rot="2580000">
                <a:off x="3401" y="2907"/>
                <a:ext cx="528" cy="384"/>
              </a:xfrm>
              <a:prstGeom prst="parallelogram">
                <a:avLst>
                  <a:gd name="adj" fmla="val 0"/>
                </a:avLst>
              </a:prstGeom>
              <a:solidFill>
                <a:srgbClr val="FFFF00"/>
              </a:solidFill>
              <a:ln w="3175">
                <a:solidFill>
                  <a:schemeClr val="tx1"/>
                </a:solidFill>
                <a:miter lim="800000"/>
                <a:headEnd/>
                <a:tailEnd/>
              </a:ln>
            </p:spPr>
            <p:txBody>
              <a:bodyPr wrap="none" anchor="ctr"/>
              <a:lstStyle/>
              <a:p>
                <a:pPr>
                  <a:spcBef>
                    <a:spcPct val="0"/>
                  </a:spcBef>
                  <a:buClrTx/>
                </a:pPr>
                <a:endParaRPr kumimoji="0" lang="en-US" sz="2400">
                  <a:solidFill>
                    <a:srgbClr val="000000"/>
                  </a:solidFill>
                  <a:latin typeface="Times New Roman" charset="0"/>
                </a:endParaRPr>
              </a:p>
            </p:txBody>
          </p:sp>
          <p:sp>
            <p:nvSpPr>
              <p:cNvPr id="102518" name="AutoShape 59"/>
              <p:cNvSpPr>
                <a:spLocks noChangeArrowheads="1"/>
              </p:cNvSpPr>
              <p:nvPr/>
            </p:nvSpPr>
            <p:spPr bwMode="auto">
              <a:xfrm>
                <a:off x="3696" y="3120"/>
                <a:ext cx="765" cy="288"/>
              </a:xfrm>
              <a:prstGeom prst="parallelogram">
                <a:avLst>
                  <a:gd name="adj" fmla="val 97568"/>
                </a:avLst>
              </a:prstGeom>
              <a:solidFill>
                <a:srgbClr val="FFFF00"/>
              </a:solidFill>
              <a:ln w="3175">
                <a:solidFill>
                  <a:schemeClr val="tx1"/>
                </a:solidFill>
                <a:miter lim="800000"/>
                <a:headEnd/>
                <a:tailEnd/>
              </a:ln>
            </p:spPr>
            <p:txBody>
              <a:bodyPr wrap="none" anchor="ctr"/>
              <a:lstStyle/>
              <a:p>
                <a:pPr>
                  <a:spcBef>
                    <a:spcPct val="0"/>
                  </a:spcBef>
                  <a:buClrTx/>
                </a:pPr>
                <a:endParaRPr kumimoji="0" lang="en-US" sz="2400">
                  <a:solidFill>
                    <a:srgbClr val="000000"/>
                  </a:solidFill>
                  <a:latin typeface="Times New Roman" charset="0"/>
                </a:endParaRPr>
              </a:p>
            </p:txBody>
          </p:sp>
        </p:grpSp>
        <p:grpSp>
          <p:nvGrpSpPr>
            <p:cNvPr id="102472" name="Group 60"/>
            <p:cNvGrpSpPr>
              <a:grpSpLocks/>
            </p:cNvGrpSpPr>
            <p:nvPr/>
          </p:nvGrpSpPr>
          <p:grpSpPr bwMode="auto">
            <a:xfrm>
              <a:off x="5328" y="2016"/>
              <a:ext cx="240" cy="96"/>
              <a:chOff x="2832" y="2784"/>
              <a:chExt cx="1629" cy="624"/>
            </a:xfrm>
          </p:grpSpPr>
          <p:sp>
            <p:nvSpPr>
              <p:cNvPr id="102513" name="AutoShape 61"/>
              <p:cNvSpPr>
                <a:spLocks noChangeArrowheads="1"/>
              </p:cNvSpPr>
              <p:nvPr/>
            </p:nvSpPr>
            <p:spPr bwMode="auto">
              <a:xfrm>
                <a:off x="2832" y="2784"/>
                <a:ext cx="765" cy="288"/>
              </a:xfrm>
              <a:prstGeom prst="parallelogram">
                <a:avLst>
                  <a:gd name="adj" fmla="val 97568"/>
                </a:avLst>
              </a:prstGeom>
              <a:solidFill>
                <a:srgbClr val="FFFF00"/>
              </a:solidFill>
              <a:ln w="3175">
                <a:solidFill>
                  <a:schemeClr val="tx1"/>
                </a:solidFill>
                <a:miter lim="800000"/>
                <a:headEnd/>
                <a:tailEnd/>
              </a:ln>
            </p:spPr>
            <p:txBody>
              <a:bodyPr wrap="none" anchor="ctr"/>
              <a:lstStyle/>
              <a:p>
                <a:pPr>
                  <a:spcBef>
                    <a:spcPct val="0"/>
                  </a:spcBef>
                  <a:buClrTx/>
                </a:pPr>
                <a:endParaRPr kumimoji="0" lang="en-US" sz="2400">
                  <a:solidFill>
                    <a:srgbClr val="000000"/>
                  </a:solidFill>
                  <a:latin typeface="Times New Roman" charset="0"/>
                </a:endParaRPr>
              </a:p>
            </p:txBody>
          </p:sp>
          <p:sp>
            <p:nvSpPr>
              <p:cNvPr id="102514" name="AutoShape 62"/>
              <p:cNvSpPr>
                <a:spLocks noChangeArrowheads="1"/>
              </p:cNvSpPr>
              <p:nvPr/>
            </p:nvSpPr>
            <p:spPr bwMode="auto">
              <a:xfrm rot="2580000">
                <a:off x="3401" y="2907"/>
                <a:ext cx="528" cy="384"/>
              </a:xfrm>
              <a:prstGeom prst="parallelogram">
                <a:avLst>
                  <a:gd name="adj" fmla="val 0"/>
                </a:avLst>
              </a:prstGeom>
              <a:solidFill>
                <a:srgbClr val="FFFF00"/>
              </a:solidFill>
              <a:ln w="3175">
                <a:solidFill>
                  <a:schemeClr val="tx1"/>
                </a:solidFill>
                <a:miter lim="800000"/>
                <a:headEnd/>
                <a:tailEnd/>
              </a:ln>
            </p:spPr>
            <p:txBody>
              <a:bodyPr wrap="none" anchor="ctr"/>
              <a:lstStyle/>
              <a:p>
                <a:pPr>
                  <a:spcBef>
                    <a:spcPct val="0"/>
                  </a:spcBef>
                  <a:buClrTx/>
                </a:pPr>
                <a:endParaRPr kumimoji="0" lang="en-US" sz="2400">
                  <a:solidFill>
                    <a:srgbClr val="000000"/>
                  </a:solidFill>
                  <a:latin typeface="Times New Roman" charset="0"/>
                </a:endParaRPr>
              </a:p>
            </p:txBody>
          </p:sp>
          <p:sp>
            <p:nvSpPr>
              <p:cNvPr id="102515" name="AutoShape 63"/>
              <p:cNvSpPr>
                <a:spLocks noChangeArrowheads="1"/>
              </p:cNvSpPr>
              <p:nvPr/>
            </p:nvSpPr>
            <p:spPr bwMode="auto">
              <a:xfrm>
                <a:off x="3696" y="3120"/>
                <a:ext cx="765" cy="288"/>
              </a:xfrm>
              <a:prstGeom prst="parallelogram">
                <a:avLst>
                  <a:gd name="adj" fmla="val 97568"/>
                </a:avLst>
              </a:prstGeom>
              <a:solidFill>
                <a:srgbClr val="FFFF00"/>
              </a:solidFill>
              <a:ln w="3175">
                <a:solidFill>
                  <a:schemeClr val="tx1"/>
                </a:solidFill>
                <a:miter lim="800000"/>
                <a:headEnd/>
                <a:tailEnd/>
              </a:ln>
            </p:spPr>
            <p:txBody>
              <a:bodyPr wrap="none" anchor="ctr"/>
              <a:lstStyle/>
              <a:p>
                <a:pPr>
                  <a:spcBef>
                    <a:spcPct val="0"/>
                  </a:spcBef>
                  <a:buClrTx/>
                </a:pPr>
                <a:endParaRPr kumimoji="0" lang="en-US" sz="2400">
                  <a:solidFill>
                    <a:srgbClr val="000000"/>
                  </a:solidFill>
                  <a:latin typeface="Times New Roman" charset="0"/>
                </a:endParaRPr>
              </a:p>
            </p:txBody>
          </p:sp>
        </p:grpSp>
        <p:grpSp>
          <p:nvGrpSpPr>
            <p:cNvPr id="102473" name="Group 64"/>
            <p:cNvGrpSpPr>
              <a:grpSpLocks/>
            </p:cNvGrpSpPr>
            <p:nvPr/>
          </p:nvGrpSpPr>
          <p:grpSpPr bwMode="auto">
            <a:xfrm>
              <a:off x="5040" y="2112"/>
              <a:ext cx="192" cy="192"/>
              <a:chOff x="4032" y="2352"/>
              <a:chExt cx="960" cy="1056"/>
            </a:xfrm>
          </p:grpSpPr>
          <p:sp>
            <p:nvSpPr>
              <p:cNvPr id="102510" name="AutoShape 65"/>
              <p:cNvSpPr>
                <a:spLocks noChangeArrowheads="1"/>
              </p:cNvSpPr>
              <p:nvPr/>
            </p:nvSpPr>
            <p:spPr bwMode="auto">
              <a:xfrm>
                <a:off x="4368" y="2352"/>
                <a:ext cx="624" cy="336"/>
              </a:xfrm>
              <a:prstGeom prst="parallelogram">
                <a:avLst>
                  <a:gd name="adj" fmla="val 72583"/>
                </a:avLst>
              </a:prstGeom>
              <a:solidFill>
                <a:srgbClr val="FFFF00"/>
              </a:solidFill>
              <a:ln w="3175">
                <a:solidFill>
                  <a:schemeClr val="tx1"/>
                </a:solidFill>
                <a:miter lim="800000"/>
                <a:headEnd/>
                <a:tailEnd/>
              </a:ln>
            </p:spPr>
            <p:txBody>
              <a:bodyPr wrap="none" anchor="ctr"/>
              <a:lstStyle/>
              <a:p>
                <a:pPr>
                  <a:spcBef>
                    <a:spcPct val="0"/>
                  </a:spcBef>
                  <a:buClrTx/>
                </a:pPr>
                <a:endParaRPr kumimoji="0" lang="en-US" sz="2400">
                  <a:solidFill>
                    <a:srgbClr val="000000"/>
                  </a:solidFill>
                  <a:latin typeface="Times New Roman" charset="0"/>
                </a:endParaRPr>
              </a:p>
            </p:txBody>
          </p:sp>
          <p:sp>
            <p:nvSpPr>
              <p:cNvPr id="102511" name="AutoShape 66"/>
              <p:cNvSpPr>
                <a:spLocks noChangeArrowheads="1"/>
              </p:cNvSpPr>
              <p:nvPr/>
            </p:nvSpPr>
            <p:spPr bwMode="auto">
              <a:xfrm>
                <a:off x="4272" y="2688"/>
                <a:ext cx="480" cy="384"/>
              </a:xfrm>
              <a:prstGeom prst="parallelogram">
                <a:avLst>
                  <a:gd name="adj" fmla="val 23038"/>
                </a:avLst>
              </a:prstGeom>
              <a:solidFill>
                <a:srgbClr val="FFFF00"/>
              </a:solidFill>
              <a:ln w="3175">
                <a:solidFill>
                  <a:schemeClr val="tx1"/>
                </a:solidFill>
                <a:miter lim="800000"/>
                <a:headEnd/>
                <a:tailEnd/>
              </a:ln>
            </p:spPr>
            <p:txBody>
              <a:bodyPr wrap="none" anchor="ctr"/>
              <a:lstStyle/>
              <a:p>
                <a:pPr>
                  <a:spcBef>
                    <a:spcPct val="0"/>
                  </a:spcBef>
                  <a:buClrTx/>
                </a:pPr>
                <a:endParaRPr kumimoji="0" lang="en-US" sz="2400">
                  <a:solidFill>
                    <a:srgbClr val="000000"/>
                  </a:solidFill>
                  <a:latin typeface="Times New Roman" charset="0"/>
                </a:endParaRPr>
              </a:p>
            </p:txBody>
          </p:sp>
          <p:sp>
            <p:nvSpPr>
              <p:cNvPr id="102512" name="AutoShape 67"/>
              <p:cNvSpPr>
                <a:spLocks noChangeArrowheads="1"/>
              </p:cNvSpPr>
              <p:nvPr/>
            </p:nvSpPr>
            <p:spPr bwMode="auto">
              <a:xfrm>
                <a:off x="4032" y="3072"/>
                <a:ext cx="624" cy="336"/>
              </a:xfrm>
              <a:prstGeom prst="parallelogram">
                <a:avLst>
                  <a:gd name="adj" fmla="val 72583"/>
                </a:avLst>
              </a:prstGeom>
              <a:solidFill>
                <a:srgbClr val="FFFF00"/>
              </a:solidFill>
              <a:ln w="3175">
                <a:solidFill>
                  <a:schemeClr val="tx1"/>
                </a:solidFill>
                <a:miter lim="800000"/>
                <a:headEnd/>
                <a:tailEnd/>
              </a:ln>
            </p:spPr>
            <p:txBody>
              <a:bodyPr wrap="none" anchor="ctr"/>
              <a:lstStyle/>
              <a:p>
                <a:pPr>
                  <a:spcBef>
                    <a:spcPct val="0"/>
                  </a:spcBef>
                  <a:buClrTx/>
                </a:pPr>
                <a:endParaRPr kumimoji="0" lang="en-US" sz="2400">
                  <a:solidFill>
                    <a:srgbClr val="000000"/>
                  </a:solidFill>
                  <a:latin typeface="Times New Roman" charset="0"/>
                </a:endParaRPr>
              </a:p>
            </p:txBody>
          </p:sp>
        </p:grpSp>
        <p:grpSp>
          <p:nvGrpSpPr>
            <p:cNvPr id="102474" name="Group 68"/>
            <p:cNvGrpSpPr>
              <a:grpSpLocks/>
            </p:cNvGrpSpPr>
            <p:nvPr/>
          </p:nvGrpSpPr>
          <p:grpSpPr bwMode="auto">
            <a:xfrm>
              <a:off x="4896" y="2112"/>
              <a:ext cx="192" cy="192"/>
              <a:chOff x="4032" y="2352"/>
              <a:chExt cx="960" cy="1056"/>
            </a:xfrm>
          </p:grpSpPr>
          <p:sp>
            <p:nvSpPr>
              <p:cNvPr id="102507" name="AutoShape 69"/>
              <p:cNvSpPr>
                <a:spLocks noChangeArrowheads="1"/>
              </p:cNvSpPr>
              <p:nvPr/>
            </p:nvSpPr>
            <p:spPr bwMode="auto">
              <a:xfrm>
                <a:off x="4368" y="2352"/>
                <a:ext cx="624" cy="336"/>
              </a:xfrm>
              <a:prstGeom prst="parallelogram">
                <a:avLst>
                  <a:gd name="adj" fmla="val 72583"/>
                </a:avLst>
              </a:prstGeom>
              <a:solidFill>
                <a:srgbClr val="FFFF00"/>
              </a:solidFill>
              <a:ln w="3175">
                <a:solidFill>
                  <a:schemeClr val="tx1"/>
                </a:solidFill>
                <a:miter lim="800000"/>
                <a:headEnd/>
                <a:tailEnd/>
              </a:ln>
            </p:spPr>
            <p:txBody>
              <a:bodyPr wrap="none" anchor="ctr"/>
              <a:lstStyle/>
              <a:p>
                <a:pPr>
                  <a:spcBef>
                    <a:spcPct val="0"/>
                  </a:spcBef>
                  <a:buClrTx/>
                </a:pPr>
                <a:endParaRPr kumimoji="0" lang="en-US" sz="2400">
                  <a:solidFill>
                    <a:srgbClr val="000000"/>
                  </a:solidFill>
                  <a:latin typeface="Times New Roman" charset="0"/>
                </a:endParaRPr>
              </a:p>
            </p:txBody>
          </p:sp>
          <p:sp>
            <p:nvSpPr>
              <p:cNvPr id="102508" name="AutoShape 70"/>
              <p:cNvSpPr>
                <a:spLocks noChangeArrowheads="1"/>
              </p:cNvSpPr>
              <p:nvPr/>
            </p:nvSpPr>
            <p:spPr bwMode="auto">
              <a:xfrm>
                <a:off x="4272" y="2688"/>
                <a:ext cx="480" cy="384"/>
              </a:xfrm>
              <a:prstGeom prst="parallelogram">
                <a:avLst>
                  <a:gd name="adj" fmla="val 23038"/>
                </a:avLst>
              </a:prstGeom>
              <a:solidFill>
                <a:srgbClr val="FFFF00"/>
              </a:solidFill>
              <a:ln w="3175">
                <a:solidFill>
                  <a:schemeClr val="tx1"/>
                </a:solidFill>
                <a:miter lim="800000"/>
                <a:headEnd/>
                <a:tailEnd/>
              </a:ln>
            </p:spPr>
            <p:txBody>
              <a:bodyPr wrap="none" anchor="ctr"/>
              <a:lstStyle/>
              <a:p>
                <a:pPr>
                  <a:spcBef>
                    <a:spcPct val="0"/>
                  </a:spcBef>
                  <a:buClrTx/>
                </a:pPr>
                <a:endParaRPr kumimoji="0" lang="en-US" sz="2400">
                  <a:solidFill>
                    <a:srgbClr val="000000"/>
                  </a:solidFill>
                  <a:latin typeface="Times New Roman" charset="0"/>
                </a:endParaRPr>
              </a:p>
            </p:txBody>
          </p:sp>
          <p:sp>
            <p:nvSpPr>
              <p:cNvPr id="102509" name="AutoShape 71"/>
              <p:cNvSpPr>
                <a:spLocks noChangeArrowheads="1"/>
              </p:cNvSpPr>
              <p:nvPr/>
            </p:nvSpPr>
            <p:spPr bwMode="auto">
              <a:xfrm>
                <a:off x="4032" y="3072"/>
                <a:ext cx="624" cy="336"/>
              </a:xfrm>
              <a:prstGeom prst="parallelogram">
                <a:avLst>
                  <a:gd name="adj" fmla="val 72583"/>
                </a:avLst>
              </a:prstGeom>
              <a:solidFill>
                <a:srgbClr val="FFFF00"/>
              </a:solidFill>
              <a:ln w="3175">
                <a:solidFill>
                  <a:schemeClr val="tx1"/>
                </a:solidFill>
                <a:miter lim="800000"/>
                <a:headEnd/>
                <a:tailEnd/>
              </a:ln>
            </p:spPr>
            <p:txBody>
              <a:bodyPr wrap="none" anchor="ctr"/>
              <a:lstStyle/>
              <a:p>
                <a:pPr>
                  <a:spcBef>
                    <a:spcPct val="0"/>
                  </a:spcBef>
                  <a:buClrTx/>
                </a:pPr>
                <a:endParaRPr kumimoji="0" lang="en-US" sz="2400">
                  <a:solidFill>
                    <a:srgbClr val="000000"/>
                  </a:solidFill>
                  <a:latin typeface="Times New Roman" charset="0"/>
                </a:endParaRPr>
              </a:p>
            </p:txBody>
          </p:sp>
        </p:grpSp>
        <p:grpSp>
          <p:nvGrpSpPr>
            <p:cNvPr id="102475" name="Group 72"/>
            <p:cNvGrpSpPr>
              <a:grpSpLocks/>
            </p:cNvGrpSpPr>
            <p:nvPr/>
          </p:nvGrpSpPr>
          <p:grpSpPr bwMode="auto">
            <a:xfrm>
              <a:off x="4752" y="2112"/>
              <a:ext cx="192" cy="192"/>
              <a:chOff x="4032" y="2352"/>
              <a:chExt cx="960" cy="1056"/>
            </a:xfrm>
          </p:grpSpPr>
          <p:sp>
            <p:nvSpPr>
              <p:cNvPr id="102504" name="AutoShape 73"/>
              <p:cNvSpPr>
                <a:spLocks noChangeArrowheads="1"/>
              </p:cNvSpPr>
              <p:nvPr/>
            </p:nvSpPr>
            <p:spPr bwMode="auto">
              <a:xfrm>
                <a:off x="4368" y="2352"/>
                <a:ext cx="624" cy="336"/>
              </a:xfrm>
              <a:prstGeom prst="parallelogram">
                <a:avLst>
                  <a:gd name="adj" fmla="val 72583"/>
                </a:avLst>
              </a:prstGeom>
              <a:solidFill>
                <a:srgbClr val="FFFF00"/>
              </a:solidFill>
              <a:ln w="3175">
                <a:solidFill>
                  <a:schemeClr val="tx1"/>
                </a:solidFill>
                <a:miter lim="800000"/>
                <a:headEnd/>
                <a:tailEnd/>
              </a:ln>
            </p:spPr>
            <p:txBody>
              <a:bodyPr wrap="none" anchor="ctr"/>
              <a:lstStyle/>
              <a:p>
                <a:pPr>
                  <a:spcBef>
                    <a:spcPct val="0"/>
                  </a:spcBef>
                  <a:buClrTx/>
                </a:pPr>
                <a:endParaRPr kumimoji="0" lang="en-US" sz="2400">
                  <a:solidFill>
                    <a:srgbClr val="000000"/>
                  </a:solidFill>
                  <a:latin typeface="Times New Roman" charset="0"/>
                </a:endParaRPr>
              </a:p>
            </p:txBody>
          </p:sp>
          <p:sp>
            <p:nvSpPr>
              <p:cNvPr id="102505" name="AutoShape 74"/>
              <p:cNvSpPr>
                <a:spLocks noChangeArrowheads="1"/>
              </p:cNvSpPr>
              <p:nvPr/>
            </p:nvSpPr>
            <p:spPr bwMode="auto">
              <a:xfrm>
                <a:off x="4272" y="2688"/>
                <a:ext cx="480" cy="384"/>
              </a:xfrm>
              <a:prstGeom prst="parallelogram">
                <a:avLst>
                  <a:gd name="adj" fmla="val 23038"/>
                </a:avLst>
              </a:prstGeom>
              <a:solidFill>
                <a:srgbClr val="FFFF00"/>
              </a:solidFill>
              <a:ln w="3175">
                <a:solidFill>
                  <a:schemeClr val="tx1"/>
                </a:solidFill>
                <a:miter lim="800000"/>
                <a:headEnd/>
                <a:tailEnd/>
              </a:ln>
            </p:spPr>
            <p:txBody>
              <a:bodyPr wrap="none" anchor="ctr"/>
              <a:lstStyle/>
              <a:p>
                <a:pPr>
                  <a:spcBef>
                    <a:spcPct val="0"/>
                  </a:spcBef>
                  <a:buClrTx/>
                </a:pPr>
                <a:endParaRPr kumimoji="0" lang="en-US" sz="2400">
                  <a:solidFill>
                    <a:srgbClr val="000000"/>
                  </a:solidFill>
                  <a:latin typeface="Times New Roman" charset="0"/>
                </a:endParaRPr>
              </a:p>
            </p:txBody>
          </p:sp>
          <p:sp>
            <p:nvSpPr>
              <p:cNvPr id="102506" name="AutoShape 75"/>
              <p:cNvSpPr>
                <a:spLocks noChangeArrowheads="1"/>
              </p:cNvSpPr>
              <p:nvPr/>
            </p:nvSpPr>
            <p:spPr bwMode="auto">
              <a:xfrm>
                <a:off x="4032" y="3072"/>
                <a:ext cx="624" cy="336"/>
              </a:xfrm>
              <a:prstGeom prst="parallelogram">
                <a:avLst>
                  <a:gd name="adj" fmla="val 72583"/>
                </a:avLst>
              </a:prstGeom>
              <a:solidFill>
                <a:srgbClr val="FFFF00"/>
              </a:solidFill>
              <a:ln w="3175">
                <a:solidFill>
                  <a:schemeClr val="tx1"/>
                </a:solidFill>
                <a:miter lim="800000"/>
                <a:headEnd/>
                <a:tailEnd/>
              </a:ln>
            </p:spPr>
            <p:txBody>
              <a:bodyPr wrap="none" anchor="ctr"/>
              <a:lstStyle/>
              <a:p>
                <a:pPr>
                  <a:spcBef>
                    <a:spcPct val="0"/>
                  </a:spcBef>
                  <a:buClrTx/>
                </a:pPr>
                <a:endParaRPr kumimoji="0" lang="en-US" sz="2400">
                  <a:solidFill>
                    <a:srgbClr val="000000"/>
                  </a:solidFill>
                  <a:latin typeface="Times New Roman" charset="0"/>
                </a:endParaRPr>
              </a:p>
            </p:txBody>
          </p:sp>
        </p:grpSp>
        <p:grpSp>
          <p:nvGrpSpPr>
            <p:cNvPr id="102476" name="Group 76"/>
            <p:cNvGrpSpPr>
              <a:grpSpLocks/>
            </p:cNvGrpSpPr>
            <p:nvPr/>
          </p:nvGrpSpPr>
          <p:grpSpPr bwMode="auto">
            <a:xfrm>
              <a:off x="4608" y="2112"/>
              <a:ext cx="192" cy="192"/>
              <a:chOff x="4032" y="2352"/>
              <a:chExt cx="960" cy="1056"/>
            </a:xfrm>
          </p:grpSpPr>
          <p:sp>
            <p:nvSpPr>
              <p:cNvPr id="102501" name="AutoShape 77"/>
              <p:cNvSpPr>
                <a:spLocks noChangeArrowheads="1"/>
              </p:cNvSpPr>
              <p:nvPr/>
            </p:nvSpPr>
            <p:spPr bwMode="auto">
              <a:xfrm>
                <a:off x="4368" y="2352"/>
                <a:ext cx="624" cy="336"/>
              </a:xfrm>
              <a:prstGeom prst="parallelogram">
                <a:avLst>
                  <a:gd name="adj" fmla="val 72583"/>
                </a:avLst>
              </a:prstGeom>
              <a:solidFill>
                <a:srgbClr val="FFFF00"/>
              </a:solidFill>
              <a:ln w="3175">
                <a:solidFill>
                  <a:schemeClr val="tx1"/>
                </a:solidFill>
                <a:miter lim="800000"/>
                <a:headEnd/>
                <a:tailEnd/>
              </a:ln>
            </p:spPr>
            <p:txBody>
              <a:bodyPr wrap="none" anchor="ctr"/>
              <a:lstStyle/>
              <a:p>
                <a:pPr>
                  <a:spcBef>
                    <a:spcPct val="0"/>
                  </a:spcBef>
                  <a:buClrTx/>
                </a:pPr>
                <a:endParaRPr kumimoji="0" lang="en-US" sz="2400">
                  <a:solidFill>
                    <a:srgbClr val="000000"/>
                  </a:solidFill>
                  <a:latin typeface="Times New Roman" charset="0"/>
                </a:endParaRPr>
              </a:p>
            </p:txBody>
          </p:sp>
          <p:sp>
            <p:nvSpPr>
              <p:cNvPr id="102502" name="AutoShape 78"/>
              <p:cNvSpPr>
                <a:spLocks noChangeArrowheads="1"/>
              </p:cNvSpPr>
              <p:nvPr/>
            </p:nvSpPr>
            <p:spPr bwMode="auto">
              <a:xfrm>
                <a:off x="4272" y="2688"/>
                <a:ext cx="480" cy="384"/>
              </a:xfrm>
              <a:prstGeom prst="parallelogram">
                <a:avLst>
                  <a:gd name="adj" fmla="val 23038"/>
                </a:avLst>
              </a:prstGeom>
              <a:solidFill>
                <a:srgbClr val="FFFF00"/>
              </a:solidFill>
              <a:ln w="3175">
                <a:solidFill>
                  <a:schemeClr val="tx1"/>
                </a:solidFill>
                <a:miter lim="800000"/>
                <a:headEnd/>
                <a:tailEnd/>
              </a:ln>
            </p:spPr>
            <p:txBody>
              <a:bodyPr wrap="none" anchor="ctr"/>
              <a:lstStyle/>
              <a:p>
                <a:pPr>
                  <a:spcBef>
                    <a:spcPct val="0"/>
                  </a:spcBef>
                  <a:buClrTx/>
                </a:pPr>
                <a:endParaRPr kumimoji="0" lang="en-US" sz="2400">
                  <a:solidFill>
                    <a:srgbClr val="000000"/>
                  </a:solidFill>
                  <a:latin typeface="Times New Roman" charset="0"/>
                </a:endParaRPr>
              </a:p>
            </p:txBody>
          </p:sp>
          <p:sp>
            <p:nvSpPr>
              <p:cNvPr id="102503" name="AutoShape 79"/>
              <p:cNvSpPr>
                <a:spLocks noChangeArrowheads="1"/>
              </p:cNvSpPr>
              <p:nvPr/>
            </p:nvSpPr>
            <p:spPr bwMode="auto">
              <a:xfrm>
                <a:off x="4032" y="3072"/>
                <a:ext cx="624" cy="336"/>
              </a:xfrm>
              <a:prstGeom prst="parallelogram">
                <a:avLst>
                  <a:gd name="adj" fmla="val 72583"/>
                </a:avLst>
              </a:prstGeom>
              <a:solidFill>
                <a:srgbClr val="FFFF00"/>
              </a:solidFill>
              <a:ln w="3175">
                <a:solidFill>
                  <a:schemeClr val="tx1"/>
                </a:solidFill>
                <a:miter lim="800000"/>
                <a:headEnd/>
                <a:tailEnd/>
              </a:ln>
            </p:spPr>
            <p:txBody>
              <a:bodyPr wrap="none" anchor="ctr"/>
              <a:lstStyle/>
              <a:p>
                <a:pPr>
                  <a:spcBef>
                    <a:spcPct val="0"/>
                  </a:spcBef>
                  <a:buClrTx/>
                </a:pPr>
                <a:endParaRPr kumimoji="0" lang="en-US" sz="2400">
                  <a:solidFill>
                    <a:srgbClr val="000000"/>
                  </a:solidFill>
                  <a:latin typeface="Times New Roman" charset="0"/>
                </a:endParaRPr>
              </a:p>
            </p:txBody>
          </p:sp>
        </p:grpSp>
        <p:grpSp>
          <p:nvGrpSpPr>
            <p:cNvPr id="102477" name="Group 80"/>
            <p:cNvGrpSpPr>
              <a:grpSpLocks/>
            </p:cNvGrpSpPr>
            <p:nvPr/>
          </p:nvGrpSpPr>
          <p:grpSpPr bwMode="auto">
            <a:xfrm>
              <a:off x="4464" y="2112"/>
              <a:ext cx="192" cy="192"/>
              <a:chOff x="4032" y="2352"/>
              <a:chExt cx="960" cy="1056"/>
            </a:xfrm>
          </p:grpSpPr>
          <p:sp>
            <p:nvSpPr>
              <p:cNvPr id="102498" name="AutoShape 81"/>
              <p:cNvSpPr>
                <a:spLocks noChangeArrowheads="1"/>
              </p:cNvSpPr>
              <p:nvPr/>
            </p:nvSpPr>
            <p:spPr bwMode="auto">
              <a:xfrm>
                <a:off x="4368" y="2352"/>
                <a:ext cx="624" cy="336"/>
              </a:xfrm>
              <a:prstGeom prst="parallelogram">
                <a:avLst>
                  <a:gd name="adj" fmla="val 72583"/>
                </a:avLst>
              </a:prstGeom>
              <a:solidFill>
                <a:srgbClr val="FFFF00"/>
              </a:solidFill>
              <a:ln w="3175">
                <a:solidFill>
                  <a:schemeClr val="tx1"/>
                </a:solidFill>
                <a:miter lim="800000"/>
                <a:headEnd/>
                <a:tailEnd/>
              </a:ln>
            </p:spPr>
            <p:txBody>
              <a:bodyPr wrap="none" anchor="ctr"/>
              <a:lstStyle/>
              <a:p>
                <a:pPr>
                  <a:spcBef>
                    <a:spcPct val="0"/>
                  </a:spcBef>
                  <a:buClrTx/>
                </a:pPr>
                <a:endParaRPr kumimoji="0" lang="en-US" sz="2400">
                  <a:solidFill>
                    <a:srgbClr val="000000"/>
                  </a:solidFill>
                  <a:latin typeface="Times New Roman" charset="0"/>
                </a:endParaRPr>
              </a:p>
            </p:txBody>
          </p:sp>
          <p:sp>
            <p:nvSpPr>
              <p:cNvPr id="102499" name="AutoShape 82"/>
              <p:cNvSpPr>
                <a:spLocks noChangeArrowheads="1"/>
              </p:cNvSpPr>
              <p:nvPr/>
            </p:nvSpPr>
            <p:spPr bwMode="auto">
              <a:xfrm>
                <a:off x="4272" y="2688"/>
                <a:ext cx="480" cy="384"/>
              </a:xfrm>
              <a:prstGeom prst="parallelogram">
                <a:avLst>
                  <a:gd name="adj" fmla="val 23038"/>
                </a:avLst>
              </a:prstGeom>
              <a:solidFill>
                <a:srgbClr val="FFFF00"/>
              </a:solidFill>
              <a:ln w="3175">
                <a:solidFill>
                  <a:schemeClr val="tx1"/>
                </a:solidFill>
                <a:miter lim="800000"/>
                <a:headEnd/>
                <a:tailEnd/>
              </a:ln>
            </p:spPr>
            <p:txBody>
              <a:bodyPr wrap="none" anchor="ctr"/>
              <a:lstStyle/>
              <a:p>
                <a:pPr>
                  <a:spcBef>
                    <a:spcPct val="0"/>
                  </a:spcBef>
                  <a:buClrTx/>
                </a:pPr>
                <a:endParaRPr kumimoji="0" lang="en-US" sz="2400">
                  <a:solidFill>
                    <a:srgbClr val="000000"/>
                  </a:solidFill>
                  <a:latin typeface="Times New Roman" charset="0"/>
                </a:endParaRPr>
              </a:p>
            </p:txBody>
          </p:sp>
          <p:sp>
            <p:nvSpPr>
              <p:cNvPr id="102500" name="AutoShape 83"/>
              <p:cNvSpPr>
                <a:spLocks noChangeArrowheads="1"/>
              </p:cNvSpPr>
              <p:nvPr/>
            </p:nvSpPr>
            <p:spPr bwMode="auto">
              <a:xfrm>
                <a:off x="4032" y="3072"/>
                <a:ext cx="624" cy="336"/>
              </a:xfrm>
              <a:prstGeom prst="parallelogram">
                <a:avLst>
                  <a:gd name="adj" fmla="val 72583"/>
                </a:avLst>
              </a:prstGeom>
              <a:solidFill>
                <a:srgbClr val="FFFF00"/>
              </a:solidFill>
              <a:ln w="3175">
                <a:solidFill>
                  <a:schemeClr val="tx1"/>
                </a:solidFill>
                <a:miter lim="800000"/>
                <a:headEnd/>
                <a:tailEnd/>
              </a:ln>
            </p:spPr>
            <p:txBody>
              <a:bodyPr wrap="none" anchor="ctr"/>
              <a:lstStyle/>
              <a:p>
                <a:pPr>
                  <a:spcBef>
                    <a:spcPct val="0"/>
                  </a:spcBef>
                  <a:buClrTx/>
                </a:pPr>
                <a:endParaRPr kumimoji="0" lang="en-US" sz="2400">
                  <a:solidFill>
                    <a:srgbClr val="000000"/>
                  </a:solidFill>
                  <a:latin typeface="Times New Roman" charset="0"/>
                </a:endParaRPr>
              </a:p>
            </p:txBody>
          </p:sp>
        </p:grpSp>
        <p:grpSp>
          <p:nvGrpSpPr>
            <p:cNvPr id="102478" name="Group 84"/>
            <p:cNvGrpSpPr>
              <a:grpSpLocks/>
            </p:cNvGrpSpPr>
            <p:nvPr/>
          </p:nvGrpSpPr>
          <p:grpSpPr bwMode="auto">
            <a:xfrm>
              <a:off x="4320" y="2112"/>
              <a:ext cx="192" cy="192"/>
              <a:chOff x="4032" y="2352"/>
              <a:chExt cx="960" cy="1056"/>
            </a:xfrm>
          </p:grpSpPr>
          <p:sp>
            <p:nvSpPr>
              <p:cNvPr id="102495" name="AutoShape 85"/>
              <p:cNvSpPr>
                <a:spLocks noChangeArrowheads="1"/>
              </p:cNvSpPr>
              <p:nvPr/>
            </p:nvSpPr>
            <p:spPr bwMode="auto">
              <a:xfrm>
                <a:off x="4368" y="2352"/>
                <a:ext cx="624" cy="336"/>
              </a:xfrm>
              <a:prstGeom prst="parallelogram">
                <a:avLst>
                  <a:gd name="adj" fmla="val 72583"/>
                </a:avLst>
              </a:prstGeom>
              <a:solidFill>
                <a:srgbClr val="FFFF00"/>
              </a:solidFill>
              <a:ln w="3175">
                <a:solidFill>
                  <a:schemeClr val="tx1"/>
                </a:solidFill>
                <a:miter lim="800000"/>
                <a:headEnd/>
                <a:tailEnd/>
              </a:ln>
            </p:spPr>
            <p:txBody>
              <a:bodyPr wrap="none" anchor="ctr"/>
              <a:lstStyle/>
              <a:p>
                <a:pPr>
                  <a:spcBef>
                    <a:spcPct val="0"/>
                  </a:spcBef>
                  <a:buClrTx/>
                </a:pPr>
                <a:endParaRPr kumimoji="0" lang="en-US" sz="2400">
                  <a:solidFill>
                    <a:srgbClr val="000000"/>
                  </a:solidFill>
                  <a:latin typeface="Times New Roman" charset="0"/>
                </a:endParaRPr>
              </a:p>
            </p:txBody>
          </p:sp>
          <p:sp>
            <p:nvSpPr>
              <p:cNvPr id="102496" name="AutoShape 86"/>
              <p:cNvSpPr>
                <a:spLocks noChangeArrowheads="1"/>
              </p:cNvSpPr>
              <p:nvPr/>
            </p:nvSpPr>
            <p:spPr bwMode="auto">
              <a:xfrm>
                <a:off x="4272" y="2688"/>
                <a:ext cx="480" cy="384"/>
              </a:xfrm>
              <a:prstGeom prst="parallelogram">
                <a:avLst>
                  <a:gd name="adj" fmla="val 23038"/>
                </a:avLst>
              </a:prstGeom>
              <a:solidFill>
                <a:srgbClr val="FFFF00"/>
              </a:solidFill>
              <a:ln w="3175">
                <a:solidFill>
                  <a:schemeClr val="tx1"/>
                </a:solidFill>
                <a:miter lim="800000"/>
                <a:headEnd/>
                <a:tailEnd/>
              </a:ln>
            </p:spPr>
            <p:txBody>
              <a:bodyPr wrap="none" anchor="ctr"/>
              <a:lstStyle/>
              <a:p>
                <a:pPr>
                  <a:spcBef>
                    <a:spcPct val="0"/>
                  </a:spcBef>
                  <a:buClrTx/>
                </a:pPr>
                <a:endParaRPr kumimoji="0" lang="en-US" sz="2400">
                  <a:solidFill>
                    <a:srgbClr val="000000"/>
                  </a:solidFill>
                  <a:latin typeface="Times New Roman" charset="0"/>
                </a:endParaRPr>
              </a:p>
            </p:txBody>
          </p:sp>
          <p:sp>
            <p:nvSpPr>
              <p:cNvPr id="102497" name="AutoShape 87"/>
              <p:cNvSpPr>
                <a:spLocks noChangeArrowheads="1"/>
              </p:cNvSpPr>
              <p:nvPr/>
            </p:nvSpPr>
            <p:spPr bwMode="auto">
              <a:xfrm>
                <a:off x="4032" y="3072"/>
                <a:ext cx="624" cy="336"/>
              </a:xfrm>
              <a:prstGeom prst="parallelogram">
                <a:avLst>
                  <a:gd name="adj" fmla="val 72583"/>
                </a:avLst>
              </a:prstGeom>
              <a:solidFill>
                <a:srgbClr val="FFFF00"/>
              </a:solidFill>
              <a:ln w="3175">
                <a:solidFill>
                  <a:schemeClr val="tx1"/>
                </a:solidFill>
                <a:miter lim="800000"/>
                <a:headEnd/>
                <a:tailEnd/>
              </a:ln>
            </p:spPr>
            <p:txBody>
              <a:bodyPr wrap="none" anchor="ctr"/>
              <a:lstStyle/>
              <a:p>
                <a:pPr>
                  <a:spcBef>
                    <a:spcPct val="0"/>
                  </a:spcBef>
                  <a:buClrTx/>
                </a:pPr>
                <a:endParaRPr kumimoji="0" lang="en-US" sz="2400">
                  <a:solidFill>
                    <a:srgbClr val="000000"/>
                  </a:solidFill>
                  <a:latin typeface="Times New Roman" charset="0"/>
                </a:endParaRPr>
              </a:p>
            </p:txBody>
          </p:sp>
        </p:grpSp>
        <p:grpSp>
          <p:nvGrpSpPr>
            <p:cNvPr id="102479" name="Group 88"/>
            <p:cNvGrpSpPr>
              <a:grpSpLocks/>
            </p:cNvGrpSpPr>
            <p:nvPr/>
          </p:nvGrpSpPr>
          <p:grpSpPr bwMode="auto">
            <a:xfrm>
              <a:off x="4176" y="2112"/>
              <a:ext cx="192" cy="192"/>
              <a:chOff x="4032" y="2352"/>
              <a:chExt cx="960" cy="1056"/>
            </a:xfrm>
          </p:grpSpPr>
          <p:sp>
            <p:nvSpPr>
              <p:cNvPr id="102492" name="AutoShape 89"/>
              <p:cNvSpPr>
                <a:spLocks noChangeArrowheads="1"/>
              </p:cNvSpPr>
              <p:nvPr/>
            </p:nvSpPr>
            <p:spPr bwMode="auto">
              <a:xfrm>
                <a:off x="4368" y="2352"/>
                <a:ext cx="624" cy="336"/>
              </a:xfrm>
              <a:prstGeom prst="parallelogram">
                <a:avLst>
                  <a:gd name="adj" fmla="val 72583"/>
                </a:avLst>
              </a:prstGeom>
              <a:solidFill>
                <a:srgbClr val="FFFF00"/>
              </a:solidFill>
              <a:ln w="3175">
                <a:solidFill>
                  <a:schemeClr val="tx1"/>
                </a:solidFill>
                <a:miter lim="800000"/>
                <a:headEnd/>
                <a:tailEnd/>
              </a:ln>
            </p:spPr>
            <p:txBody>
              <a:bodyPr wrap="none" anchor="ctr"/>
              <a:lstStyle/>
              <a:p>
                <a:pPr>
                  <a:spcBef>
                    <a:spcPct val="0"/>
                  </a:spcBef>
                  <a:buClrTx/>
                </a:pPr>
                <a:endParaRPr kumimoji="0" lang="en-US" sz="2400">
                  <a:solidFill>
                    <a:srgbClr val="000000"/>
                  </a:solidFill>
                  <a:latin typeface="Times New Roman" charset="0"/>
                </a:endParaRPr>
              </a:p>
            </p:txBody>
          </p:sp>
          <p:sp>
            <p:nvSpPr>
              <p:cNvPr id="102493" name="AutoShape 90"/>
              <p:cNvSpPr>
                <a:spLocks noChangeArrowheads="1"/>
              </p:cNvSpPr>
              <p:nvPr/>
            </p:nvSpPr>
            <p:spPr bwMode="auto">
              <a:xfrm>
                <a:off x="4272" y="2688"/>
                <a:ext cx="480" cy="384"/>
              </a:xfrm>
              <a:prstGeom prst="parallelogram">
                <a:avLst>
                  <a:gd name="adj" fmla="val 23038"/>
                </a:avLst>
              </a:prstGeom>
              <a:solidFill>
                <a:srgbClr val="FFFF00"/>
              </a:solidFill>
              <a:ln w="3175">
                <a:solidFill>
                  <a:schemeClr val="tx1"/>
                </a:solidFill>
                <a:miter lim="800000"/>
                <a:headEnd/>
                <a:tailEnd/>
              </a:ln>
            </p:spPr>
            <p:txBody>
              <a:bodyPr wrap="none" anchor="ctr"/>
              <a:lstStyle/>
              <a:p>
                <a:pPr>
                  <a:spcBef>
                    <a:spcPct val="0"/>
                  </a:spcBef>
                  <a:buClrTx/>
                </a:pPr>
                <a:endParaRPr kumimoji="0" lang="en-US" sz="2400">
                  <a:solidFill>
                    <a:srgbClr val="000000"/>
                  </a:solidFill>
                  <a:latin typeface="Times New Roman" charset="0"/>
                </a:endParaRPr>
              </a:p>
            </p:txBody>
          </p:sp>
          <p:sp>
            <p:nvSpPr>
              <p:cNvPr id="102494" name="AutoShape 91"/>
              <p:cNvSpPr>
                <a:spLocks noChangeArrowheads="1"/>
              </p:cNvSpPr>
              <p:nvPr/>
            </p:nvSpPr>
            <p:spPr bwMode="auto">
              <a:xfrm>
                <a:off x="4032" y="3072"/>
                <a:ext cx="624" cy="336"/>
              </a:xfrm>
              <a:prstGeom prst="parallelogram">
                <a:avLst>
                  <a:gd name="adj" fmla="val 72583"/>
                </a:avLst>
              </a:prstGeom>
              <a:solidFill>
                <a:srgbClr val="FFFF00"/>
              </a:solidFill>
              <a:ln w="3175">
                <a:solidFill>
                  <a:schemeClr val="tx1"/>
                </a:solidFill>
                <a:miter lim="800000"/>
                <a:headEnd/>
                <a:tailEnd/>
              </a:ln>
            </p:spPr>
            <p:txBody>
              <a:bodyPr wrap="none" anchor="ctr"/>
              <a:lstStyle/>
              <a:p>
                <a:pPr>
                  <a:spcBef>
                    <a:spcPct val="0"/>
                  </a:spcBef>
                  <a:buClrTx/>
                </a:pPr>
                <a:endParaRPr kumimoji="0" lang="en-US" sz="2400">
                  <a:solidFill>
                    <a:srgbClr val="000000"/>
                  </a:solidFill>
                  <a:latin typeface="Times New Roman" charset="0"/>
                </a:endParaRPr>
              </a:p>
            </p:txBody>
          </p:sp>
        </p:grpSp>
        <p:grpSp>
          <p:nvGrpSpPr>
            <p:cNvPr id="102480" name="Group 92"/>
            <p:cNvGrpSpPr>
              <a:grpSpLocks/>
            </p:cNvGrpSpPr>
            <p:nvPr/>
          </p:nvGrpSpPr>
          <p:grpSpPr bwMode="auto">
            <a:xfrm>
              <a:off x="4032" y="2112"/>
              <a:ext cx="192" cy="192"/>
              <a:chOff x="4032" y="2352"/>
              <a:chExt cx="960" cy="1056"/>
            </a:xfrm>
          </p:grpSpPr>
          <p:sp>
            <p:nvSpPr>
              <p:cNvPr id="102489" name="AutoShape 93"/>
              <p:cNvSpPr>
                <a:spLocks noChangeArrowheads="1"/>
              </p:cNvSpPr>
              <p:nvPr/>
            </p:nvSpPr>
            <p:spPr bwMode="auto">
              <a:xfrm>
                <a:off x="4368" y="2352"/>
                <a:ext cx="624" cy="336"/>
              </a:xfrm>
              <a:prstGeom prst="parallelogram">
                <a:avLst>
                  <a:gd name="adj" fmla="val 72583"/>
                </a:avLst>
              </a:prstGeom>
              <a:solidFill>
                <a:srgbClr val="FFFF00"/>
              </a:solidFill>
              <a:ln w="3175">
                <a:solidFill>
                  <a:schemeClr val="tx1"/>
                </a:solidFill>
                <a:miter lim="800000"/>
                <a:headEnd/>
                <a:tailEnd/>
              </a:ln>
            </p:spPr>
            <p:txBody>
              <a:bodyPr wrap="none" anchor="ctr"/>
              <a:lstStyle/>
              <a:p>
                <a:pPr>
                  <a:spcBef>
                    <a:spcPct val="0"/>
                  </a:spcBef>
                  <a:buClrTx/>
                </a:pPr>
                <a:endParaRPr kumimoji="0" lang="en-US" sz="2400">
                  <a:solidFill>
                    <a:srgbClr val="000000"/>
                  </a:solidFill>
                  <a:latin typeface="Times New Roman" charset="0"/>
                </a:endParaRPr>
              </a:p>
            </p:txBody>
          </p:sp>
          <p:sp>
            <p:nvSpPr>
              <p:cNvPr id="102490" name="AutoShape 94"/>
              <p:cNvSpPr>
                <a:spLocks noChangeArrowheads="1"/>
              </p:cNvSpPr>
              <p:nvPr/>
            </p:nvSpPr>
            <p:spPr bwMode="auto">
              <a:xfrm>
                <a:off x="4272" y="2688"/>
                <a:ext cx="480" cy="384"/>
              </a:xfrm>
              <a:prstGeom prst="parallelogram">
                <a:avLst>
                  <a:gd name="adj" fmla="val 23038"/>
                </a:avLst>
              </a:prstGeom>
              <a:solidFill>
                <a:srgbClr val="FFFF00"/>
              </a:solidFill>
              <a:ln w="3175">
                <a:solidFill>
                  <a:schemeClr val="tx1"/>
                </a:solidFill>
                <a:miter lim="800000"/>
                <a:headEnd/>
                <a:tailEnd/>
              </a:ln>
            </p:spPr>
            <p:txBody>
              <a:bodyPr wrap="none" anchor="ctr"/>
              <a:lstStyle/>
              <a:p>
                <a:pPr>
                  <a:spcBef>
                    <a:spcPct val="0"/>
                  </a:spcBef>
                  <a:buClrTx/>
                </a:pPr>
                <a:endParaRPr kumimoji="0" lang="en-US" sz="2400">
                  <a:solidFill>
                    <a:srgbClr val="000000"/>
                  </a:solidFill>
                  <a:latin typeface="Times New Roman" charset="0"/>
                </a:endParaRPr>
              </a:p>
            </p:txBody>
          </p:sp>
          <p:sp>
            <p:nvSpPr>
              <p:cNvPr id="102491" name="AutoShape 95"/>
              <p:cNvSpPr>
                <a:spLocks noChangeArrowheads="1"/>
              </p:cNvSpPr>
              <p:nvPr/>
            </p:nvSpPr>
            <p:spPr bwMode="auto">
              <a:xfrm>
                <a:off x="4032" y="3072"/>
                <a:ext cx="624" cy="336"/>
              </a:xfrm>
              <a:prstGeom prst="parallelogram">
                <a:avLst>
                  <a:gd name="adj" fmla="val 72583"/>
                </a:avLst>
              </a:prstGeom>
              <a:solidFill>
                <a:srgbClr val="FFFF00"/>
              </a:solidFill>
              <a:ln w="3175">
                <a:solidFill>
                  <a:schemeClr val="tx1"/>
                </a:solidFill>
                <a:miter lim="800000"/>
                <a:headEnd/>
                <a:tailEnd/>
              </a:ln>
            </p:spPr>
            <p:txBody>
              <a:bodyPr wrap="none" anchor="ctr"/>
              <a:lstStyle/>
              <a:p>
                <a:pPr>
                  <a:spcBef>
                    <a:spcPct val="0"/>
                  </a:spcBef>
                  <a:buClrTx/>
                </a:pPr>
                <a:endParaRPr kumimoji="0" lang="en-US" sz="2400">
                  <a:solidFill>
                    <a:srgbClr val="000000"/>
                  </a:solidFill>
                  <a:latin typeface="Times New Roman" charset="0"/>
                </a:endParaRPr>
              </a:p>
            </p:txBody>
          </p:sp>
        </p:grpSp>
        <p:grpSp>
          <p:nvGrpSpPr>
            <p:cNvPr id="102481" name="Group 96"/>
            <p:cNvGrpSpPr>
              <a:grpSpLocks/>
            </p:cNvGrpSpPr>
            <p:nvPr/>
          </p:nvGrpSpPr>
          <p:grpSpPr bwMode="auto">
            <a:xfrm>
              <a:off x="3888" y="2112"/>
              <a:ext cx="192" cy="192"/>
              <a:chOff x="4032" y="2352"/>
              <a:chExt cx="960" cy="1056"/>
            </a:xfrm>
          </p:grpSpPr>
          <p:sp>
            <p:nvSpPr>
              <p:cNvPr id="102486" name="AutoShape 97"/>
              <p:cNvSpPr>
                <a:spLocks noChangeArrowheads="1"/>
              </p:cNvSpPr>
              <p:nvPr/>
            </p:nvSpPr>
            <p:spPr bwMode="auto">
              <a:xfrm>
                <a:off x="4368" y="2352"/>
                <a:ext cx="624" cy="336"/>
              </a:xfrm>
              <a:prstGeom prst="parallelogram">
                <a:avLst>
                  <a:gd name="adj" fmla="val 72583"/>
                </a:avLst>
              </a:prstGeom>
              <a:solidFill>
                <a:srgbClr val="FFFF00"/>
              </a:solidFill>
              <a:ln w="3175">
                <a:solidFill>
                  <a:schemeClr val="tx1"/>
                </a:solidFill>
                <a:miter lim="800000"/>
                <a:headEnd/>
                <a:tailEnd/>
              </a:ln>
            </p:spPr>
            <p:txBody>
              <a:bodyPr wrap="none" anchor="ctr"/>
              <a:lstStyle/>
              <a:p>
                <a:pPr>
                  <a:spcBef>
                    <a:spcPct val="0"/>
                  </a:spcBef>
                  <a:buClrTx/>
                </a:pPr>
                <a:endParaRPr kumimoji="0" lang="en-US" sz="2400">
                  <a:solidFill>
                    <a:srgbClr val="000000"/>
                  </a:solidFill>
                  <a:latin typeface="Times New Roman" charset="0"/>
                </a:endParaRPr>
              </a:p>
            </p:txBody>
          </p:sp>
          <p:sp>
            <p:nvSpPr>
              <p:cNvPr id="102487" name="AutoShape 98"/>
              <p:cNvSpPr>
                <a:spLocks noChangeArrowheads="1"/>
              </p:cNvSpPr>
              <p:nvPr/>
            </p:nvSpPr>
            <p:spPr bwMode="auto">
              <a:xfrm>
                <a:off x="4272" y="2688"/>
                <a:ext cx="480" cy="384"/>
              </a:xfrm>
              <a:prstGeom prst="parallelogram">
                <a:avLst>
                  <a:gd name="adj" fmla="val 23038"/>
                </a:avLst>
              </a:prstGeom>
              <a:solidFill>
                <a:srgbClr val="FFFF00"/>
              </a:solidFill>
              <a:ln w="3175">
                <a:solidFill>
                  <a:schemeClr val="tx1"/>
                </a:solidFill>
                <a:miter lim="800000"/>
                <a:headEnd/>
                <a:tailEnd/>
              </a:ln>
            </p:spPr>
            <p:txBody>
              <a:bodyPr wrap="none" anchor="ctr"/>
              <a:lstStyle/>
              <a:p>
                <a:pPr>
                  <a:spcBef>
                    <a:spcPct val="0"/>
                  </a:spcBef>
                  <a:buClrTx/>
                </a:pPr>
                <a:endParaRPr kumimoji="0" lang="en-US" sz="2400">
                  <a:solidFill>
                    <a:srgbClr val="000000"/>
                  </a:solidFill>
                  <a:latin typeface="Times New Roman" charset="0"/>
                </a:endParaRPr>
              </a:p>
            </p:txBody>
          </p:sp>
          <p:sp>
            <p:nvSpPr>
              <p:cNvPr id="102488" name="AutoShape 99"/>
              <p:cNvSpPr>
                <a:spLocks noChangeArrowheads="1"/>
              </p:cNvSpPr>
              <p:nvPr/>
            </p:nvSpPr>
            <p:spPr bwMode="auto">
              <a:xfrm>
                <a:off x="4032" y="3072"/>
                <a:ext cx="624" cy="336"/>
              </a:xfrm>
              <a:prstGeom prst="parallelogram">
                <a:avLst>
                  <a:gd name="adj" fmla="val 72583"/>
                </a:avLst>
              </a:prstGeom>
              <a:solidFill>
                <a:srgbClr val="FFFF00"/>
              </a:solidFill>
              <a:ln w="3175">
                <a:solidFill>
                  <a:schemeClr val="tx1"/>
                </a:solidFill>
                <a:miter lim="800000"/>
                <a:headEnd/>
                <a:tailEnd/>
              </a:ln>
            </p:spPr>
            <p:txBody>
              <a:bodyPr wrap="none" anchor="ctr"/>
              <a:lstStyle/>
              <a:p>
                <a:pPr>
                  <a:spcBef>
                    <a:spcPct val="0"/>
                  </a:spcBef>
                  <a:buClrTx/>
                </a:pPr>
                <a:endParaRPr kumimoji="0" lang="en-US" sz="2400">
                  <a:solidFill>
                    <a:srgbClr val="000000"/>
                  </a:solidFill>
                  <a:latin typeface="Times New Roman" charset="0"/>
                </a:endParaRPr>
              </a:p>
            </p:txBody>
          </p:sp>
        </p:grpSp>
        <p:grpSp>
          <p:nvGrpSpPr>
            <p:cNvPr id="102482" name="Group 100"/>
            <p:cNvGrpSpPr>
              <a:grpSpLocks/>
            </p:cNvGrpSpPr>
            <p:nvPr/>
          </p:nvGrpSpPr>
          <p:grpSpPr bwMode="auto">
            <a:xfrm>
              <a:off x="3744" y="2112"/>
              <a:ext cx="192" cy="192"/>
              <a:chOff x="4032" y="2352"/>
              <a:chExt cx="960" cy="1056"/>
            </a:xfrm>
          </p:grpSpPr>
          <p:sp>
            <p:nvSpPr>
              <p:cNvPr id="102483" name="AutoShape 101"/>
              <p:cNvSpPr>
                <a:spLocks noChangeArrowheads="1"/>
              </p:cNvSpPr>
              <p:nvPr/>
            </p:nvSpPr>
            <p:spPr bwMode="auto">
              <a:xfrm>
                <a:off x="4368" y="2352"/>
                <a:ext cx="624" cy="336"/>
              </a:xfrm>
              <a:prstGeom prst="parallelogram">
                <a:avLst>
                  <a:gd name="adj" fmla="val 72583"/>
                </a:avLst>
              </a:prstGeom>
              <a:solidFill>
                <a:srgbClr val="FFFF00"/>
              </a:solidFill>
              <a:ln w="3175">
                <a:solidFill>
                  <a:schemeClr val="tx1"/>
                </a:solidFill>
                <a:miter lim="800000"/>
                <a:headEnd/>
                <a:tailEnd/>
              </a:ln>
            </p:spPr>
            <p:txBody>
              <a:bodyPr wrap="none" anchor="ctr"/>
              <a:lstStyle/>
              <a:p>
                <a:pPr>
                  <a:spcBef>
                    <a:spcPct val="0"/>
                  </a:spcBef>
                  <a:buClrTx/>
                </a:pPr>
                <a:endParaRPr kumimoji="0" lang="en-US" sz="2400">
                  <a:solidFill>
                    <a:srgbClr val="000000"/>
                  </a:solidFill>
                  <a:latin typeface="Times New Roman" charset="0"/>
                </a:endParaRPr>
              </a:p>
            </p:txBody>
          </p:sp>
          <p:sp>
            <p:nvSpPr>
              <p:cNvPr id="102484" name="AutoShape 102"/>
              <p:cNvSpPr>
                <a:spLocks noChangeArrowheads="1"/>
              </p:cNvSpPr>
              <p:nvPr/>
            </p:nvSpPr>
            <p:spPr bwMode="auto">
              <a:xfrm>
                <a:off x="4272" y="2688"/>
                <a:ext cx="480" cy="384"/>
              </a:xfrm>
              <a:prstGeom prst="parallelogram">
                <a:avLst>
                  <a:gd name="adj" fmla="val 23038"/>
                </a:avLst>
              </a:prstGeom>
              <a:solidFill>
                <a:srgbClr val="FFFF00"/>
              </a:solidFill>
              <a:ln w="3175">
                <a:solidFill>
                  <a:schemeClr val="tx1"/>
                </a:solidFill>
                <a:miter lim="800000"/>
                <a:headEnd/>
                <a:tailEnd/>
              </a:ln>
            </p:spPr>
            <p:txBody>
              <a:bodyPr wrap="none" anchor="ctr"/>
              <a:lstStyle/>
              <a:p>
                <a:pPr>
                  <a:spcBef>
                    <a:spcPct val="0"/>
                  </a:spcBef>
                  <a:buClrTx/>
                </a:pPr>
                <a:endParaRPr kumimoji="0" lang="en-US" sz="2400">
                  <a:solidFill>
                    <a:srgbClr val="000000"/>
                  </a:solidFill>
                  <a:latin typeface="Times New Roman" charset="0"/>
                </a:endParaRPr>
              </a:p>
            </p:txBody>
          </p:sp>
          <p:sp>
            <p:nvSpPr>
              <p:cNvPr id="102485" name="AutoShape 103"/>
              <p:cNvSpPr>
                <a:spLocks noChangeArrowheads="1"/>
              </p:cNvSpPr>
              <p:nvPr/>
            </p:nvSpPr>
            <p:spPr bwMode="auto">
              <a:xfrm>
                <a:off x="4032" y="3072"/>
                <a:ext cx="624" cy="336"/>
              </a:xfrm>
              <a:prstGeom prst="parallelogram">
                <a:avLst>
                  <a:gd name="adj" fmla="val 72583"/>
                </a:avLst>
              </a:prstGeom>
              <a:solidFill>
                <a:srgbClr val="FFFF00"/>
              </a:solidFill>
              <a:ln w="3175">
                <a:solidFill>
                  <a:schemeClr val="tx1"/>
                </a:solidFill>
                <a:miter lim="800000"/>
                <a:headEnd/>
                <a:tailEnd/>
              </a:ln>
            </p:spPr>
            <p:txBody>
              <a:bodyPr wrap="none" anchor="ctr"/>
              <a:lstStyle/>
              <a:p>
                <a:pPr>
                  <a:spcBef>
                    <a:spcPct val="0"/>
                  </a:spcBef>
                  <a:buClrTx/>
                </a:pPr>
                <a:endParaRPr kumimoji="0" lang="en-US" sz="2400">
                  <a:solidFill>
                    <a:srgbClr val="000000"/>
                  </a:solidFill>
                  <a:latin typeface="Times New Roman" charset="0"/>
                </a:endParaRPr>
              </a:p>
            </p:txBody>
          </p:sp>
        </p:grpSp>
      </p:grpSp>
      <p:grpSp>
        <p:nvGrpSpPr>
          <p:cNvPr id="102405" name="Group 121"/>
          <p:cNvGrpSpPr>
            <a:grpSpLocks/>
          </p:cNvGrpSpPr>
          <p:nvPr/>
        </p:nvGrpSpPr>
        <p:grpSpPr bwMode="auto">
          <a:xfrm>
            <a:off x="5255881" y="4847278"/>
            <a:ext cx="2209800" cy="838200"/>
            <a:chOff x="2928" y="4272"/>
            <a:chExt cx="1920" cy="816"/>
          </a:xfrm>
        </p:grpSpPr>
        <p:sp>
          <p:nvSpPr>
            <p:cNvPr id="102415" name="Rectangle 122"/>
            <p:cNvSpPr>
              <a:spLocks noChangeArrowheads="1"/>
            </p:cNvSpPr>
            <p:nvPr/>
          </p:nvSpPr>
          <p:spPr bwMode="auto">
            <a:xfrm>
              <a:off x="2928" y="4272"/>
              <a:ext cx="1920" cy="816"/>
            </a:xfrm>
            <a:prstGeom prst="rect">
              <a:avLst/>
            </a:prstGeom>
            <a:solidFill>
              <a:schemeClr val="folHlink"/>
            </a:solidFill>
            <a:ln w="9525">
              <a:solidFill>
                <a:schemeClr val="tx1"/>
              </a:solidFill>
              <a:miter lim="800000"/>
              <a:headEnd/>
              <a:tailEnd/>
            </a:ln>
          </p:spPr>
          <p:txBody>
            <a:bodyPr wrap="none" anchor="ctr"/>
            <a:lstStyle/>
            <a:p>
              <a:pPr>
                <a:spcBef>
                  <a:spcPct val="0"/>
                </a:spcBef>
                <a:buClrTx/>
              </a:pPr>
              <a:endParaRPr kumimoji="0" lang="en-US" sz="2400">
                <a:solidFill>
                  <a:srgbClr val="000000"/>
                </a:solidFill>
                <a:latin typeface="Times New Roman" charset="0"/>
              </a:endParaRPr>
            </a:p>
          </p:txBody>
        </p:sp>
        <p:grpSp>
          <p:nvGrpSpPr>
            <p:cNvPr id="102416" name="Group 123"/>
            <p:cNvGrpSpPr>
              <a:grpSpLocks/>
            </p:cNvGrpSpPr>
            <p:nvPr/>
          </p:nvGrpSpPr>
          <p:grpSpPr bwMode="auto">
            <a:xfrm>
              <a:off x="3072" y="4416"/>
              <a:ext cx="768" cy="528"/>
              <a:chOff x="3120" y="4416"/>
              <a:chExt cx="1344" cy="672"/>
            </a:xfrm>
          </p:grpSpPr>
          <p:sp>
            <p:nvSpPr>
              <p:cNvPr id="102429" name="Rectangle 124"/>
              <p:cNvSpPr>
                <a:spLocks noChangeArrowheads="1"/>
              </p:cNvSpPr>
              <p:nvPr/>
            </p:nvSpPr>
            <p:spPr bwMode="auto">
              <a:xfrm>
                <a:off x="3120" y="4416"/>
                <a:ext cx="1344" cy="672"/>
              </a:xfrm>
              <a:prstGeom prst="rect">
                <a:avLst/>
              </a:prstGeom>
              <a:solidFill>
                <a:srgbClr val="FFFF00"/>
              </a:solidFill>
              <a:ln w="9525">
                <a:solidFill>
                  <a:schemeClr val="tx1"/>
                </a:solidFill>
                <a:miter lim="800000"/>
                <a:headEnd/>
                <a:tailEnd/>
              </a:ln>
            </p:spPr>
            <p:txBody>
              <a:bodyPr wrap="none" anchor="ctr"/>
              <a:lstStyle/>
              <a:p>
                <a:pPr>
                  <a:spcBef>
                    <a:spcPct val="0"/>
                  </a:spcBef>
                  <a:buClrTx/>
                </a:pPr>
                <a:endParaRPr kumimoji="0" lang="en-US" sz="2400">
                  <a:solidFill>
                    <a:srgbClr val="000000"/>
                  </a:solidFill>
                  <a:latin typeface="Times New Roman" charset="0"/>
                </a:endParaRPr>
              </a:p>
            </p:txBody>
          </p:sp>
          <p:sp>
            <p:nvSpPr>
              <p:cNvPr id="102430" name="Line 125"/>
              <p:cNvSpPr>
                <a:spLocks noChangeShapeType="1"/>
              </p:cNvSpPr>
              <p:nvPr/>
            </p:nvSpPr>
            <p:spPr bwMode="auto">
              <a:xfrm>
                <a:off x="3168" y="4567"/>
                <a:ext cx="192" cy="0"/>
              </a:xfrm>
              <a:prstGeom prst="line">
                <a:avLst/>
              </a:prstGeom>
              <a:noFill/>
              <a:ln w="9525">
                <a:solidFill>
                  <a:srgbClr val="3333FF"/>
                </a:solidFill>
                <a:round/>
                <a:headEnd/>
                <a:tailEnd/>
              </a:ln>
              <a:extLst>
                <a:ext uri="{909E8E84-426E-40DD-AFC4-6F175D3DCCD1}">
                  <a14:hiddenFill xmlns:a14="http://schemas.microsoft.com/office/drawing/2010/main">
                    <a:noFill/>
                  </a14:hiddenFill>
                </a:ext>
              </a:extLst>
            </p:spPr>
            <p:txBody>
              <a:bodyPr/>
              <a:lstStyle/>
              <a:p>
                <a:endParaRPr lang="en-US">
                  <a:solidFill>
                    <a:srgbClr val="000000"/>
                  </a:solidFill>
                </a:endParaRPr>
              </a:p>
            </p:txBody>
          </p:sp>
          <p:sp>
            <p:nvSpPr>
              <p:cNvPr id="102431" name="Line 126"/>
              <p:cNvSpPr>
                <a:spLocks noChangeShapeType="1"/>
              </p:cNvSpPr>
              <p:nvPr/>
            </p:nvSpPr>
            <p:spPr bwMode="auto">
              <a:xfrm flipV="1">
                <a:off x="3360" y="4464"/>
                <a:ext cx="0" cy="103"/>
              </a:xfrm>
              <a:prstGeom prst="line">
                <a:avLst/>
              </a:prstGeom>
              <a:noFill/>
              <a:ln w="9525">
                <a:solidFill>
                  <a:srgbClr val="3333FF"/>
                </a:solidFill>
                <a:round/>
                <a:headEnd/>
                <a:tailEnd/>
              </a:ln>
              <a:extLst>
                <a:ext uri="{909E8E84-426E-40DD-AFC4-6F175D3DCCD1}">
                  <a14:hiddenFill xmlns:a14="http://schemas.microsoft.com/office/drawing/2010/main">
                    <a:noFill/>
                  </a14:hiddenFill>
                </a:ext>
              </a:extLst>
            </p:spPr>
            <p:txBody>
              <a:bodyPr/>
              <a:lstStyle/>
              <a:p>
                <a:endParaRPr lang="en-US">
                  <a:solidFill>
                    <a:srgbClr val="000000"/>
                  </a:solidFill>
                </a:endParaRPr>
              </a:p>
            </p:txBody>
          </p:sp>
          <p:sp>
            <p:nvSpPr>
              <p:cNvPr id="102432" name="Line 127"/>
              <p:cNvSpPr>
                <a:spLocks noChangeShapeType="1"/>
              </p:cNvSpPr>
              <p:nvPr/>
            </p:nvSpPr>
            <p:spPr bwMode="auto">
              <a:xfrm>
                <a:off x="3360" y="4464"/>
                <a:ext cx="346" cy="0"/>
              </a:xfrm>
              <a:prstGeom prst="line">
                <a:avLst/>
              </a:prstGeom>
              <a:noFill/>
              <a:ln w="9525">
                <a:solidFill>
                  <a:srgbClr val="3333FF"/>
                </a:solidFill>
                <a:round/>
                <a:headEnd/>
                <a:tailEnd/>
              </a:ln>
              <a:extLst>
                <a:ext uri="{909E8E84-426E-40DD-AFC4-6F175D3DCCD1}">
                  <a14:hiddenFill xmlns:a14="http://schemas.microsoft.com/office/drawing/2010/main">
                    <a:noFill/>
                  </a14:hiddenFill>
                </a:ext>
              </a:extLst>
            </p:spPr>
            <p:txBody>
              <a:bodyPr/>
              <a:lstStyle/>
              <a:p>
                <a:endParaRPr lang="en-US">
                  <a:solidFill>
                    <a:srgbClr val="000000"/>
                  </a:solidFill>
                </a:endParaRPr>
              </a:p>
            </p:txBody>
          </p:sp>
          <p:sp>
            <p:nvSpPr>
              <p:cNvPr id="102433" name="Line 128"/>
              <p:cNvSpPr>
                <a:spLocks noChangeShapeType="1"/>
              </p:cNvSpPr>
              <p:nvPr/>
            </p:nvSpPr>
            <p:spPr bwMode="auto">
              <a:xfrm>
                <a:off x="3706" y="4464"/>
                <a:ext cx="0" cy="103"/>
              </a:xfrm>
              <a:prstGeom prst="line">
                <a:avLst/>
              </a:prstGeom>
              <a:noFill/>
              <a:ln w="9525">
                <a:solidFill>
                  <a:srgbClr val="3333FF"/>
                </a:solidFill>
                <a:round/>
                <a:headEnd/>
                <a:tailEnd/>
              </a:ln>
              <a:extLst>
                <a:ext uri="{909E8E84-426E-40DD-AFC4-6F175D3DCCD1}">
                  <a14:hiddenFill xmlns:a14="http://schemas.microsoft.com/office/drawing/2010/main">
                    <a:noFill/>
                  </a14:hiddenFill>
                </a:ext>
              </a:extLst>
            </p:spPr>
            <p:txBody>
              <a:bodyPr/>
              <a:lstStyle/>
              <a:p>
                <a:endParaRPr lang="en-US">
                  <a:solidFill>
                    <a:srgbClr val="000000"/>
                  </a:solidFill>
                </a:endParaRPr>
              </a:p>
            </p:txBody>
          </p:sp>
          <p:sp>
            <p:nvSpPr>
              <p:cNvPr id="102434" name="Line 129"/>
              <p:cNvSpPr>
                <a:spLocks noChangeShapeType="1"/>
              </p:cNvSpPr>
              <p:nvPr/>
            </p:nvSpPr>
            <p:spPr bwMode="auto">
              <a:xfrm>
                <a:off x="3706" y="4567"/>
                <a:ext cx="422" cy="0"/>
              </a:xfrm>
              <a:prstGeom prst="line">
                <a:avLst/>
              </a:prstGeom>
              <a:noFill/>
              <a:ln w="9525">
                <a:solidFill>
                  <a:srgbClr val="3333FF"/>
                </a:solidFill>
                <a:round/>
                <a:headEnd/>
                <a:tailEnd/>
              </a:ln>
              <a:extLst>
                <a:ext uri="{909E8E84-426E-40DD-AFC4-6F175D3DCCD1}">
                  <a14:hiddenFill xmlns:a14="http://schemas.microsoft.com/office/drawing/2010/main">
                    <a:noFill/>
                  </a14:hiddenFill>
                </a:ext>
              </a:extLst>
            </p:spPr>
            <p:txBody>
              <a:bodyPr/>
              <a:lstStyle/>
              <a:p>
                <a:endParaRPr lang="en-US">
                  <a:solidFill>
                    <a:srgbClr val="000000"/>
                  </a:solidFill>
                </a:endParaRPr>
              </a:p>
            </p:txBody>
          </p:sp>
          <p:sp>
            <p:nvSpPr>
              <p:cNvPr id="102435" name="Line 130"/>
              <p:cNvSpPr>
                <a:spLocks noChangeShapeType="1"/>
              </p:cNvSpPr>
              <p:nvPr/>
            </p:nvSpPr>
            <p:spPr bwMode="auto">
              <a:xfrm>
                <a:off x="4128" y="4464"/>
                <a:ext cx="0" cy="103"/>
              </a:xfrm>
              <a:prstGeom prst="line">
                <a:avLst/>
              </a:prstGeom>
              <a:noFill/>
              <a:ln w="9525">
                <a:solidFill>
                  <a:srgbClr val="3333FF"/>
                </a:solidFill>
                <a:round/>
                <a:headEnd/>
                <a:tailEnd/>
              </a:ln>
              <a:extLst>
                <a:ext uri="{909E8E84-426E-40DD-AFC4-6F175D3DCCD1}">
                  <a14:hiddenFill xmlns:a14="http://schemas.microsoft.com/office/drawing/2010/main">
                    <a:noFill/>
                  </a14:hiddenFill>
                </a:ext>
              </a:extLst>
            </p:spPr>
            <p:txBody>
              <a:bodyPr/>
              <a:lstStyle/>
              <a:p>
                <a:endParaRPr lang="en-US">
                  <a:solidFill>
                    <a:srgbClr val="000000"/>
                  </a:solidFill>
                </a:endParaRPr>
              </a:p>
            </p:txBody>
          </p:sp>
          <p:sp>
            <p:nvSpPr>
              <p:cNvPr id="102436" name="Line 131"/>
              <p:cNvSpPr>
                <a:spLocks noChangeShapeType="1"/>
              </p:cNvSpPr>
              <p:nvPr/>
            </p:nvSpPr>
            <p:spPr bwMode="auto">
              <a:xfrm>
                <a:off x="4128" y="4464"/>
                <a:ext cx="154" cy="0"/>
              </a:xfrm>
              <a:prstGeom prst="line">
                <a:avLst/>
              </a:prstGeom>
              <a:noFill/>
              <a:ln w="9525">
                <a:solidFill>
                  <a:srgbClr val="3333FF"/>
                </a:solidFill>
                <a:round/>
                <a:headEnd/>
                <a:tailEnd/>
              </a:ln>
              <a:extLst>
                <a:ext uri="{909E8E84-426E-40DD-AFC4-6F175D3DCCD1}">
                  <a14:hiddenFill xmlns:a14="http://schemas.microsoft.com/office/drawing/2010/main">
                    <a:noFill/>
                  </a14:hiddenFill>
                </a:ext>
              </a:extLst>
            </p:spPr>
            <p:txBody>
              <a:bodyPr/>
              <a:lstStyle/>
              <a:p>
                <a:endParaRPr lang="en-US">
                  <a:solidFill>
                    <a:srgbClr val="000000"/>
                  </a:solidFill>
                </a:endParaRPr>
              </a:p>
            </p:txBody>
          </p:sp>
          <p:sp>
            <p:nvSpPr>
              <p:cNvPr id="102437" name="Line 132"/>
              <p:cNvSpPr>
                <a:spLocks noChangeShapeType="1"/>
              </p:cNvSpPr>
              <p:nvPr/>
            </p:nvSpPr>
            <p:spPr bwMode="auto">
              <a:xfrm>
                <a:off x="4282" y="4464"/>
                <a:ext cx="0" cy="103"/>
              </a:xfrm>
              <a:prstGeom prst="line">
                <a:avLst/>
              </a:prstGeom>
              <a:noFill/>
              <a:ln w="9525">
                <a:solidFill>
                  <a:srgbClr val="3333FF"/>
                </a:solidFill>
                <a:round/>
                <a:headEnd/>
                <a:tailEnd/>
              </a:ln>
              <a:extLst>
                <a:ext uri="{909E8E84-426E-40DD-AFC4-6F175D3DCCD1}">
                  <a14:hiddenFill xmlns:a14="http://schemas.microsoft.com/office/drawing/2010/main">
                    <a:noFill/>
                  </a14:hiddenFill>
                </a:ext>
              </a:extLst>
            </p:spPr>
            <p:txBody>
              <a:bodyPr/>
              <a:lstStyle/>
              <a:p>
                <a:endParaRPr lang="en-US">
                  <a:solidFill>
                    <a:srgbClr val="000000"/>
                  </a:solidFill>
                </a:endParaRPr>
              </a:p>
            </p:txBody>
          </p:sp>
          <p:sp>
            <p:nvSpPr>
              <p:cNvPr id="102438" name="Line 133"/>
              <p:cNvSpPr>
                <a:spLocks noChangeShapeType="1"/>
              </p:cNvSpPr>
              <p:nvPr/>
            </p:nvSpPr>
            <p:spPr bwMode="auto">
              <a:xfrm>
                <a:off x="4282" y="4567"/>
                <a:ext cx="153" cy="0"/>
              </a:xfrm>
              <a:prstGeom prst="line">
                <a:avLst/>
              </a:prstGeom>
              <a:noFill/>
              <a:ln w="9525">
                <a:solidFill>
                  <a:srgbClr val="3333FF"/>
                </a:solidFill>
                <a:round/>
                <a:headEnd/>
                <a:tailEnd/>
              </a:ln>
              <a:extLst>
                <a:ext uri="{909E8E84-426E-40DD-AFC4-6F175D3DCCD1}">
                  <a14:hiddenFill xmlns:a14="http://schemas.microsoft.com/office/drawing/2010/main">
                    <a:noFill/>
                  </a14:hiddenFill>
                </a:ext>
              </a:extLst>
            </p:spPr>
            <p:txBody>
              <a:bodyPr/>
              <a:lstStyle/>
              <a:p>
                <a:endParaRPr lang="en-US">
                  <a:solidFill>
                    <a:srgbClr val="000000"/>
                  </a:solidFill>
                </a:endParaRPr>
              </a:p>
            </p:txBody>
          </p:sp>
          <p:sp>
            <p:nvSpPr>
              <p:cNvPr id="102439" name="Line 134"/>
              <p:cNvSpPr>
                <a:spLocks noChangeShapeType="1"/>
              </p:cNvSpPr>
              <p:nvPr/>
            </p:nvSpPr>
            <p:spPr bwMode="auto">
              <a:xfrm>
                <a:off x="3168" y="4738"/>
                <a:ext cx="346" cy="0"/>
              </a:xfrm>
              <a:prstGeom prst="line">
                <a:avLst/>
              </a:prstGeom>
              <a:noFill/>
              <a:ln w="9525">
                <a:solidFill>
                  <a:srgbClr val="3333FF"/>
                </a:solidFill>
                <a:round/>
                <a:headEnd/>
                <a:tailEnd/>
              </a:ln>
              <a:extLst>
                <a:ext uri="{909E8E84-426E-40DD-AFC4-6F175D3DCCD1}">
                  <a14:hiddenFill xmlns:a14="http://schemas.microsoft.com/office/drawing/2010/main">
                    <a:noFill/>
                  </a14:hiddenFill>
                </a:ext>
              </a:extLst>
            </p:spPr>
            <p:txBody>
              <a:bodyPr/>
              <a:lstStyle/>
              <a:p>
                <a:endParaRPr lang="en-US">
                  <a:solidFill>
                    <a:srgbClr val="000000"/>
                  </a:solidFill>
                </a:endParaRPr>
              </a:p>
            </p:txBody>
          </p:sp>
          <p:sp>
            <p:nvSpPr>
              <p:cNvPr id="102440" name="Line 135"/>
              <p:cNvSpPr>
                <a:spLocks noChangeShapeType="1"/>
              </p:cNvSpPr>
              <p:nvPr/>
            </p:nvSpPr>
            <p:spPr bwMode="auto">
              <a:xfrm>
                <a:off x="3514" y="4636"/>
                <a:ext cx="0" cy="102"/>
              </a:xfrm>
              <a:prstGeom prst="line">
                <a:avLst/>
              </a:prstGeom>
              <a:noFill/>
              <a:ln w="9525">
                <a:solidFill>
                  <a:srgbClr val="3333FF"/>
                </a:solidFill>
                <a:round/>
                <a:headEnd/>
                <a:tailEnd/>
              </a:ln>
              <a:extLst>
                <a:ext uri="{909E8E84-426E-40DD-AFC4-6F175D3DCCD1}">
                  <a14:hiddenFill xmlns:a14="http://schemas.microsoft.com/office/drawing/2010/main">
                    <a:noFill/>
                  </a14:hiddenFill>
                </a:ext>
              </a:extLst>
            </p:spPr>
            <p:txBody>
              <a:bodyPr/>
              <a:lstStyle/>
              <a:p>
                <a:endParaRPr lang="en-US">
                  <a:solidFill>
                    <a:srgbClr val="000000"/>
                  </a:solidFill>
                </a:endParaRPr>
              </a:p>
            </p:txBody>
          </p:sp>
          <p:sp>
            <p:nvSpPr>
              <p:cNvPr id="102441" name="Line 136"/>
              <p:cNvSpPr>
                <a:spLocks noChangeShapeType="1"/>
              </p:cNvSpPr>
              <p:nvPr/>
            </p:nvSpPr>
            <p:spPr bwMode="auto">
              <a:xfrm>
                <a:off x="3514" y="4636"/>
                <a:ext cx="460" cy="0"/>
              </a:xfrm>
              <a:prstGeom prst="line">
                <a:avLst/>
              </a:prstGeom>
              <a:noFill/>
              <a:ln w="9525">
                <a:solidFill>
                  <a:srgbClr val="3333FF"/>
                </a:solidFill>
                <a:round/>
                <a:headEnd/>
                <a:tailEnd/>
              </a:ln>
              <a:extLst>
                <a:ext uri="{909E8E84-426E-40DD-AFC4-6F175D3DCCD1}">
                  <a14:hiddenFill xmlns:a14="http://schemas.microsoft.com/office/drawing/2010/main">
                    <a:noFill/>
                  </a14:hiddenFill>
                </a:ext>
              </a:extLst>
            </p:spPr>
            <p:txBody>
              <a:bodyPr/>
              <a:lstStyle/>
              <a:p>
                <a:endParaRPr lang="en-US">
                  <a:solidFill>
                    <a:srgbClr val="000000"/>
                  </a:solidFill>
                </a:endParaRPr>
              </a:p>
            </p:txBody>
          </p:sp>
          <p:sp>
            <p:nvSpPr>
              <p:cNvPr id="102442" name="Line 137"/>
              <p:cNvSpPr>
                <a:spLocks noChangeShapeType="1"/>
              </p:cNvSpPr>
              <p:nvPr/>
            </p:nvSpPr>
            <p:spPr bwMode="auto">
              <a:xfrm>
                <a:off x="3974" y="4636"/>
                <a:ext cx="0" cy="102"/>
              </a:xfrm>
              <a:prstGeom prst="line">
                <a:avLst/>
              </a:prstGeom>
              <a:noFill/>
              <a:ln w="9525">
                <a:solidFill>
                  <a:srgbClr val="3333FF"/>
                </a:solidFill>
                <a:round/>
                <a:headEnd/>
                <a:tailEnd/>
              </a:ln>
              <a:extLst>
                <a:ext uri="{909E8E84-426E-40DD-AFC4-6F175D3DCCD1}">
                  <a14:hiddenFill xmlns:a14="http://schemas.microsoft.com/office/drawing/2010/main">
                    <a:noFill/>
                  </a14:hiddenFill>
                </a:ext>
              </a:extLst>
            </p:spPr>
            <p:txBody>
              <a:bodyPr/>
              <a:lstStyle/>
              <a:p>
                <a:endParaRPr lang="en-US">
                  <a:solidFill>
                    <a:srgbClr val="000000"/>
                  </a:solidFill>
                </a:endParaRPr>
              </a:p>
            </p:txBody>
          </p:sp>
          <p:sp>
            <p:nvSpPr>
              <p:cNvPr id="102443" name="Line 138"/>
              <p:cNvSpPr>
                <a:spLocks noChangeShapeType="1"/>
              </p:cNvSpPr>
              <p:nvPr/>
            </p:nvSpPr>
            <p:spPr bwMode="auto">
              <a:xfrm>
                <a:off x="3974" y="4738"/>
                <a:ext cx="461" cy="0"/>
              </a:xfrm>
              <a:prstGeom prst="line">
                <a:avLst/>
              </a:prstGeom>
              <a:noFill/>
              <a:ln w="9525">
                <a:solidFill>
                  <a:srgbClr val="3333FF"/>
                </a:solidFill>
                <a:round/>
                <a:headEnd/>
                <a:tailEnd/>
              </a:ln>
              <a:extLst>
                <a:ext uri="{909E8E84-426E-40DD-AFC4-6F175D3DCCD1}">
                  <a14:hiddenFill xmlns:a14="http://schemas.microsoft.com/office/drawing/2010/main">
                    <a:noFill/>
                  </a14:hiddenFill>
                </a:ext>
              </a:extLst>
            </p:spPr>
            <p:txBody>
              <a:bodyPr/>
              <a:lstStyle/>
              <a:p>
                <a:endParaRPr lang="en-US">
                  <a:solidFill>
                    <a:srgbClr val="000000"/>
                  </a:solidFill>
                </a:endParaRPr>
              </a:p>
            </p:txBody>
          </p:sp>
        </p:grpSp>
        <p:sp>
          <p:nvSpPr>
            <p:cNvPr id="102417" name="Oval 139"/>
            <p:cNvSpPr>
              <a:spLocks noChangeArrowheads="1"/>
            </p:cNvSpPr>
            <p:nvPr/>
          </p:nvSpPr>
          <p:spPr bwMode="auto">
            <a:xfrm>
              <a:off x="3984" y="4560"/>
              <a:ext cx="192" cy="192"/>
            </a:xfrm>
            <a:prstGeom prst="ellipse">
              <a:avLst/>
            </a:prstGeom>
            <a:solidFill>
              <a:schemeClr val="tx1"/>
            </a:solidFill>
            <a:ln w="9525">
              <a:solidFill>
                <a:schemeClr val="tx1"/>
              </a:solidFill>
              <a:round/>
              <a:headEnd/>
              <a:tailEnd/>
            </a:ln>
          </p:spPr>
          <p:txBody>
            <a:bodyPr wrap="none" anchor="ctr"/>
            <a:lstStyle/>
            <a:p>
              <a:pPr>
                <a:spcBef>
                  <a:spcPct val="0"/>
                </a:spcBef>
                <a:buClrTx/>
              </a:pPr>
              <a:endParaRPr kumimoji="0" lang="en-US" sz="2400">
                <a:solidFill>
                  <a:srgbClr val="000000"/>
                </a:solidFill>
                <a:latin typeface="Times New Roman" charset="0"/>
              </a:endParaRPr>
            </a:p>
          </p:txBody>
        </p:sp>
        <p:sp>
          <p:nvSpPr>
            <p:cNvPr id="102418" name="Oval 140"/>
            <p:cNvSpPr>
              <a:spLocks noChangeArrowheads="1"/>
            </p:cNvSpPr>
            <p:nvPr/>
          </p:nvSpPr>
          <p:spPr bwMode="auto">
            <a:xfrm>
              <a:off x="4512" y="4560"/>
              <a:ext cx="192" cy="192"/>
            </a:xfrm>
            <a:prstGeom prst="ellipse">
              <a:avLst/>
            </a:prstGeom>
            <a:solidFill>
              <a:schemeClr val="tx1"/>
            </a:solidFill>
            <a:ln w="9525">
              <a:solidFill>
                <a:schemeClr val="tx1"/>
              </a:solidFill>
              <a:round/>
              <a:headEnd/>
              <a:tailEnd/>
            </a:ln>
          </p:spPr>
          <p:txBody>
            <a:bodyPr wrap="none" anchor="ctr"/>
            <a:lstStyle/>
            <a:p>
              <a:pPr>
                <a:spcBef>
                  <a:spcPct val="0"/>
                </a:spcBef>
                <a:buClrTx/>
              </a:pPr>
              <a:endParaRPr kumimoji="0" lang="en-US" sz="2400">
                <a:solidFill>
                  <a:srgbClr val="000000"/>
                </a:solidFill>
                <a:latin typeface="Times New Roman" charset="0"/>
              </a:endParaRPr>
            </a:p>
          </p:txBody>
        </p:sp>
        <p:sp>
          <p:nvSpPr>
            <p:cNvPr id="102419" name="Oval 141"/>
            <p:cNvSpPr>
              <a:spLocks noChangeArrowheads="1"/>
            </p:cNvSpPr>
            <p:nvPr/>
          </p:nvSpPr>
          <p:spPr bwMode="auto">
            <a:xfrm>
              <a:off x="3984" y="4848"/>
              <a:ext cx="48" cy="48"/>
            </a:xfrm>
            <a:prstGeom prst="ellipse">
              <a:avLst/>
            </a:prstGeom>
            <a:solidFill>
              <a:schemeClr val="tx1"/>
            </a:solidFill>
            <a:ln w="9525">
              <a:solidFill>
                <a:schemeClr val="tx1"/>
              </a:solidFill>
              <a:round/>
              <a:headEnd/>
              <a:tailEnd/>
            </a:ln>
          </p:spPr>
          <p:txBody>
            <a:bodyPr wrap="none" anchor="ctr"/>
            <a:lstStyle/>
            <a:p>
              <a:pPr>
                <a:spcBef>
                  <a:spcPct val="0"/>
                </a:spcBef>
                <a:buClrTx/>
              </a:pPr>
              <a:endParaRPr kumimoji="0" lang="en-US" sz="2400">
                <a:solidFill>
                  <a:srgbClr val="000000"/>
                </a:solidFill>
                <a:latin typeface="Times New Roman" charset="0"/>
              </a:endParaRPr>
            </a:p>
          </p:txBody>
        </p:sp>
        <p:sp>
          <p:nvSpPr>
            <p:cNvPr id="102420" name="Oval 142"/>
            <p:cNvSpPr>
              <a:spLocks noChangeArrowheads="1"/>
            </p:cNvSpPr>
            <p:nvPr/>
          </p:nvSpPr>
          <p:spPr bwMode="auto">
            <a:xfrm>
              <a:off x="4080" y="4848"/>
              <a:ext cx="48" cy="48"/>
            </a:xfrm>
            <a:prstGeom prst="ellipse">
              <a:avLst/>
            </a:prstGeom>
            <a:solidFill>
              <a:schemeClr val="tx1"/>
            </a:solidFill>
            <a:ln w="9525">
              <a:solidFill>
                <a:schemeClr val="tx1"/>
              </a:solidFill>
              <a:round/>
              <a:headEnd/>
              <a:tailEnd/>
            </a:ln>
          </p:spPr>
          <p:txBody>
            <a:bodyPr wrap="none" anchor="ctr"/>
            <a:lstStyle/>
            <a:p>
              <a:pPr>
                <a:spcBef>
                  <a:spcPct val="0"/>
                </a:spcBef>
                <a:buClrTx/>
              </a:pPr>
              <a:endParaRPr kumimoji="0" lang="en-US" sz="2400">
                <a:solidFill>
                  <a:srgbClr val="000000"/>
                </a:solidFill>
                <a:latin typeface="Times New Roman" charset="0"/>
              </a:endParaRPr>
            </a:p>
          </p:txBody>
        </p:sp>
        <p:sp>
          <p:nvSpPr>
            <p:cNvPr id="102421" name="Oval 143"/>
            <p:cNvSpPr>
              <a:spLocks noChangeArrowheads="1"/>
            </p:cNvSpPr>
            <p:nvPr/>
          </p:nvSpPr>
          <p:spPr bwMode="auto">
            <a:xfrm>
              <a:off x="4176" y="4848"/>
              <a:ext cx="48" cy="48"/>
            </a:xfrm>
            <a:prstGeom prst="ellipse">
              <a:avLst/>
            </a:prstGeom>
            <a:solidFill>
              <a:schemeClr val="tx1"/>
            </a:solidFill>
            <a:ln w="9525">
              <a:solidFill>
                <a:schemeClr val="tx1"/>
              </a:solidFill>
              <a:round/>
              <a:headEnd/>
              <a:tailEnd/>
            </a:ln>
          </p:spPr>
          <p:txBody>
            <a:bodyPr wrap="none" anchor="ctr"/>
            <a:lstStyle/>
            <a:p>
              <a:pPr>
                <a:spcBef>
                  <a:spcPct val="0"/>
                </a:spcBef>
                <a:buClrTx/>
              </a:pPr>
              <a:endParaRPr kumimoji="0" lang="en-US" sz="2400">
                <a:solidFill>
                  <a:srgbClr val="000000"/>
                </a:solidFill>
                <a:latin typeface="Times New Roman" charset="0"/>
              </a:endParaRPr>
            </a:p>
          </p:txBody>
        </p:sp>
        <p:sp>
          <p:nvSpPr>
            <p:cNvPr id="102422" name="Oval 144"/>
            <p:cNvSpPr>
              <a:spLocks noChangeArrowheads="1"/>
            </p:cNvSpPr>
            <p:nvPr/>
          </p:nvSpPr>
          <p:spPr bwMode="auto">
            <a:xfrm>
              <a:off x="4464" y="4848"/>
              <a:ext cx="48" cy="48"/>
            </a:xfrm>
            <a:prstGeom prst="ellipse">
              <a:avLst/>
            </a:prstGeom>
            <a:solidFill>
              <a:schemeClr val="tx1"/>
            </a:solidFill>
            <a:ln w="9525">
              <a:solidFill>
                <a:schemeClr val="tx1"/>
              </a:solidFill>
              <a:round/>
              <a:headEnd/>
              <a:tailEnd/>
            </a:ln>
          </p:spPr>
          <p:txBody>
            <a:bodyPr wrap="none" anchor="ctr"/>
            <a:lstStyle/>
            <a:p>
              <a:pPr>
                <a:spcBef>
                  <a:spcPct val="0"/>
                </a:spcBef>
                <a:buClrTx/>
              </a:pPr>
              <a:endParaRPr kumimoji="0" lang="en-US" sz="2400">
                <a:solidFill>
                  <a:srgbClr val="000000"/>
                </a:solidFill>
                <a:latin typeface="Times New Roman" charset="0"/>
              </a:endParaRPr>
            </a:p>
          </p:txBody>
        </p:sp>
        <p:sp>
          <p:nvSpPr>
            <p:cNvPr id="102423" name="Oval 145"/>
            <p:cNvSpPr>
              <a:spLocks noChangeArrowheads="1"/>
            </p:cNvSpPr>
            <p:nvPr/>
          </p:nvSpPr>
          <p:spPr bwMode="auto">
            <a:xfrm>
              <a:off x="4560" y="4848"/>
              <a:ext cx="48" cy="48"/>
            </a:xfrm>
            <a:prstGeom prst="ellipse">
              <a:avLst/>
            </a:prstGeom>
            <a:solidFill>
              <a:schemeClr val="tx1"/>
            </a:solidFill>
            <a:ln w="9525">
              <a:solidFill>
                <a:schemeClr val="tx1"/>
              </a:solidFill>
              <a:round/>
              <a:headEnd/>
              <a:tailEnd/>
            </a:ln>
          </p:spPr>
          <p:txBody>
            <a:bodyPr wrap="none" anchor="ctr"/>
            <a:lstStyle/>
            <a:p>
              <a:pPr>
                <a:spcBef>
                  <a:spcPct val="0"/>
                </a:spcBef>
                <a:buClrTx/>
              </a:pPr>
              <a:endParaRPr kumimoji="0" lang="en-US" sz="2400">
                <a:solidFill>
                  <a:srgbClr val="000000"/>
                </a:solidFill>
                <a:latin typeface="Times New Roman" charset="0"/>
              </a:endParaRPr>
            </a:p>
          </p:txBody>
        </p:sp>
        <p:sp>
          <p:nvSpPr>
            <p:cNvPr id="102424" name="Oval 146"/>
            <p:cNvSpPr>
              <a:spLocks noChangeArrowheads="1"/>
            </p:cNvSpPr>
            <p:nvPr/>
          </p:nvSpPr>
          <p:spPr bwMode="auto">
            <a:xfrm>
              <a:off x="4656" y="4848"/>
              <a:ext cx="48" cy="48"/>
            </a:xfrm>
            <a:prstGeom prst="ellipse">
              <a:avLst/>
            </a:prstGeom>
            <a:solidFill>
              <a:schemeClr val="tx1"/>
            </a:solidFill>
            <a:ln w="9525">
              <a:solidFill>
                <a:schemeClr val="tx1"/>
              </a:solidFill>
              <a:round/>
              <a:headEnd/>
              <a:tailEnd/>
            </a:ln>
          </p:spPr>
          <p:txBody>
            <a:bodyPr wrap="none" anchor="ctr"/>
            <a:lstStyle/>
            <a:p>
              <a:pPr>
                <a:spcBef>
                  <a:spcPct val="0"/>
                </a:spcBef>
                <a:buClrTx/>
              </a:pPr>
              <a:endParaRPr kumimoji="0" lang="en-US" sz="2400">
                <a:solidFill>
                  <a:srgbClr val="000000"/>
                </a:solidFill>
                <a:latin typeface="Times New Roman" charset="0"/>
              </a:endParaRPr>
            </a:p>
          </p:txBody>
        </p:sp>
        <p:sp>
          <p:nvSpPr>
            <p:cNvPr id="102425" name="Rectangle 147"/>
            <p:cNvSpPr>
              <a:spLocks noChangeArrowheads="1"/>
            </p:cNvSpPr>
            <p:nvPr/>
          </p:nvSpPr>
          <p:spPr bwMode="auto">
            <a:xfrm>
              <a:off x="3984" y="4464"/>
              <a:ext cx="48" cy="48"/>
            </a:xfrm>
            <a:prstGeom prst="rect">
              <a:avLst/>
            </a:prstGeom>
            <a:solidFill>
              <a:schemeClr val="tx1"/>
            </a:solidFill>
            <a:ln w="9525">
              <a:solidFill>
                <a:schemeClr val="tx1"/>
              </a:solidFill>
              <a:miter lim="800000"/>
              <a:headEnd/>
              <a:tailEnd/>
            </a:ln>
          </p:spPr>
          <p:txBody>
            <a:bodyPr wrap="none" anchor="ctr"/>
            <a:lstStyle/>
            <a:p>
              <a:pPr>
                <a:spcBef>
                  <a:spcPct val="0"/>
                </a:spcBef>
                <a:buClrTx/>
              </a:pPr>
              <a:endParaRPr kumimoji="0" lang="en-US" sz="2400">
                <a:solidFill>
                  <a:srgbClr val="000000"/>
                </a:solidFill>
                <a:latin typeface="Times New Roman" charset="0"/>
              </a:endParaRPr>
            </a:p>
          </p:txBody>
        </p:sp>
        <p:sp>
          <p:nvSpPr>
            <p:cNvPr id="102426" name="Rectangle 148"/>
            <p:cNvSpPr>
              <a:spLocks noChangeArrowheads="1"/>
            </p:cNvSpPr>
            <p:nvPr/>
          </p:nvSpPr>
          <p:spPr bwMode="auto">
            <a:xfrm>
              <a:off x="4080" y="4464"/>
              <a:ext cx="48" cy="48"/>
            </a:xfrm>
            <a:prstGeom prst="rect">
              <a:avLst/>
            </a:prstGeom>
            <a:solidFill>
              <a:schemeClr val="tx1"/>
            </a:solidFill>
            <a:ln w="9525">
              <a:solidFill>
                <a:schemeClr val="tx1"/>
              </a:solidFill>
              <a:miter lim="800000"/>
              <a:headEnd/>
              <a:tailEnd/>
            </a:ln>
          </p:spPr>
          <p:txBody>
            <a:bodyPr wrap="none" anchor="ctr"/>
            <a:lstStyle/>
            <a:p>
              <a:pPr>
                <a:spcBef>
                  <a:spcPct val="0"/>
                </a:spcBef>
                <a:buClrTx/>
              </a:pPr>
              <a:endParaRPr kumimoji="0" lang="en-US" sz="2400">
                <a:solidFill>
                  <a:srgbClr val="000000"/>
                </a:solidFill>
                <a:latin typeface="Times New Roman" charset="0"/>
              </a:endParaRPr>
            </a:p>
          </p:txBody>
        </p:sp>
        <p:sp>
          <p:nvSpPr>
            <p:cNvPr id="102427" name="Rectangle 149"/>
            <p:cNvSpPr>
              <a:spLocks noChangeArrowheads="1"/>
            </p:cNvSpPr>
            <p:nvPr/>
          </p:nvSpPr>
          <p:spPr bwMode="auto">
            <a:xfrm>
              <a:off x="4512" y="4464"/>
              <a:ext cx="48" cy="48"/>
            </a:xfrm>
            <a:prstGeom prst="rect">
              <a:avLst/>
            </a:prstGeom>
            <a:solidFill>
              <a:schemeClr val="tx1"/>
            </a:solidFill>
            <a:ln w="9525">
              <a:solidFill>
                <a:schemeClr val="tx1"/>
              </a:solidFill>
              <a:miter lim="800000"/>
              <a:headEnd/>
              <a:tailEnd/>
            </a:ln>
          </p:spPr>
          <p:txBody>
            <a:bodyPr wrap="none" anchor="ctr"/>
            <a:lstStyle/>
            <a:p>
              <a:pPr>
                <a:spcBef>
                  <a:spcPct val="0"/>
                </a:spcBef>
                <a:buClrTx/>
              </a:pPr>
              <a:endParaRPr kumimoji="0" lang="en-US" sz="2400">
                <a:solidFill>
                  <a:srgbClr val="000000"/>
                </a:solidFill>
                <a:latin typeface="Times New Roman" charset="0"/>
              </a:endParaRPr>
            </a:p>
          </p:txBody>
        </p:sp>
        <p:sp>
          <p:nvSpPr>
            <p:cNvPr id="102428" name="Rectangle 150"/>
            <p:cNvSpPr>
              <a:spLocks noChangeArrowheads="1"/>
            </p:cNvSpPr>
            <p:nvPr/>
          </p:nvSpPr>
          <p:spPr bwMode="auto">
            <a:xfrm>
              <a:off x="4608" y="4464"/>
              <a:ext cx="48" cy="48"/>
            </a:xfrm>
            <a:prstGeom prst="rect">
              <a:avLst/>
            </a:prstGeom>
            <a:solidFill>
              <a:schemeClr val="tx1"/>
            </a:solidFill>
            <a:ln w="9525">
              <a:solidFill>
                <a:schemeClr val="tx1"/>
              </a:solidFill>
              <a:miter lim="800000"/>
              <a:headEnd/>
              <a:tailEnd/>
            </a:ln>
          </p:spPr>
          <p:txBody>
            <a:bodyPr wrap="none" anchor="ctr"/>
            <a:lstStyle/>
            <a:p>
              <a:pPr>
                <a:spcBef>
                  <a:spcPct val="0"/>
                </a:spcBef>
                <a:buClrTx/>
              </a:pPr>
              <a:endParaRPr kumimoji="0" lang="en-US" sz="2400">
                <a:solidFill>
                  <a:srgbClr val="000000"/>
                </a:solidFill>
                <a:latin typeface="Times New Roman" charset="0"/>
              </a:endParaRPr>
            </a:p>
          </p:txBody>
        </p:sp>
      </p:grpSp>
      <p:sp>
        <p:nvSpPr>
          <p:cNvPr id="102413" name="Text Box 158"/>
          <p:cNvSpPr txBox="1">
            <a:spLocks noChangeArrowheads="1"/>
          </p:cNvSpPr>
          <p:nvPr/>
        </p:nvSpPr>
        <p:spPr bwMode="auto">
          <a:xfrm>
            <a:off x="5680742" y="4198928"/>
            <a:ext cx="187642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1600">
                <a:solidFill>
                  <a:schemeClr val="tx1"/>
                </a:solidFill>
                <a:latin typeface="Arial" charset="0"/>
                <a:ea typeface="ＭＳ Ｐゴシック" charset="0"/>
                <a:cs typeface="ＭＳ Ｐゴシック" charset="0"/>
              </a:defRPr>
            </a:lvl1pPr>
            <a:lvl2pPr marL="742950" indent="-285750">
              <a:defRPr kumimoji="1" sz="1600">
                <a:solidFill>
                  <a:schemeClr val="tx1"/>
                </a:solidFill>
                <a:latin typeface="Arial" charset="0"/>
                <a:ea typeface="ＭＳ Ｐゴシック" charset="0"/>
              </a:defRPr>
            </a:lvl2pPr>
            <a:lvl3pPr marL="1143000" indent="-228600">
              <a:defRPr kumimoji="1" sz="1600">
                <a:solidFill>
                  <a:schemeClr val="tx1"/>
                </a:solidFill>
                <a:latin typeface="Arial" charset="0"/>
                <a:ea typeface="ＭＳ Ｐゴシック" charset="0"/>
              </a:defRPr>
            </a:lvl3pPr>
            <a:lvl4pPr marL="1600200" indent="-228600">
              <a:defRPr kumimoji="1" sz="1600">
                <a:solidFill>
                  <a:schemeClr val="tx1"/>
                </a:solidFill>
                <a:latin typeface="Arial" charset="0"/>
                <a:ea typeface="ＭＳ Ｐゴシック" charset="0"/>
              </a:defRPr>
            </a:lvl4pPr>
            <a:lvl5pPr marL="2057400" indent="-228600">
              <a:defRPr kumimoji="1" sz="1600">
                <a:solidFill>
                  <a:schemeClr val="tx1"/>
                </a:solidFill>
                <a:latin typeface="Arial" charset="0"/>
                <a:ea typeface="ＭＳ Ｐゴシック" charset="0"/>
              </a:defRPr>
            </a:lvl5pPr>
            <a:lvl6pPr marL="2514600" indent="-228600" eaLnBrk="0" fontAlgn="base" hangingPunct="0">
              <a:spcBef>
                <a:spcPct val="20000"/>
              </a:spcBef>
              <a:spcAft>
                <a:spcPct val="0"/>
              </a:spcAft>
              <a:buClr>
                <a:srgbClr val="000000"/>
              </a:buClr>
              <a:defRPr kumimoji="1" sz="1600">
                <a:solidFill>
                  <a:schemeClr val="tx1"/>
                </a:solidFill>
                <a:latin typeface="Arial" charset="0"/>
                <a:ea typeface="ＭＳ Ｐゴシック" charset="0"/>
              </a:defRPr>
            </a:lvl6pPr>
            <a:lvl7pPr marL="2971800" indent="-228600" eaLnBrk="0" fontAlgn="base" hangingPunct="0">
              <a:spcBef>
                <a:spcPct val="20000"/>
              </a:spcBef>
              <a:spcAft>
                <a:spcPct val="0"/>
              </a:spcAft>
              <a:buClr>
                <a:srgbClr val="000000"/>
              </a:buClr>
              <a:defRPr kumimoji="1" sz="1600">
                <a:solidFill>
                  <a:schemeClr val="tx1"/>
                </a:solidFill>
                <a:latin typeface="Arial" charset="0"/>
                <a:ea typeface="ＭＳ Ｐゴシック" charset="0"/>
              </a:defRPr>
            </a:lvl7pPr>
            <a:lvl8pPr marL="3429000" indent="-228600" eaLnBrk="0" fontAlgn="base" hangingPunct="0">
              <a:spcBef>
                <a:spcPct val="20000"/>
              </a:spcBef>
              <a:spcAft>
                <a:spcPct val="0"/>
              </a:spcAft>
              <a:buClr>
                <a:srgbClr val="000000"/>
              </a:buClr>
              <a:defRPr kumimoji="1" sz="1600">
                <a:solidFill>
                  <a:schemeClr val="tx1"/>
                </a:solidFill>
                <a:latin typeface="Arial" charset="0"/>
                <a:ea typeface="ＭＳ Ｐゴシック" charset="0"/>
              </a:defRPr>
            </a:lvl8pPr>
            <a:lvl9pPr marL="3886200" indent="-228600" eaLnBrk="0" fontAlgn="base" hangingPunct="0">
              <a:spcBef>
                <a:spcPct val="20000"/>
              </a:spcBef>
              <a:spcAft>
                <a:spcPct val="0"/>
              </a:spcAft>
              <a:buClr>
                <a:srgbClr val="000000"/>
              </a:buClr>
              <a:defRPr kumimoji="1" sz="1600">
                <a:solidFill>
                  <a:schemeClr val="tx1"/>
                </a:solidFill>
                <a:latin typeface="Arial" charset="0"/>
                <a:ea typeface="ＭＳ Ｐゴシック" charset="0"/>
              </a:defRPr>
            </a:lvl9pPr>
          </a:lstStyle>
          <a:p>
            <a:pPr>
              <a:spcBef>
                <a:spcPct val="0"/>
              </a:spcBef>
              <a:buClrTx/>
            </a:pPr>
            <a:r>
              <a:rPr kumimoji="0" lang="en-US" sz="2000" dirty="0">
                <a:solidFill>
                  <a:srgbClr val="000000"/>
                </a:solidFill>
              </a:rPr>
              <a:t>On chip testing</a:t>
            </a:r>
          </a:p>
        </p:txBody>
      </p:sp>
      <p:pic>
        <p:nvPicPr>
          <p:cNvPr id="102414" name="Picture 159" descr="rc10_angle_72dpi"/>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008784" y="4553343"/>
            <a:ext cx="2057400" cy="1404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1" name="Title 1"/>
          <p:cNvSpPr>
            <a:spLocks noGrp="1"/>
          </p:cNvSpPr>
          <p:nvPr>
            <p:ph type="title"/>
          </p:nvPr>
        </p:nvSpPr>
        <p:spPr>
          <a:xfrm>
            <a:off x="460375" y="534988"/>
            <a:ext cx="8223250" cy="914400"/>
          </a:xfrm>
        </p:spPr>
        <p:txBody>
          <a:bodyPr/>
          <a:lstStyle/>
          <a:p>
            <a:r>
              <a:rPr lang="en-GB" dirty="0"/>
              <a:t>Step 5 - Testing</a:t>
            </a:r>
          </a:p>
        </p:txBody>
      </p:sp>
      <p:sp>
        <p:nvSpPr>
          <p:cNvPr id="162" name="Slide Number Placeholder 3"/>
          <p:cNvSpPr>
            <a:spLocks noGrp="1"/>
          </p:cNvSpPr>
          <p:nvPr>
            <p:ph type="sldNum" sz="quarter" idx="4"/>
          </p:nvPr>
        </p:nvSpPr>
        <p:spPr>
          <a:xfrm>
            <a:off x="3505907" y="6322681"/>
            <a:ext cx="2133600" cy="365125"/>
          </a:xfrm>
        </p:spPr>
        <p:txBody>
          <a:bodyPr/>
          <a:lstStyle/>
          <a:p>
            <a:fld id="{678EF7AC-325E-49D0-8897-E637594B55B4}" type="slidenum">
              <a:rPr lang="de-DE" smtClean="0"/>
              <a:pPr/>
              <a:t>20</a:t>
            </a:fld>
            <a:endParaRPr lang="de-DE" dirty="0"/>
          </a:p>
        </p:txBody>
      </p:sp>
      <p:sp>
        <p:nvSpPr>
          <p:cNvPr id="163" name="AutoShape 12"/>
          <p:cNvSpPr>
            <a:spLocks noChangeArrowheads="1"/>
          </p:cNvSpPr>
          <p:nvPr/>
        </p:nvSpPr>
        <p:spPr bwMode="auto">
          <a:xfrm>
            <a:off x="512412" y="2664815"/>
            <a:ext cx="2232000" cy="622991"/>
          </a:xfrm>
          <a:prstGeom prst="roundRect">
            <a:avLst>
              <a:gd name="adj" fmla="val 373"/>
            </a:avLst>
          </a:prstGeom>
          <a:solidFill>
            <a:schemeClr val="bg1"/>
          </a:solidFill>
          <a:ln w="25400">
            <a:solidFill>
              <a:srgbClr val="0078C1"/>
            </a:solidFill>
            <a:round/>
            <a:headEnd/>
            <a:tailEnd/>
          </a:ln>
        </p:spPr>
        <p:txBody>
          <a:bodyPr wrap="none" anchor="ctr"/>
          <a:lstStyle/>
          <a:p>
            <a:pPr algn="ctr"/>
            <a:r>
              <a:rPr lang="en-US" dirty="0">
                <a:solidFill>
                  <a:srgbClr val="402000"/>
                </a:solidFill>
                <a:latin typeface="+mn-lt"/>
              </a:rPr>
              <a:t>Assembler</a:t>
            </a:r>
          </a:p>
        </p:txBody>
      </p:sp>
      <p:sp>
        <p:nvSpPr>
          <p:cNvPr id="164" name="Line 133"/>
          <p:cNvSpPr>
            <a:spLocks noChangeShapeType="1"/>
          </p:cNvSpPr>
          <p:nvPr/>
        </p:nvSpPr>
        <p:spPr bwMode="auto">
          <a:xfrm rot="5400000">
            <a:off x="1389298" y="2291516"/>
            <a:ext cx="468000" cy="1587"/>
          </a:xfrm>
          <a:prstGeom prst="line">
            <a:avLst/>
          </a:prstGeom>
          <a:noFill/>
          <a:ln w="20638">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GB"/>
          </a:p>
        </p:txBody>
      </p:sp>
      <p:sp>
        <p:nvSpPr>
          <p:cNvPr id="165" name="Freeform 138"/>
          <p:cNvSpPr>
            <a:spLocks/>
          </p:cNvSpPr>
          <p:nvPr/>
        </p:nvSpPr>
        <p:spPr bwMode="auto">
          <a:xfrm rot="5400000">
            <a:off x="1519024" y="2521446"/>
            <a:ext cx="217487" cy="96838"/>
          </a:xfrm>
          <a:custGeom>
            <a:avLst/>
            <a:gdLst>
              <a:gd name="T0" fmla="*/ 217487 w 100"/>
              <a:gd name="T1" fmla="*/ 48419 h 50"/>
              <a:gd name="T2" fmla="*/ 0 w 100"/>
              <a:gd name="T3" fmla="*/ 0 h 50"/>
              <a:gd name="T4" fmla="*/ 0 w 100"/>
              <a:gd name="T5" fmla="*/ 96838 h 50"/>
              <a:gd name="T6" fmla="*/ 217487 w 100"/>
              <a:gd name="T7" fmla="*/ 48419 h 50"/>
              <a:gd name="T8" fmla="*/ 0 60000 65536"/>
              <a:gd name="T9" fmla="*/ 0 60000 65536"/>
              <a:gd name="T10" fmla="*/ 0 60000 65536"/>
              <a:gd name="T11" fmla="*/ 0 60000 65536"/>
              <a:gd name="T12" fmla="*/ 0 w 100"/>
              <a:gd name="T13" fmla="*/ 0 h 50"/>
              <a:gd name="T14" fmla="*/ 100 w 100"/>
              <a:gd name="T15" fmla="*/ 50 h 50"/>
            </a:gdLst>
            <a:ahLst/>
            <a:cxnLst>
              <a:cxn ang="T8">
                <a:pos x="T0" y="T1"/>
              </a:cxn>
              <a:cxn ang="T9">
                <a:pos x="T2" y="T3"/>
              </a:cxn>
              <a:cxn ang="T10">
                <a:pos x="T4" y="T5"/>
              </a:cxn>
              <a:cxn ang="T11">
                <a:pos x="T6" y="T7"/>
              </a:cxn>
            </a:cxnLst>
            <a:rect l="T12" t="T13" r="T14" b="T15"/>
            <a:pathLst>
              <a:path w="100" h="50">
                <a:moveTo>
                  <a:pt x="100" y="25"/>
                </a:moveTo>
                <a:lnTo>
                  <a:pt x="0" y="0"/>
                </a:lnTo>
                <a:lnTo>
                  <a:pt x="0" y="50"/>
                </a:lnTo>
                <a:lnTo>
                  <a:pt x="100" y="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p>
        </p:txBody>
      </p:sp>
      <p:sp>
        <p:nvSpPr>
          <p:cNvPr id="166" name="Line 133"/>
          <p:cNvSpPr>
            <a:spLocks noChangeShapeType="1"/>
          </p:cNvSpPr>
          <p:nvPr/>
        </p:nvSpPr>
        <p:spPr bwMode="auto">
          <a:xfrm rot="5400000">
            <a:off x="1479298" y="3439310"/>
            <a:ext cx="288000" cy="1587"/>
          </a:xfrm>
          <a:prstGeom prst="line">
            <a:avLst/>
          </a:prstGeom>
          <a:noFill/>
          <a:ln w="20638">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GB"/>
          </a:p>
        </p:txBody>
      </p:sp>
      <p:sp>
        <p:nvSpPr>
          <p:cNvPr id="167" name="Text Box 106"/>
          <p:cNvSpPr txBox="1">
            <a:spLocks noChangeArrowheads="1"/>
          </p:cNvSpPr>
          <p:nvPr/>
        </p:nvSpPr>
        <p:spPr bwMode="auto">
          <a:xfrm>
            <a:off x="1745117" y="2069413"/>
            <a:ext cx="91570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1600">
                <a:solidFill>
                  <a:schemeClr val="tx1"/>
                </a:solidFill>
                <a:latin typeface="Arial" charset="0"/>
                <a:ea typeface="ＭＳ Ｐゴシック" charset="0"/>
                <a:cs typeface="ＭＳ Ｐゴシック" charset="0"/>
              </a:defRPr>
            </a:lvl1pPr>
            <a:lvl2pPr marL="742950" indent="-285750">
              <a:defRPr kumimoji="1" sz="1600">
                <a:solidFill>
                  <a:schemeClr val="tx1"/>
                </a:solidFill>
                <a:latin typeface="Arial" charset="0"/>
                <a:ea typeface="ＭＳ Ｐゴシック" charset="0"/>
              </a:defRPr>
            </a:lvl2pPr>
            <a:lvl3pPr marL="1143000" indent="-228600">
              <a:defRPr kumimoji="1" sz="1600">
                <a:solidFill>
                  <a:schemeClr val="tx1"/>
                </a:solidFill>
                <a:latin typeface="Arial" charset="0"/>
                <a:ea typeface="ＭＳ Ｐゴシック" charset="0"/>
              </a:defRPr>
            </a:lvl3pPr>
            <a:lvl4pPr marL="1600200" indent="-228600">
              <a:defRPr kumimoji="1" sz="1600">
                <a:solidFill>
                  <a:schemeClr val="tx1"/>
                </a:solidFill>
                <a:latin typeface="Arial" charset="0"/>
                <a:ea typeface="ＭＳ Ｐゴシック" charset="0"/>
              </a:defRPr>
            </a:lvl4pPr>
            <a:lvl5pPr marL="2057400" indent="-228600">
              <a:defRPr kumimoji="1" sz="1600">
                <a:solidFill>
                  <a:schemeClr val="tx1"/>
                </a:solidFill>
                <a:latin typeface="Arial" charset="0"/>
                <a:ea typeface="ＭＳ Ｐゴシック" charset="0"/>
              </a:defRPr>
            </a:lvl5pPr>
            <a:lvl6pPr marL="2514600" indent="-228600" eaLnBrk="0" fontAlgn="base" hangingPunct="0">
              <a:spcBef>
                <a:spcPct val="20000"/>
              </a:spcBef>
              <a:spcAft>
                <a:spcPct val="0"/>
              </a:spcAft>
              <a:buClr>
                <a:srgbClr val="000000"/>
              </a:buClr>
              <a:defRPr kumimoji="1" sz="1600">
                <a:solidFill>
                  <a:schemeClr val="tx1"/>
                </a:solidFill>
                <a:latin typeface="Arial" charset="0"/>
                <a:ea typeface="ＭＳ Ｐゴシック" charset="0"/>
              </a:defRPr>
            </a:lvl6pPr>
            <a:lvl7pPr marL="2971800" indent="-228600" eaLnBrk="0" fontAlgn="base" hangingPunct="0">
              <a:spcBef>
                <a:spcPct val="20000"/>
              </a:spcBef>
              <a:spcAft>
                <a:spcPct val="0"/>
              </a:spcAft>
              <a:buClr>
                <a:srgbClr val="000000"/>
              </a:buClr>
              <a:defRPr kumimoji="1" sz="1600">
                <a:solidFill>
                  <a:schemeClr val="tx1"/>
                </a:solidFill>
                <a:latin typeface="Arial" charset="0"/>
                <a:ea typeface="ＭＳ Ｐゴシック" charset="0"/>
              </a:defRPr>
            </a:lvl7pPr>
            <a:lvl8pPr marL="3429000" indent="-228600" eaLnBrk="0" fontAlgn="base" hangingPunct="0">
              <a:spcBef>
                <a:spcPct val="20000"/>
              </a:spcBef>
              <a:spcAft>
                <a:spcPct val="0"/>
              </a:spcAft>
              <a:buClr>
                <a:srgbClr val="000000"/>
              </a:buClr>
              <a:defRPr kumimoji="1" sz="1600">
                <a:solidFill>
                  <a:schemeClr val="tx1"/>
                </a:solidFill>
                <a:latin typeface="Arial" charset="0"/>
                <a:ea typeface="ＭＳ Ｐゴシック" charset="0"/>
              </a:defRPr>
            </a:lvl8pPr>
            <a:lvl9pPr marL="3886200" indent="-228600" eaLnBrk="0" fontAlgn="base" hangingPunct="0">
              <a:spcBef>
                <a:spcPct val="20000"/>
              </a:spcBef>
              <a:spcAft>
                <a:spcPct val="0"/>
              </a:spcAft>
              <a:buClr>
                <a:srgbClr val="000000"/>
              </a:buClr>
              <a:defRPr kumimoji="1" sz="1600">
                <a:solidFill>
                  <a:schemeClr val="tx1"/>
                </a:solidFill>
                <a:latin typeface="Arial" charset="0"/>
                <a:ea typeface="ＭＳ Ｐゴシック" charset="0"/>
              </a:defRPr>
            </a:lvl9pPr>
          </a:lstStyle>
          <a:p>
            <a:pPr>
              <a:spcBef>
                <a:spcPct val="0"/>
              </a:spcBef>
              <a:buClrTx/>
            </a:pPr>
            <a:r>
              <a:rPr kumimoji="0" lang="en-US" sz="1800" dirty="0">
                <a:solidFill>
                  <a:srgbClr val="FF0000"/>
                </a:solidFill>
              </a:rPr>
              <a:t>Testing</a:t>
            </a:r>
          </a:p>
        </p:txBody>
      </p:sp>
      <p:sp>
        <p:nvSpPr>
          <p:cNvPr id="168" name="Freeform 138"/>
          <p:cNvSpPr>
            <a:spLocks/>
          </p:cNvSpPr>
          <p:nvPr/>
        </p:nvSpPr>
        <p:spPr bwMode="auto">
          <a:xfrm rot="5400000">
            <a:off x="1514554" y="3587539"/>
            <a:ext cx="217487" cy="96838"/>
          </a:xfrm>
          <a:custGeom>
            <a:avLst/>
            <a:gdLst>
              <a:gd name="T0" fmla="*/ 217487 w 100"/>
              <a:gd name="T1" fmla="*/ 48419 h 50"/>
              <a:gd name="T2" fmla="*/ 0 w 100"/>
              <a:gd name="T3" fmla="*/ 0 h 50"/>
              <a:gd name="T4" fmla="*/ 0 w 100"/>
              <a:gd name="T5" fmla="*/ 96838 h 50"/>
              <a:gd name="T6" fmla="*/ 217487 w 100"/>
              <a:gd name="T7" fmla="*/ 48419 h 50"/>
              <a:gd name="T8" fmla="*/ 0 60000 65536"/>
              <a:gd name="T9" fmla="*/ 0 60000 65536"/>
              <a:gd name="T10" fmla="*/ 0 60000 65536"/>
              <a:gd name="T11" fmla="*/ 0 60000 65536"/>
              <a:gd name="T12" fmla="*/ 0 w 100"/>
              <a:gd name="T13" fmla="*/ 0 h 50"/>
              <a:gd name="T14" fmla="*/ 100 w 100"/>
              <a:gd name="T15" fmla="*/ 50 h 50"/>
            </a:gdLst>
            <a:ahLst/>
            <a:cxnLst>
              <a:cxn ang="T8">
                <a:pos x="T0" y="T1"/>
              </a:cxn>
              <a:cxn ang="T9">
                <a:pos x="T2" y="T3"/>
              </a:cxn>
              <a:cxn ang="T10">
                <a:pos x="T4" y="T5"/>
              </a:cxn>
              <a:cxn ang="T11">
                <a:pos x="T6" y="T7"/>
              </a:cxn>
            </a:cxnLst>
            <a:rect l="T12" t="T13" r="T14" b="T15"/>
            <a:pathLst>
              <a:path w="100" h="50">
                <a:moveTo>
                  <a:pt x="100" y="25"/>
                </a:moveTo>
                <a:lnTo>
                  <a:pt x="0" y="0"/>
                </a:lnTo>
                <a:lnTo>
                  <a:pt x="0" y="50"/>
                </a:lnTo>
                <a:lnTo>
                  <a:pt x="100" y="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p>
        </p:txBody>
      </p:sp>
      <p:sp>
        <p:nvSpPr>
          <p:cNvPr id="169" name="AutoShape 12"/>
          <p:cNvSpPr>
            <a:spLocks noChangeArrowheads="1"/>
          </p:cNvSpPr>
          <p:nvPr/>
        </p:nvSpPr>
        <p:spPr bwMode="auto">
          <a:xfrm>
            <a:off x="516863" y="3734501"/>
            <a:ext cx="2232000" cy="622991"/>
          </a:xfrm>
          <a:prstGeom prst="roundRect">
            <a:avLst>
              <a:gd name="adj" fmla="val 373"/>
            </a:avLst>
          </a:prstGeom>
          <a:solidFill>
            <a:schemeClr val="bg1"/>
          </a:solidFill>
          <a:ln w="25400">
            <a:solidFill>
              <a:srgbClr val="0078C1"/>
            </a:solidFill>
            <a:round/>
            <a:headEnd/>
            <a:tailEnd/>
          </a:ln>
        </p:spPr>
        <p:txBody>
          <a:bodyPr wrap="none" anchor="ctr"/>
          <a:lstStyle/>
          <a:p>
            <a:pPr algn="ctr"/>
            <a:r>
              <a:rPr lang="en-US" dirty="0">
                <a:solidFill>
                  <a:srgbClr val="402000"/>
                </a:solidFill>
                <a:latin typeface="+mn-lt"/>
              </a:rPr>
              <a:t>Device Programming</a:t>
            </a:r>
          </a:p>
        </p:txBody>
      </p:sp>
      <p:sp>
        <p:nvSpPr>
          <p:cNvPr id="170" name="Line 133"/>
          <p:cNvSpPr>
            <a:spLocks noChangeShapeType="1"/>
          </p:cNvSpPr>
          <p:nvPr/>
        </p:nvSpPr>
        <p:spPr bwMode="auto">
          <a:xfrm rot="5400000">
            <a:off x="1485900" y="4494299"/>
            <a:ext cx="288000" cy="1587"/>
          </a:xfrm>
          <a:prstGeom prst="line">
            <a:avLst/>
          </a:prstGeom>
          <a:noFill/>
          <a:ln w="20638">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GB"/>
          </a:p>
        </p:txBody>
      </p:sp>
      <p:sp>
        <p:nvSpPr>
          <p:cNvPr id="171" name="Freeform 138"/>
          <p:cNvSpPr>
            <a:spLocks/>
          </p:cNvSpPr>
          <p:nvPr/>
        </p:nvSpPr>
        <p:spPr bwMode="auto">
          <a:xfrm rot="5400000">
            <a:off x="1521156" y="4642528"/>
            <a:ext cx="217487" cy="96838"/>
          </a:xfrm>
          <a:custGeom>
            <a:avLst/>
            <a:gdLst>
              <a:gd name="T0" fmla="*/ 217487 w 100"/>
              <a:gd name="T1" fmla="*/ 48419 h 50"/>
              <a:gd name="T2" fmla="*/ 0 w 100"/>
              <a:gd name="T3" fmla="*/ 0 h 50"/>
              <a:gd name="T4" fmla="*/ 0 w 100"/>
              <a:gd name="T5" fmla="*/ 96838 h 50"/>
              <a:gd name="T6" fmla="*/ 217487 w 100"/>
              <a:gd name="T7" fmla="*/ 48419 h 50"/>
              <a:gd name="T8" fmla="*/ 0 60000 65536"/>
              <a:gd name="T9" fmla="*/ 0 60000 65536"/>
              <a:gd name="T10" fmla="*/ 0 60000 65536"/>
              <a:gd name="T11" fmla="*/ 0 60000 65536"/>
              <a:gd name="T12" fmla="*/ 0 w 100"/>
              <a:gd name="T13" fmla="*/ 0 h 50"/>
              <a:gd name="T14" fmla="*/ 100 w 100"/>
              <a:gd name="T15" fmla="*/ 50 h 50"/>
            </a:gdLst>
            <a:ahLst/>
            <a:cxnLst>
              <a:cxn ang="T8">
                <a:pos x="T0" y="T1"/>
              </a:cxn>
              <a:cxn ang="T9">
                <a:pos x="T2" y="T3"/>
              </a:cxn>
              <a:cxn ang="T10">
                <a:pos x="T4" y="T5"/>
              </a:cxn>
              <a:cxn ang="T11">
                <a:pos x="T6" y="T7"/>
              </a:cxn>
            </a:cxnLst>
            <a:rect l="T12" t="T13" r="T14" b="T15"/>
            <a:pathLst>
              <a:path w="100" h="50">
                <a:moveTo>
                  <a:pt x="100" y="25"/>
                </a:moveTo>
                <a:lnTo>
                  <a:pt x="0" y="0"/>
                </a:lnTo>
                <a:lnTo>
                  <a:pt x="0" y="50"/>
                </a:lnTo>
                <a:lnTo>
                  <a:pt x="100" y="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p>
        </p:txBody>
      </p:sp>
      <p:sp>
        <p:nvSpPr>
          <p:cNvPr id="172" name="Line 133"/>
          <p:cNvSpPr>
            <a:spLocks noChangeShapeType="1"/>
          </p:cNvSpPr>
          <p:nvPr/>
        </p:nvSpPr>
        <p:spPr bwMode="auto">
          <a:xfrm flipH="1">
            <a:off x="2988000" y="5323892"/>
            <a:ext cx="1584000" cy="1587"/>
          </a:xfrm>
          <a:prstGeom prst="line">
            <a:avLst/>
          </a:prstGeom>
          <a:noFill/>
          <a:ln w="20638">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GB"/>
          </a:p>
        </p:txBody>
      </p:sp>
      <p:sp>
        <p:nvSpPr>
          <p:cNvPr id="173" name="Freeform 138"/>
          <p:cNvSpPr>
            <a:spLocks/>
          </p:cNvSpPr>
          <p:nvPr/>
        </p:nvSpPr>
        <p:spPr bwMode="auto">
          <a:xfrm>
            <a:off x="4506812" y="5283728"/>
            <a:ext cx="217487" cy="96838"/>
          </a:xfrm>
          <a:custGeom>
            <a:avLst/>
            <a:gdLst>
              <a:gd name="T0" fmla="*/ 217487 w 100"/>
              <a:gd name="T1" fmla="*/ 48419 h 50"/>
              <a:gd name="T2" fmla="*/ 0 w 100"/>
              <a:gd name="T3" fmla="*/ 0 h 50"/>
              <a:gd name="T4" fmla="*/ 0 w 100"/>
              <a:gd name="T5" fmla="*/ 96838 h 50"/>
              <a:gd name="T6" fmla="*/ 217487 w 100"/>
              <a:gd name="T7" fmla="*/ 48419 h 50"/>
              <a:gd name="T8" fmla="*/ 0 60000 65536"/>
              <a:gd name="T9" fmla="*/ 0 60000 65536"/>
              <a:gd name="T10" fmla="*/ 0 60000 65536"/>
              <a:gd name="T11" fmla="*/ 0 60000 65536"/>
              <a:gd name="T12" fmla="*/ 0 w 100"/>
              <a:gd name="T13" fmla="*/ 0 h 50"/>
              <a:gd name="T14" fmla="*/ 100 w 100"/>
              <a:gd name="T15" fmla="*/ 50 h 50"/>
            </a:gdLst>
            <a:ahLst/>
            <a:cxnLst>
              <a:cxn ang="T8">
                <a:pos x="T0" y="T1"/>
              </a:cxn>
              <a:cxn ang="T9">
                <a:pos x="T2" y="T3"/>
              </a:cxn>
              <a:cxn ang="T10">
                <a:pos x="T4" y="T5"/>
              </a:cxn>
              <a:cxn ang="T11">
                <a:pos x="T6" y="T7"/>
              </a:cxn>
            </a:cxnLst>
            <a:rect l="T12" t="T13" r="T14" b="T15"/>
            <a:pathLst>
              <a:path w="100" h="50">
                <a:moveTo>
                  <a:pt x="100" y="25"/>
                </a:moveTo>
                <a:lnTo>
                  <a:pt x="0" y="0"/>
                </a:lnTo>
                <a:lnTo>
                  <a:pt x="0" y="50"/>
                </a:lnTo>
                <a:lnTo>
                  <a:pt x="100" y="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p>
        </p:txBody>
      </p:sp>
    </p:spTree>
    <p:extLst>
      <p:ext uri="{BB962C8B-B14F-4D97-AF65-F5344CB8AC3E}">
        <p14:creationId xmlns:p14="http://schemas.microsoft.com/office/powerpoint/2010/main" val="2349339753"/>
      </p:ext>
    </p:extLst>
  </p:cSld>
  <p:clrMapOvr>
    <a:masterClrMapping/>
  </p:clrMapOvr>
  <mc:AlternateContent xmlns:mc="http://schemas.openxmlformats.org/markup-compatibility/2006" xmlns:p14="http://schemas.microsoft.com/office/powerpoint/2010/main">
    <mc:Choice Requires="p14">
      <p:transition spd="slow" p14:dur="2000" advTm="18911"/>
    </mc:Choice>
    <mc:Fallback xmlns="">
      <p:transition spd="slow" advTm="18911"/>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Slide Number Placeholder 3"/>
          <p:cNvSpPr>
            <a:spLocks noGrp="1"/>
          </p:cNvSpPr>
          <p:nvPr>
            <p:ph type="sldNum" sz="quarter" idx="4294967295"/>
          </p:nvPr>
        </p:nvSpPr>
        <p:spPr>
          <a:xfrm>
            <a:off x="3506788" y="6323013"/>
            <a:ext cx="2132012" cy="363537"/>
          </a:xfrm>
          <a:prstGeom prst="rect">
            <a:avLst/>
          </a:prstGeom>
          <a:noFill/>
          <a:extLst>
            <a:ext uri="{91240B29-F687-4F45-9708-019B960494DF}">
              <a14:hiddenLine xmlns:a14="http://schemas.microsoft.com/office/drawing/2010/main" w="9525">
                <a:solidFill>
                  <a:srgbClr val="3465AF"/>
                </a:solidFill>
                <a:round/>
                <a:headEnd/>
                <a:tailEnd/>
              </a14:hiddenLine>
            </a:ext>
          </a:extLst>
        </p:spPr>
        <p:txBody>
          <a:bodyPr/>
          <a:lstStyle>
            <a:lvl1pPr>
              <a:lnSpc>
                <a:spcPct val="97000"/>
              </a:lnSpc>
              <a:spcAft>
                <a:spcPts val="1425"/>
              </a:spcAft>
              <a:buClr>
                <a:srgbClr val="000000"/>
              </a:buClr>
              <a:buSzPct val="100000"/>
              <a:buFont typeface="Times New Roman" panose="02020603050405020304" pitchFamily="18" charset="0"/>
              <a:tabLst>
                <a:tab pos="449263" algn="l"/>
                <a:tab pos="898525" algn="l"/>
                <a:tab pos="1347788" algn="l"/>
                <a:tab pos="1797050" algn="l"/>
              </a:tabLst>
              <a:defRPr>
                <a:solidFill>
                  <a:srgbClr val="000000"/>
                </a:solidFill>
                <a:latin typeface="Frutiger LT Com 55 Roman" pitchFamily="1" charset="0"/>
                <a:ea typeface="DejaVu Sans" pitchFamily="34" charset="0"/>
                <a:cs typeface="DejaVu Sans" pitchFamily="34" charset="0"/>
              </a:defRPr>
            </a:lvl1pPr>
            <a:lvl2pPr>
              <a:lnSpc>
                <a:spcPct val="97000"/>
              </a:lnSpc>
              <a:spcAft>
                <a:spcPts val="1138"/>
              </a:spcAft>
              <a:buClr>
                <a:srgbClr val="000000"/>
              </a:buClr>
              <a:buSzPct val="100000"/>
              <a:buFont typeface="Times New Roman" panose="02020603050405020304" pitchFamily="18" charset="0"/>
              <a:tabLst>
                <a:tab pos="449263" algn="l"/>
                <a:tab pos="898525" algn="l"/>
                <a:tab pos="1347788" algn="l"/>
                <a:tab pos="1797050" algn="l"/>
              </a:tabLst>
              <a:defRPr>
                <a:solidFill>
                  <a:srgbClr val="000000"/>
                </a:solidFill>
                <a:latin typeface="Frutiger LT Com 55 Roman" pitchFamily="1" charset="0"/>
                <a:ea typeface="DejaVu Sans" pitchFamily="34" charset="0"/>
                <a:cs typeface="DejaVu Sans" pitchFamily="34" charset="0"/>
              </a:defRPr>
            </a:lvl2pPr>
            <a:lvl3pPr>
              <a:lnSpc>
                <a:spcPct val="97000"/>
              </a:lnSpc>
              <a:spcAft>
                <a:spcPts val="850"/>
              </a:spcAft>
              <a:buClr>
                <a:srgbClr val="000000"/>
              </a:buClr>
              <a:buSzPct val="100000"/>
              <a:buFont typeface="Times New Roman" panose="02020603050405020304" pitchFamily="18" charset="0"/>
              <a:tabLst>
                <a:tab pos="449263" algn="l"/>
                <a:tab pos="898525" algn="l"/>
                <a:tab pos="1347788" algn="l"/>
                <a:tab pos="1797050" algn="l"/>
              </a:tabLst>
              <a:defRPr>
                <a:solidFill>
                  <a:srgbClr val="000000"/>
                </a:solidFill>
                <a:latin typeface="Frutiger LT Com 55 Roman" pitchFamily="1" charset="0"/>
                <a:ea typeface="DejaVu Sans" pitchFamily="34" charset="0"/>
                <a:cs typeface="DejaVu Sans" pitchFamily="34" charset="0"/>
              </a:defRPr>
            </a:lvl3pPr>
            <a:lvl4pPr>
              <a:lnSpc>
                <a:spcPct val="97000"/>
              </a:lnSpc>
              <a:spcAft>
                <a:spcPts val="575"/>
              </a:spcAft>
              <a:buClr>
                <a:srgbClr val="000000"/>
              </a:buClr>
              <a:buSzPct val="100000"/>
              <a:buFont typeface="Times New Roman" panose="02020603050405020304" pitchFamily="18" charset="0"/>
              <a:tabLst>
                <a:tab pos="449263" algn="l"/>
                <a:tab pos="898525" algn="l"/>
                <a:tab pos="1347788" algn="l"/>
                <a:tab pos="1797050" algn="l"/>
              </a:tabLst>
              <a:defRPr>
                <a:solidFill>
                  <a:srgbClr val="000000"/>
                </a:solidFill>
                <a:latin typeface="Frutiger LT Com 55 Roman" pitchFamily="1" charset="0"/>
                <a:ea typeface="DejaVu Sans" pitchFamily="34" charset="0"/>
                <a:cs typeface="DejaVu Sans" pitchFamily="34" charset="0"/>
              </a:defRPr>
            </a:lvl4pPr>
            <a:lvl5pPr>
              <a:lnSpc>
                <a:spcPct val="97000"/>
              </a:lnSpc>
              <a:spcAft>
                <a:spcPts val="288"/>
              </a:spcAft>
              <a:buClr>
                <a:srgbClr val="000000"/>
              </a:buClr>
              <a:buSzPct val="100000"/>
              <a:buFont typeface="Times New Roman" panose="02020603050405020304" pitchFamily="18" charset="0"/>
              <a:tabLst>
                <a:tab pos="449263" algn="l"/>
                <a:tab pos="898525" algn="l"/>
                <a:tab pos="1347788" algn="l"/>
                <a:tab pos="1797050" algn="l"/>
              </a:tabLst>
              <a:defRPr sz="2000">
                <a:solidFill>
                  <a:srgbClr val="000000"/>
                </a:solidFill>
                <a:latin typeface="Frutiger LT Com 55 Roman" pitchFamily="1" charset="0"/>
                <a:ea typeface="DejaVu Sans" pitchFamily="34" charset="0"/>
                <a:cs typeface="DejaVu Sans" pitchFamily="34" charset="0"/>
              </a:defRPr>
            </a:lvl5pPr>
            <a:lvl6pPr marL="2514600" indent="-228600" defTabSz="449263" eaLnBrk="0" fontAlgn="base" hangingPunct="0">
              <a:lnSpc>
                <a:spcPct val="97000"/>
              </a:lnSpc>
              <a:spcBef>
                <a:spcPct val="0"/>
              </a:spcBef>
              <a:spcAft>
                <a:spcPts val="288"/>
              </a:spcAft>
              <a:buClr>
                <a:srgbClr val="000000"/>
              </a:buClr>
              <a:buSzPct val="100000"/>
              <a:buFont typeface="Times New Roman" panose="02020603050405020304" pitchFamily="18" charset="0"/>
              <a:tabLst>
                <a:tab pos="449263" algn="l"/>
                <a:tab pos="898525" algn="l"/>
                <a:tab pos="1347788" algn="l"/>
                <a:tab pos="1797050" algn="l"/>
              </a:tabLst>
              <a:defRPr sz="2000">
                <a:solidFill>
                  <a:srgbClr val="000000"/>
                </a:solidFill>
                <a:latin typeface="Frutiger LT Com 55 Roman" pitchFamily="1" charset="0"/>
                <a:ea typeface="DejaVu Sans" pitchFamily="34" charset="0"/>
                <a:cs typeface="DejaVu Sans" pitchFamily="34" charset="0"/>
              </a:defRPr>
            </a:lvl6pPr>
            <a:lvl7pPr marL="2971800" indent="-228600" defTabSz="449263" eaLnBrk="0" fontAlgn="base" hangingPunct="0">
              <a:lnSpc>
                <a:spcPct val="97000"/>
              </a:lnSpc>
              <a:spcBef>
                <a:spcPct val="0"/>
              </a:spcBef>
              <a:spcAft>
                <a:spcPts val="288"/>
              </a:spcAft>
              <a:buClr>
                <a:srgbClr val="000000"/>
              </a:buClr>
              <a:buSzPct val="100000"/>
              <a:buFont typeface="Times New Roman" panose="02020603050405020304" pitchFamily="18" charset="0"/>
              <a:tabLst>
                <a:tab pos="449263" algn="l"/>
                <a:tab pos="898525" algn="l"/>
                <a:tab pos="1347788" algn="l"/>
                <a:tab pos="1797050" algn="l"/>
              </a:tabLst>
              <a:defRPr sz="2000">
                <a:solidFill>
                  <a:srgbClr val="000000"/>
                </a:solidFill>
                <a:latin typeface="Frutiger LT Com 55 Roman" pitchFamily="1" charset="0"/>
                <a:ea typeface="DejaVu Sans" pitchFamily="34" charset="0"/>
                <a:cs typeface="DejaVu Sans" pitchFamily="34" charset="0"/>
              </a:defRPr>
            </a:lvl7pPr>
            <a:lvl8pPr marL="3429000" indent="-228600" defTabSz="449263" eaLnBrk="0" fontAlgn="base" hangingPunct="0">
              <a:lnSpc>
                <a:spcPct val="97000"/>
              </a:lnSpc>
              <a:spcBef>
                <a:spcPct val="0"/>
              </a:spcBef>
              <a:spcAft>
                <a:spcPts val="288"/>
              </a:spcAft>
              <a:buClr>
                <a:srgbClr val="000000"/>
              </a:buClr>
              <a:buSzPct val="100000"/>
              <a:buFont typeface="Times New Roman" panose="02020603050405020304" pitchFamily="18" charset="0"/>
              <a:tabLst>
                <a:tab pos="449263" algn="l"/>
                <a:tab pos="898525" algn="l"/>
                <a:tab pos="1347788" algn="l"/>
                <a:tab pos="1797050" algn="l"/>
              </a:tabLst>
              <a:defRPr sz="2000">
                <a:solidFill>
                  <a:srgbClr val="000000"/>
                </a:solidFill>
                <a:latin typeface="Frutiger LT Com 55 Roman" pitchFamily="1" charset="0"/>
                <a:ea typeface="DejaVu Sans" pitchFamily="34" charset="0"/>
                <a:cs typeface="DejaVu Sans" pitchFamily="34" charset="0"/>
              </a:defRPr>
            </a:lvl8pPr>
            <a:lvl9pPr marL="3886200" indent="-228600" defTabSz="449263" eaLnBrk="0" fontAlgn="base" hangingPunct="0">
              <a:lnSpc>
                <a:spcPct val="97000"/>
              </a:lnSpc>
              <a:spcBef>
                <a:spcPct val="0"/>
              </a:spcBef>
              <a:spcAft>
                <a:spcPts val="288"/>
              </a:spcAft>
              <a:buClr>
                <a:srgbClr val="000000"/>
              </a:buClr>
              <a:buSzPct val="100000"/>
              <a:buFont typeface="Times New Roman" panose="02020603050405020304" pitchFamily="18" charset="0"/>
              <a:tabLst>
                <a:tab pos="449263" algn="l"/>
                <a:tab pos="898525" algn="l"/>
                <a:tab pos="1347788" algn="l"/>
                <a:tab pos="1797050" algn="l"/>
              </a:tabLst>
              <a:defRPr sz="2000">
                <a:solidFill>
                  <a:srgbClr val="000000"/>
                </a:solidFill>
                <a:latin typeface="Frutiger LT Com 55 Roman" pitchFamily="1" charset="0"/>
                <a:ea typeface="DejaVu Sans" pitchFamily="34" charset="0"/>
                <a:cs typeface="DejaVu Sans" pitchFamily="34" charset="0"/>
              </a:defRPr>
            </a:lvl9pPr>
          </a:lstStyle>
          <a:p>
            <a:pPr>
              <a:lnSpc>
                <a:spcPct val="100000"/>
              </a:lnSpc>
              <a:spcAft>
                <a:spcPct val="0"/>
              </a:spcAft>
            </a:pPr>
            <a:fld id="{F310DA56-755D-4DC1-898F-E0EBD5723B1D}" type="slidenum">
              <a:rPr lang="en-US" altLang="en-US">
                <a:solidFill>
                  <a:srgbClr val="B2B2B2"/>
                </a:solidFill>
              </a:rPr>
              <a:pPr>
                <a:lnSpc>
                  <a:spcPct val="100000"/>
                </a:lnSpc>
                <a:spcAft>
                  <a:spcPct val="0"/>
                </a:spcAft>
              </a:pPr>
              <a:t>21</a:t>
            </a:fld>
            <a:endParaRPr lang="en-US" altLang="en-US">
              <a:solidFill>
                <a:srgbClr val="B2B2B2"/>
              </a:solidFill>
            </a:endParaRPr>
          </a:p>
        </p:txBody>
      </p:sp>
      <p:grpSp>
        <p:nvGrpSpPr>
          <p:cNvPr id="6147" name="Group 71"/>
          <p:cNvGrpSpPr>
            <a:grpSpLocks noChangeAspect="1"/>
          </p:cNvGrpSpPr>
          <p:nvPr/>
        </p:nvGrpSpPr>
        <p:grpSpPr bwMode="auto">
          <a:xfrm>
            <a:off x="5659885" y="2210608"/>
            <a:ext cx="2844000" cy="2738004"/>
            <a:chOff x="2184" y="1355"/>
            <a:chExt cx="2110" cy="2202"/>
          </a:xfrm>
        </p:grpSpPr>
        <p:pic>
          <p:nvPicPr>
            <p:cNvPr id="6187" name="Picture 7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80" y="1592"/>
              <a:ext cx="1776" cy="11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188" name="Rectangle 73"/>
            <p:cNvSpPr>
              <a:spLocks noChangeArrowheads="1"/>
            </p:cNvSpPr>
            <p:nvPr/>
          </p:nvSpPr>
          <p:spPr bwMode="auto">
            <a:xfrm>
              <a:off x="2184" y="1496"/>
              <a:ext cx="2016" cy="1440"/>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a:lnSpc>
                  <a:spcPct val="93000"/>
                </a:lnSpc>
                <a:buClr>
                  <a:srgbClr val="000000"/>
                </a:buClr>
                <a:buSzPct val="100000"/>
                <a:buFont typeface="Times New Roman" panose="02020603050405020304" pitchFamily="18" charset="0"/>
                <a:buNone/>
              </a:pPr>
              <a:endParaRPr lang="en-US" altLang="en-US"/>
            </a:p>
          </p:txBody>
        </p:sp>
        <p:sp>
          <p:nvSpPr>
            <p:cNvPr id="6189" name="Oval 74"/>
            <p:cNvSpPr>
              <a:spLocks noChangeArrowheads="1"/>
            </p:cNvSpPr>
            <p:nvPr/>
          </p:nvSpPr>
          <p:spPr bwMode="auto">
            <a:xfrm>
              <a:off x="2807" y="2073"/>
              <a:ext cx="47" cy="45"/>
            </a:xfrm>
            <a:prstGeom prst="ellipse">
              <a:avLst/>
            </a:prstGeom>
            <a:solidFill>
              <a:srgbClr val="000000"/>
            </a:solidFill>
            <a:ln w="11113">
              <a:solidFill>
                <a:srgbClr val="000000"/>
              </a:solidFill>
              <a:miter lim="800000"/>
              <a:headEnd/>
              <a:tailEnd/>
            </a:ln>
          </p:spPr>
          <p:txBody>
            <a:bodyPr/>
            <a:lstStyle/>
            <a:p>
              <a:pPr eaLnBrk="1">
                <a:lnSpc>
                  <a:spcPct val="93000"/>
                </a:lnSpc>
                <a:buClr>
                  <a:srgbClr val="000000"/>
                </a:buClr>
                <a:buSzPct val="100000"/>
                <a:buFont typeface="Times New Roman" panose="02020603050405020304" pitchFamily="18" charset="0"/>
                <a:buNone/>
              </a:pPr>
              <a:endParaRPr lang="en-US" altLang="en-US"/>
            </a:p>
          </p:txBody>
        </p:sp>
        <p:sp>
          <p:nvSpPr>
            <p:cNvPr id="6190" name="Oval 75"/>
            <p:cNvSpPr>
              <a:spLocks noChangeArrowheads="1"/>
            </p:cNvSpPr>
            <p:nvPr/>
          </p:nvSpPr>
          <p:spPr bwMode="auto">
            <a:xfrm>
              <a:off x="2807" y="1793"/>
              <a:ext cx="47" cy="45"/>
            </a:xfrm>
            <a:prstGeom prst="ellipse">
              <a:avLst/>
            </a:prstGeom>
            <a:solidFill>
              <a:srgbClr val="000000"/>
            </a:solidFill>
            <a:ln w="11113">
              <a:solidFill>
                <a:srgbClr val="000000"/>
              </a:solidFill>
              <a:miter lim="800000"/>
              <a:headEnd/>
              <a:tailEnd/>
            </a:ln>
          </p:spPr>
          <p:txBody>
            <a:bodyPr/>
            <a:lstStyle/>
            <a:p>
              <a:pPr eaLnBrk="1">
                <a:lnSpc>
                  <a:spcPct val="93000"/>
                </a:lnSpc>
                <a:buClr>
                  <a:srgbClr val="000000"/>
                </a:buClr>
                <a:buSzPct val="100000"/>
                <a:buFont typeface="Times New Roman" panose="02020603050405020304" pitchFamily="18" charset="0"/>
                <a:buNone/>
              </a:pPr>
              <a:endParaRPr lang="en-US" altLang="en-US"/>
            </a:p>
          </p:txBody>
        </p:sp>
        <p:sp>
          <p:nvSpPr>
            <p:cNvPr id="6191" name="Oval 76"/>
            <p:cNvSpPr>
              <a:spLocks noChangeArrowheads="1"/>
            </p:cNvSpPr>
            <p:nvPr/>
          </p:nvSpPr>
          <p:spPr bwMode="auto">
            <a:xfrm>
              <a:off x="3050" y="2195"/>
              <a:ext cx="50" cy="45"/>
            </a:xfrm>
            <a:prstGeom prst="ellipse">
              <a:avLst/>
            </a:prstGeom>
            <a:solidFill>
              <a:srgbClr val="000000"/>
            </a:solidFill>
            <a:ln w="11113">
              <a:solidFill>
                <a:srgbClr val="000000"/>
              </a:solidFill>
              <a:miter lim="800000"/>
              <a:headEnd/>
              <a:tailEnd/>
            </a:ln>
          </p:spPr>
          <p:txBody>
            <a:bodyPr/>
            <a:lstStyle/>
            <a:p>
              <a:pPr eaLnBrk="1">
                <a:lnSpc>
                  <a:spcPct val="93000"/>
                </a:lnSpc>
                <a:buClr>
                  <a:srgbClr val="000000"/>
                </a:buClr>
                <a:buSzPct val="100000"/>
                <a:buFont typeface="Times New Roman" panose="02020603050405020304" pitchFamily="18" charset="0"/>
                <a:buNone/>
              </a:pPr>
              <a:endParaRPr lang="en-US" altLang="en-US"/>
            </a:p>
          </p:txBody>
        </p:sp>
        <p:sp>
          <p:nvSpPr>
            <p:cNvPr id="6192" name="Oval 77"/>
            <p:cNvSpPr>
              <a:spLocks noChangeArrowheads="1"/>
            </p:cNvSpPr>
            <p:nvPr/>
          </p:nvSpPr>
          <p:spPr bwMode="auto">
            <a:xfrm>
              <a:off x="3050" y="1912"/>
              <a:ext cx="50" cy="45"/>
            </a:xfrm>
            <a:prstGeom prst="ellipse">
              <a:avLst/>
            </a:prstGeom>
            <a:solidFill>
              <a:srgbClr val="000000"/>
            </a:solidFill>
            <a:ln w="11113">
              <a:solidFill>
                <a:srgbClr val="000000"/>
              </a:solidFill>
              <a:miter lim="800000"/>
              <a:headEnd/>
              <a:tailEnd/>
            </a:ln>
          </p:spPr>
          <p:txBody>
            <a:bodyPr/>
            <a:lstStyle/>
            <a:p>
              <a:pPr eaLnBrk="1">
                <a:lnSpc>
                  <a:spcPct val="93000"/>
                </a:lnSpc>
                <a:buClr>
                  <a:srgbClr val="000000"/>
                </a:buClr>
                <a:buSzPct val="100000"/>
                <a:buFont typeface="Times New Roman" panose="02020603050405020304" pitchFamily="18" charset="0"/>
                <a:buNone/>
              </a:pPr>
              <a:endParaRPr lang="en-US" altLang="en-US"/>
            </a:p>
          </p:txBody>
        </p:sp>
        <p:sp>
          <p:nvSpPr>
            <p:cNvPr id="6193" name="Freeform 78"/>
            <p:cNvSpPr>
              <a:spLocks/>
            </p:cNvSpPr>
            <p:nvPr/>
          </p:nvSpPr>
          <p:spPr bwMode="auto">
            <a:xfrm>
              <a:off x="2829" y="1814"/>
              <a:ext cx="510" cy="1"/>
            </a:xfrm>
            <a:custGeom>
              <a:avLst/>
              <a:gdLst>
                <a:gd name="T0" fmla="*/ 0 w 510"/>
                <a:gd name="T1" fmla="*/ 0 h 1"/>
                <a:gd name="T2" fmla="*/ 395 w 510"/>
                <a:gd name="T3" fmla="*/ 0 h 1"/>
                <a:gd name="T4" fmla="*/ 510 w 510"/>
                <a:gd name="T5" fmla="*/ 0 h 1"/>
                <a:gd name="T6" fmla="*/ 0 60000 65536"/>
                <a:gd name="T7" fmla="*/ 0 60000 65536"/>
                <a:gd name="T8" fmla="*/ 0 60000 65536"/>
              </a:gdLst>
              <a:ahLst/>
              <a:cxnLst>
                <a:cxn ang="T6">
                  <a:pos x="T0" y="T1"/>
                </a:cxn>
                <a:cxn ang="T7">
                  <a:pos x="T2" y="T3"/>
                </a:cxn>
                <a:cxn ang="T8">
                  <a:pos x="T4" y="T5"/>
                </a:cxn>
              </a:cxnLst>
              <a:rect l="0" t="0" r="r" b="b"/>
              <a:pathLst>
                <a:path w="510" h="1">
                  <a:moveTo>
                    <a:pt x="0" y="0"/>
                  </a:moveTo>
                  <a:lnTo>
                    <a:pt x="395" y="0"/>
                  </a:lnTo>
                  <a:lnTo>
                    <a:pt x="510" y="0"/>
                  </a:lnTo>
                </a:path>
              </a:pathLst>
            </a:custGeom>
            <a:noFill/>
            <a:ln w="20638"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GB"/>
            </a:p>
          </p:txBody>
        </p:sp>
        <p:sp>
          <p:nvSpPr>
            <p:cNvPr id="6194" name="Freeform 79"/>
            <p:cNvSpPr>
              <a:spLocks/>
            </p:cNvSpPr>
            <p:nvPr/>
          </p:nvSpPr>
          <p:spPr bwMode="auto">
            <a:xfrm>
              <a:off x="3078" y="1936"/>
              <a:ext cx="261" cy="1"/>
            </a:xfrm>
            <a:custGeom>
              <a:avLst/>
              <a:gdLst>
                <a:gd name="T0" fmla="*/ 0 w 261"/>
                <a:gd name="T1" fmla="*/ 0 h 1"/>
                <a:gd name="T2" fmla="*/ 146 w 261"/>
                <a:gd name="T3" fmla="*/ 0 h 1"/>
                <a:gd name="T4" fmla="*/ 261 w 261"/>
                <a:gd name="T5" fmla="*/ 0 h 1"/>
                <a:gd name="T6" fmla="*/ 0 60000 65536"/>
                <a:gd name="T7" fmla="*/ 0 60000 65536"/>
                <a:gd name="T8" fmla="*/ 0 60000 65536"/>
              </a:gdLst>
              <a:ahLst/>
              <a:cxnLst>
                <a:cxn ang="T6">
                  <a:pos x="T0" y="T1"/>
                </a:cxn>
                <a:cxn ang="T7">
                  <a:pos x="T2" y="T3"/>
                </a:cxn>
                <a:cxn ang="T8">
                  <a:pos x="T4" y="T5"/>
                </a:cxn>
              </a:cxnLst>
              <a:rect l="0" t="0" r="r" b="b"/>
              <a:pathLst>
                <a:path w="261" h="1">
                  <a:moveTo>
                    <a:pt x="0" y="0"/>
                  </a:moveTo>
                  <a:lnTo>
                    <a:pt x="146" y="0"/>
                  </a:lnTo>
                  <a:lnTo>
                    <a:pt x="261" y="0"/>
                  </a:lnTo>
                </a:path>
              </a:pathLst>
            </a:custGeom>
            <a:noFill/>
            <a:ln w="20638"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GB"/>
            </a:p>
          </p:txBody>
        </p:sp>
        <p:sp>
          <p:nvSpPr>
            <p:cNvPr id="6195" name="Line 80"/>
            <p:cNvSpPr>
              <a:spLocks noChangeShapeType="1"/>
            </p:cNvSpPr>
            <p:nvPr/>
          </p:nvSpPr>
          <p:spPr bwMode="auto">
            <a:xfrm>
              <a:off x="2826" y="2094"/>
              <a:ext cx="513" cy="1"/>
            </a:xfrm>
            <a:prstGeom prst="line">
              <a:avLst/>
            </a:prstGeom>
            <a:noFill/>
            <a:ln w="20638">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GB"/>
            </a:p>
          </p:txBody>
        </p:sp>
        <p:sp>
          <p:nvSpPr>
            <p:cNvPr id="6196" name="Freeform 81"/>
            <p:cNvSpPr>
              <a:spLocks/>
            </p:cNvSpPr>
            <p:nvPr/>
          </p:nvSpPr>
          <p:spPr bwMode="auto">
            <a:xfrm>
              <a:off x="3628" y="1877"/>
              <a:ext cx="196" cy="89"/>
            </a:xfrm>
            <a:custGeom>
              <a:avLst/>
              <a:gdLst>
                <a:gd name="T0" fmla="*/ 0 w 196"/>
                <a:gd name="T1" fmla="*/ 0 h 89"/>
                <a:gd name="T2" fmla="*/ 100 w 196"/>
                <a:gd name="T3" fmla="*/ 0 h 89"/>
                <a:gd name="T4" fmla="*/ 100 w 196"/>
                <a:gd name="T5" fmla="*/ 89 h 89"/>
                <a:gd name="T6" fmla="*/ 196 w 196"/>
                <a:gd name="T7" fmla="*/ 89 h 8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96" h="89">
                  <a:moveTo>
                    <a:pt x="0" y="0"/>
                  </a:moveTo>
                  <a:lnTo>
                    <a:pt x="100" y="0"/>
                  </a:lnTo>
                  <a:lnTo>
                    <a:pt x="100" y="89"/>
                  </a:lnTo>
                  <a:lnTo>
                    <a:pt x="196" y="89"/>
                  </a:lnTo>
                </a:path>
              </a:pathLst>
            </a:custGeom>
            <a:noFill/>
            <a:ln w="20638"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GB"/>
            </a:p>
          </p:txBody>
        </p:sp>
        <p:sp>
          <p:nvSpPr>
            <p:cNvPr id="6197" name="Freeform 82"/>
            <p:cNvSpPr>
              <a:spLocks/>
            </p:cNvSpPr>
            <p:nvPr/>
          </p:nvSpPr>
          <p:spPr bwMode="auto">
            <a:xfrm>
              <a:off x="3628" y="2070"/>
              <a:ext cx="196" cy="84"/>
            </a:xfrm>
            <a:custGeom>
              <a:avLst/>
              <a:gdLst>
                <a:gd name="T0" fmla="*/ 0 w 196"/>
                <a:gd name="T1" fmla="*/ 84 h 84"/>
                <a:gd name="T2" fmla="*/ 100 w 196"/>
                <a:gd name="T3" fmla="*/ 84 h 84"/>
                <a:gd name="T4" fmla="*/ 100 w 196"/>
                <a:gd name="T5" fmla="*/ 0 h 84"/>
                <a:gd name="T6" fmla="*/ 196 w 196"/>
                <a:gd name="T7" fmla="*/ 0 h 8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96" h="84">
                  <a:moveTo>
                    <a:pt x="0" y="84"/>
                  </a:moveTo>
                  <a:lnTo>
                    <a:pt x="100" y="84"/>
                  </a:lnTo>
                  <a:lnTo>
                    <a:pt x="100" y="0"/>
                  </a:lnTo>
                  <a:lnTo>
                    <a:pt x="196" y="0"/>
                  </a:lnTo>
                </a:path>
              </a:pathLst>
            </a:custGeom>
            <a:noFill/>
            <a:ln w="20638"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GB"/>
            </a:p>
          </p:txBody>
        </p:sp>
        <p:sp>
          <p:nvSpPr>
            <p:cNvPr id="6198" name="Freeform 83"/>
            <p:cNvSpPr>
              <a:spLocks/>
            </p:cNvSpPr>
            <p:nvPr/>
          </p:nvSpPr>
          <p:spPr bwMode="auto">
            <a:xfrm>
              <a:off x="3081" y="2216"/>
              <a:ext cx="258" cy="1"/>
            </a:xfrm>
            <a:custGeom>
              <a:avLst/>
              <a:gdLst>
                <a:gd name="T0" fmla="*/ 0 w 258"/>
                <a:gd name="T1" fmla="*/ 0 h 1"/>
                <a:gd name="T2" fmla="*/ 143 w 258"/>
                <a:gd name="T3" fmla="*/ 0 h 1"/>
                <a:gd name="T4" fmla="*/ 258 w 258"/>
                <a:gd name="T5" fmla="*/ 0 h 1"/>
                <a:gd name="T6" fmla="*/ 0 60000 65536"/>
                <a:gd name="T7" fmla="*/ 0 60000 65536"/>
                <a:gd name="T8" fmla="*/ 0 60000 65536"/>
              </a:gdLst>
              <a:ahLst/>
              <a:cxnLst>
                <a:cxn ang="T6">
                  <a:pos x="T0" y="T1"/>
                </a:cxn>
                <a:cxn ang="T7">
                  <a:pos x="T2" y="T3"/>
                </a:cxn>
                <a:cxn ang="T8">
                  <a:pos x="T4" y="T5"/>
                </a:cxn>
              </a:cxnLst>
              <a:rect l="0" t="0" r="r" b="b"/>
              <a:pathLst>
                <a:path w="258" h="1">
                  <a:moveTo>
                    <a:pt x="0" y="0"/>
                  </a:moveTo>
                  <a:lnTo>
                    <a:pt x="143" y="0"/>
                  </a:lnTo>
                  <a:lnTo>
                    <a:pt x="258" y="0"/>
                  </a:lnTo>
                </a:path>
              </a:pathLst>
            </a:custGeom>
            <a:noFill/>
            <a:ln w="20638"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GB"/>
            </a:p>
          </p:txBody>
        </p:sp>
        <p:sp>
          <p:nvSpPr>
            <p:cNvPr id="6199" name="Freeform 84"/>
            <p:cNvSpPr>
              <a:spLocks/>
            </p:cNvSpPr>
            <p:nvPr/>
          </p:nvSpPr>
          <p:spPr bwMode="auto">
            <a:xfrm>
              <a:off x="2829" y="2017"/>
              <a:ext cx="1465" cy="1540"/>
            </a:xfrm>
            <a:custGeom>
              <a:avLst/>
              <a:gdLst>
                <a:gd name="T0" fmla="*/ 1213 w 1465"/>
                <a:gd name="T1" fmla="*/ 0 h 1540"/>
                <a:gd name="T2" fmla="*/ 1465 w 1465"/>
                <a:gd name="T3" fmla="*/ 0 h 1540"/>
                <a:gd name="T4" fmla="*/ 1465 w 1465"/>
                <a:gd name="T5" fmla="*/ 1540 h 1540"/>
                <a:gd name="T6" fmla="*/ 0 w 1465"/>
                <a:gd name="T7" fmla="*/ 1540 h 1540"/>
                <a:gd name="T8" fmla="*/ 0 w 1465"/>
                <a:gd name="T9" fmla="*/ 1355 h 154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5" h="1540">
                  <a:moveTo>
                    <a:pt x="1213" y="0"/>
                  </a:moveTo>
                  <a:lnTo>
                    <a:pt x="1465" y="0"/>
                  </a:lnTo>
                  <a:lnTo>
                    <a:pt x="1465" y="1540"/>
                  </a:lnTo>
                  <a:lnTo>
                    <a:pt x="0" y="1540"/>
                  </a:lnTo>
                  <a:lnTo>
                    <a:pt x="0" y="1355"/>
                  </a:lnTo>
                </a:path>
              </a:pathLst>
            </a:custGeom>
            <a:noFill/>
            <a:ln w="20638"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GB"/>
            </a:p>
          </p:txBody>
        </p:sp>
        <p:sp>
          <p:nvSpPr>
            <p:cNvPr id="6200" name="Freeform 85"/>
            <p:cNvSpPr>
              <a:spLocks/>
            </p:cNvSpPr>
            <p:nvPr/>
          </p:nvSpPr>
          <p:spPr bwMode="auto">
            <a:xfrm>
              <a:off x="3790" y="1897"/>
              <a:ext cx="252" cy="239"/>
            </a:xfrm>
            <a:custGeom>
              <a:avLst/>
              <a:gdLst>
                <a:gd name="T0" fmla="*/ 6880462 w 81"/>
                <a:gd name="T1" fmla="*/ 2279334 h 80"/>
                <a:gd name="T2" fmla="*/ 0 w 81"/>
                <a:gd name="T3" fmla="*/ 4530167 h 80"/>
                <a:gd name="T4" fmla="*/ 1088870 w 81"/>
                <a:gd name="T5" fmla="*/ 2308429 h 80"/>
                <a:gd name="T6" fmla="*/ 1088870 w 81"/>
                <a:gd name="T7" fmla="*/ 2279334 h 80"/>
                <a:gd name="T8" fmla="*/ 0 w 81"/>
                <a:gd name="T9" fmla="*/ 0 h 80"/>
                <a:gd name="T10" fmla="*/ 6880462 w 81"/>
                <a:gd name="T11" fmla="*/ 2279334 h 8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81" h="80">
                  <a:moveTo>
                    <a:pt x="81" y="40"/>
                  </a:moveTo>
                  <a:cubicBezTo>
                    <a:pt x="81" y="40"/>
                    <a:pt x="62" y="80"/>
                    <a:pt x="0" y="80"/>
                  </a:cubicBezTo>
                  <a:cubicBezTo>
                    <a:pt x="0" y="80"/>
                    <a:pt x="13" y="76"/>
                    <a:pt x="13" y="41"/>
                  </a:cubicBezTo>
                  <a:cubicBezTo>
                    <a:pt x="13" y="40"/>
                    <a:pt x="13" y="40"/>
                    <a:pt x="13" y="40"/>
                  </a:cubicBezTo>
                  <a:cubicBezTo>
                    <a:pt x="13" y="4"/>
                    <a:pt x="0" y="0"/>
                    <a:pt x="0" y="0"/>
                  </a:cubicBezTo>
                  <a:cubicBezTo>
                    <a:pt x="62" y="0"/>
                    <a:pt x="81" y="40"/>
                    <a:pt x="81" y="40"/>
                  </a:cubicBezTo>
                  <a:close/>
                </a:path>
              </a:pathLst>
            </a:custGeom>
            <a:noFill/>
            <a:ln w="15875" cap="flat">
              <a:solidFill>
                <a:srgbClr val="0078C1"/>
              </a:solidFill>
              <a:prstDash val="solid"/>
              <a:miter lim="800000"/>
              <a:headEnd/>
              <a:tailEnd/>
            </a:ln>
            <a:extLst>
              <a:ext uri="{909E8E84-426E-40DD-AFC4-6F175D3DCCD1}">
                <a14:hiddenFill xmlns:a14="http://schemas.microsoft.com/office/drawing/2010/main">
                  <a:solidFill>
                    <a:schemeClr val="hlink"/>
                  </a:solidFill>
                </a14:hiddenFill>
              </a:ext>
            </a:extLst>
          </p:spPr>
          <p:txBody>
            <a:bodyPr/>
            <a:lstStyle/>
            <a:p>
              <a:endParaRPr lang="en-GB"/>
            </a:p>
          </p:txBody>
        </p:sp>
        <p:sp>
          <p:nvSpPr>
            <p:cNvPr id="6201" name="Freeform 86"/>
            <p:cNvSpPr>
              <a:spLocks/>
            </p:cNvSpPr>
            <p:nvPr/>
          </p:nvSpPr>
          <p:spPr bwMode="auto">
            <a:xfrm>
              <a:off x="3342" y="1754"/>
              <a:ext cx="286" cy="242"/>
            </a:xfrm>
            <a:custGeom>
              <a:avLst/>
              <a:gdLst>
                <a:gd name="T0" fmla="*/ 0 w 92"/>
                <a:gd name="T1" fmla="*/ 4589192 h 81"/>
                <a:gd name="T2" fmla="*/ 4309616 w 92"/>
                <a:gd name="T3" fmla="*/ 4589192 h 81"/>
                <a:gd name="T4" fmla="*/ 7754666 w 92"/>
                <a:gd name="T5" fmla="*/ 2279990 h 81"/>
                <a:gd name="T6" fmla="*/ 4309616 w 92"/>
                <a:gd name="T7" fmla="*/ 0 h 81"/>
                <a:gd name="T8" fmla="*/ 0 w 92"/>
                <a:gd name="T9" fmla="*/ 0 h 81"/>
                <a:gd name="T10" fmla="*/ 0 w 92"/>
                <a:gd name="T11" fmla="*/ 4589192 h 81"/>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92" h="81">
                  <a:moveTo>
                    <a:pt x="0" y="81"/>
                  </a:moveTo>
                  <a:cubicBezTo>
                    <a:pt x="51" y="81"/>
                    <a:pt x="51" y="81"/>
                    <a:pt x="51" y="81"/>
                  </a:cubicBezTo>
                  <a:cubicBezTo>
                    <a:pt x="74" y="81"/>
                    <a:pt x="92" y="63"/>
                    <a:pt x="92" y="40"/>
                  </a:cubicBezTo>
                  <a:cubicBezTo>
                    <a:pt x="92" y="18"/>
                    <a:pt x="74" y="0"/>
                    <a:pt x="51" y="0"/>
                  </a:cubicBezTo>
                  <a:cubicBezTo>
                    <a:pt x="0" y="0"/>
                    <a:pt x="0" y="0"/>
                    <a:pt x="0" y="0"/>
                  </a:cubicBezTo>
                  <a:lnTo>
                    <a:pt x="0" y="81"/>
                  </a:lnTo>
                  <a:close/>
                </a:path>
              </a:pathLst>
            </a:custGeom>
            <a:noFill/>
            <a:ln w="15875" cap="flat">
              <a:solidFill>
                <a:srgbClr val="0078C1"/>
              </a:solidFill>
              <a:prstDash val="solid"/>
              <a:miter lim="800000"/>
              <a:headEnd/>
              <a:tailEnd/>
            </a:ln>
            <a:extLst>
              <a:ext uri="{909E8E84-426E-40DD-AFC4-6F175D3DCCD1}">
                <a14:hiddenFill xmlns:a14="http://schemas.microsoft.com/office/drawing/2010/main">
                  <a:solidFill>
                    <a:schemeClr val="hlink"/>
                  </a:solidFill>
                </a14:hiddenFill>
              </a:ext>
            </a:extLst>
          </p:spPr>
          <p:txBody>
            <a:bodyPr/>
            <a:lstStyle/>
            <a:p>
              <a:endParaRPr lang="en-GB"/>
            </a:p>
          </p:txBody>
        </p:sp>
        <p:sp>
          <p:nvSpPr>
            <p:cNvPr id="6202" name="Freeform 87"/>
            <p:cNvSpPr>
              <a:spLocks/>
            </p:cNvSpPr>
            <p:nvPr/>
          </p:nvSpPr>
          <p:spPr bwMode="auto">
            <a:xfrm>
              <a:off x="3342" y="2034"/>
              <a:ext cx="286" cy="242"/>
            </a:xfrm>
            <a:custGeom>
              <a:avLst/>
              <a:gdLst>
                <a:gd name="T0" fmla="*/ 0 w 92"/>
                <a:gd name="T1" fmla="*/ 4589192 h 81"/>
                <a:gd name="T2" fmla="*/ 4309616 w 92"/>
                <a:gd name="T3" fmla="*/ 4589192 h 81"/>
                <a:gd name="T4" fmla="*/ 7754666 w 92"/>
                <a:gd name="T5" fmla="*/ 2279990 h 81"/>
                <a:gd name="T6" fmla="*/ 4309616 w 92"/>
                <a:gd name="T7" fmla="*/ 0 h 81"/>
                <a:gd name="T8" fmla="*/ 0 w 92"/>
                <a:gd name="T9" fmla="*/ 0 h 81"/>
                <a:gd name="T10" fmla="*/ 0 w 92"/>
                <a:gd name="T11" fmla="*/ 4589192 h 81"/>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92" h="81">
                  <a:moveTo>
                    <a:pt x="0" y="81"/>
                  </a:moveTo>
                  <a:cubicBezTo>
                    <a:pt x="51" y="81"/>
                    <a:pt x="51" y="81"/>
                    <a:pt x="51" y="81"/>
                  </a:cubicBezTo>
                  <a:cubicBezTo>
                    <a:pt x="74" y="81"/>
                    <a:pt x="92" y="63"/>
                    <a:pt x="92" y="40"/>
                  </a:cubicBezTo>
                  <a:cubicBezTo>
                    <a:pt x="92" y="18"/>
                    <a:pt x="74" y="0"/>
                    <a:pt x="51" y="0"/>
                  </a:cubicBezTo>
                  <a:cubicBezTo>
                    <a:pt x="0" y="0"/>
                    <a:pt x="0" y="0"/>
                    <a:pt x="0" y="0"/>
                  </a:cubicBezTo>
                  <a:lnTo>
                    <a:pt x="0" y="81"/>
                  </a:lnTo>
                  <a:close/>
                </a:path>
              </a:pathLst>
            </a:custGeom>
            <a:noFill/>
            <a:ln w="15875" cap="flat">
              <a:solidFill>
                <a:srgbClr val="0078C1"/>
              </a:solidFill>
              <a:prstDash val="solid"/>
              <a:miter lim="800000"/>
              <a:headEnd/>
              <a:tailEnd/>
            </a:ln>
            <a:extLst>
              <a:ext uri="{909E8E84-426E-40DD-AFC4-6F175D3DCCD1}">
                <a14:hiddenFill xmlns:a14="http://schemas.microsoft.com/office/drawing/2010/main">
                  <a:solidFill>
                    <a:schemeClr val="hlink"/>
                  </a:solidFill>
                </a14:hiddenFill>
              </a:ext>
            </a:extLst>
          </p:spPr>
          <p:txBody>
            <a:bodyPr/>
            <a:lstStyle/>
            <a:p>
              <a:endParaRPr lang="en-GB"/>
            </a:p>
          </p:txBody>
        </p:sp>
        <p:sp>
          <p:nvSpPr>
            <p:cNvPr id="6203" name="Oval 88"/>
            <p:cNvSpPr>
              <a:spLocks noChangeArrowheads="1"/>
            </p:cNvSpPr>
            <p:nvPr/>
          </p:nvSpPr>
          <p:spPr bwMode="auto">
            <a:xfrm>
              <a:off x="3289" y="1793"/>
              <a:ext cx="47" cy="45"/>
            </a:xfrm>
            <a:prstGeom prst="ellipse">
              <a:avLst/>
            </a:prstGeom>
            <a:solidFill>
              <a:srgbClr val="FFFFFF"/>
            </a:solidFill>
            <a:ln w="11113">
              <a:solidFill>
                <a:srgbClr val="0078C1"/>
              </a:solidFill>
              <a:miter lim="800000"/>
              <a:headEnd/>
              <a:tailEnd/>
            </a:ln>
          </p:spPr>
          <p:txBody>
            <a:bodyPr/>
            <a:lstStyle/>
            <a:p>
              <a:pPr eaLnBrk="1">
                <a:lnSpc>
                  <a:spcPct val="93000"/>
                </a:lnSpc>
                <a:buClr>
                  <a:srgbClr val="000000"/>
                </a:buClr>
                <a:buSzPct val="100000"/>
                <a:buFont typeface="Times New Roman" panose="02020603050405020304" pitchFamily="18" charset="0"/>
                <a:buNone/>
              </a:pPr>
              <a:endParaRPr lang="en-US" altLang="en-US"/>
            </a:p>
          </p:txBody>
        </p:sp>
        <p:sp>
          <p:nvSpPr>
            <p:cNvPr id="6204" name="Oval 89"/>
            <p:cNvSpPr>
              <a:spLocks noChangeArrowheads="1"/>
            </p:cNvSpPr>
            <p:nvPr/>
          </p:nvSpPr>
          <p:spPr bwMode="auto">
            <a:xfrm>
              <a:off x="3289" y="2195"/>
              <a:ext cx="47" cy="45"/>
            </a:xfrm>
            <a:prstGeom prst="ellipse">
              <a:avLst/>
            </a:prstGeom>
            <a:solidFill>
              <a:srgbClr val="FFFFFF"/>
            </a:solidFill>
            <a:ln w="11113">
              <a:solidFill>
                <a:srgbClr val="0078C1"/>
              </a:solidFill>
              <a:miter lim="800000"/>
              <a:headEnd/>
              <a:tailEnd/>
            </a:ln>
          </p:spPr>
          <p:txBody>
            <a:bodyPr/>
            <a:lstStyle/>
            <a:p>
              <a:pPr eaLnBrk="1">
                <a:lnSpc>
                  <a:spcPct val="93000"/>
                </a:lnSpc>
                <a:buClr>
                  <a:srgbClr val="000000"/>
                </a:buClr>
                <a:buSzPct val="100000"/>
                <a:buFont typeface="Times New Roman" panose="02020603050405020304" pitchFamily="18" charset="0"/>
                <a:buNone/>
              </a:pPr>
              <a:endParaRPr lang="en-US" altLang="en-US"/>
            </a:p>
          </p:txBody>
        </p:sp>
        <p:sp>
          <p:nvSpPr>
            <p:cNvPr id="6205" name="Rectangle 90"/>
            <p:cNvSpPr>
              <a:spLocks noChangeArrowheads="1"/>
            </p:cNvSpPr>
            <p:nvPr/>
          </p:nvSpPr>
          <p:spPr bwMode="auto">
            <a:xfrm>
              <a:off x="4116" y="1905"/>
              <a:ext cx="94" cy="1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1">
                <a:lnSpc>
                  <a:spcPct val="93000"/>
                </a:lnSpc>
                <a:buClr>
                  <a:srgbClr val="000000"/>
                </a:buClr>
                <a:buSzPct val="100000"/>
                <a:buFont typeface="Times New Roman" panose="02020603050405020304" pitchFamily="18" charset="0"/>
                <a:buNone/>
              </a:pPr>
              <a:r>
                <a:rPr lang="en-US" altLang="en-US" sz="900">
                  <a:latin typeface="Myriad Roman" charset="0"/>
                </a:rPr>
                <a:t>n1</a:t>
              </a:r>
              <a:endParaRPr lang="en-US" altLang="en-US"/>
            </a:p>
          </p:txBody>
        </p:sp>
        <p:sp>
          <p:nvSpPr>
            <p:cNvPr id="6206" name="Freeform 91"/>
            <p:cNvSpPr>
              <a:spLocks/>
            </p:cNvSpPr>
            <p:nvPr/>
          </p:nvSpPr>
          <p:spPr bwMode="auto">
            <a:xfrm>
              <a:off x="3050" y="3325"/>
              <a:ext cx="50" cy="95"/>
            </a:xfrm>
            <a:custGeom>
              <a:avLst/>
              <a:gdLst>
                <a:gd name="T0" fmla="*/ 25 w 50"/>
                <a:gd name="T1" fmla="*/ 0 h 95"/>
                <a:gd name="T2" fmla="*/ 0 w 50"/>
                <a:gd name="T3" fmla="*/ 95 h 95"/>
                <a:gd name="T4" fmla="*/ 50 w 50"/>
                <a:gd name="T5" fmla="*/ 95 h 95"/>
                <a:gd name="T6" fmla="*/ 25 w 50"/>
                <a:gd name="T7" fmla="*/ 0 h 9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50" h="95">
                  <a:moveTo>
                    <a:pt x="25" y="0"/>
                  </a:moveTo>
                  <a:lnTo>
                    <a:pt x="0" y="95"/>
                  </a:lnTo>
                  <a:lnTo>
                    <a:pt x="50" y="95"/>
                  </a:lnTo>
                  <a:lnTo>
                    <a:pt x="2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6207" name="Line 92"/>
            <p:cNvSpPr>
              <a:spLocks noChangeShapeType="1"/>
            </p:cNvSpPr>
            <p:nvPr/>
          </p:nvSpPr>
          <p:spPr bwMode="auto">
            <a:xfrm>
              <a:off x="3078" y="2773"/>
              <a:ext cx="264" cy="1"/>
            </a:xfrm>
            <a:prstGeom prst="line">
              <a:avLst/>
            </a:prstGeom>
            <a:noFill/>
            <a:ln w="20638">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GB"/>
            </a:p>
          </p:txBody>
        </p:sp>
        <p:sp>
          <p:nvSpPr>
            <p:cNvPr id="6208" name="Line 93"/>
            <p:cNvSpPr>
              <a:spLocks noChangeShapeType="1"/>
            </p:cNvSpPr>
            <p:nvPr/>
          </p:nvSpPr>
          <p:spPr bwMode="auto">
            <a:xfrm>
              <a:off x="2826" y="2654"/>
              <a:ext cx="516" cy="1"/>
            </a:xfrm>
            <a:prstGeom prst="line">
              <a:avLst/>
            </a:prstGeom>
            <a:noFill/>
            <a:ln w="20638">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GB"/>
            </a:p>
          </p:txBody>
        </p:sp>
        <p:sp>
          <p:nvSpPr>
            <p:cNvPr id="6209" name="Oval 94"/>
            <p:cNvSpPr>
              <a:spLocks noChangeArrowheads="1"/>
            </p:cNvSpPr>
            <p:nvPr/>
          </p:nvSpPr>
          <p:spPr bwMode="auto">
            <a:xfrm>
              <a:off x="3053" y="2753"/>
              <a:ext cx="47" cy="44"/>
            </a:xfrm>
            <a:prstGeom prst="ellipse">
              <a:avLst/>
            </a:prstGeom>
            <a:solidFill>
              <a:srgbClr val="000000"/>
            </a:solidFill>
            <a:ln w="11113">
              <a:solidFill>
                <a:srgbClr val="000000"/>
              </a:solidFill>
              <a:miter lim="800000"/>
              <a:headEnd/>
              <a:tailEnd/>
            </a:ln>
          </p:spPr>
          <p:txBody>
            <a:bodyPr/>
            <a:lstStyle/>
            <a:p>
              <a:pPr eaLnBrk="1">
                <a:lnSpc>
                  <a:spcPct val="93000"/>
                </a:lnSpc>
                <a:buClr>
                  <a:srgbClr val="000000"/>
                </a:buClr>
                <a:buSzPct val="100000"/>
                <a:buFont typeface="Times New Roman" panose="02020603050405020304" pitchFamily="18" charset="0"/>
                <a:buNone/>
              </a:pPr>
              <a:endParaRPr lang="en-US" altLang="en-US"/>
            </a:p>
          </p:txBody>
        </p:sp>
        <p:sp>
          <p:nvSpPr>
            <p:cNvPr id="6210" name="Oval 95"/>
            <p:cNvSpPr>
              <a:spLocks noChangeArrowheads="1"/>
            </p:cNvSpPr>
            <p:nvPr/>
          </p:nvSpPr>
          <p:spPr bwMode="auto">
            <a:xfrm>
              <a:off x="2807" y="2353"/>
              <a:ext cx="47" cy="45"/>
            </a:xfrm>
            <a:prstGeom prst="ellipse">
              <a:avLst/>
            </a:prstGeom>
            <a:solidFill>
              <a:srgbClr val="000000"/>
            </a:solidFill>
            <a:ln w="11113">
              <a:solidFill>
                <a:srgbClr val="000000"/>
              </a:solidFill>
              <a:miter lim="800000"/>
              <a:headEnd/>
              <a:tailEnd/>
            </a:ln>
          </p:spPr>
          <p:txBody>
            <a:bodyPr/>
            <a:lstStyle/>
            <a:p>
              <a:pPr eaLnBrk="1">
                <a:lnSpc>
                  <a:spcPct val="93000"/>
                </a:lnSpc>
                <a:buClr>
                  <a:srgbClr val="000000"/>
                </a:buClr>
                <a:buSzPct val="100000"/>
                <a:buFont typeface="Times New Roman" panose="02020603050405020304" pitchFamily="18" charset="0"/>
                <a:buNone/>
              </a:pPr>
              <a:endParaRPr lang="en-US" altLang="en-US"/>
            </a:p>
          </p:txBody>
        </p:sp>
        <p:sp>
          <p:nvSpPr>
            <p:cNvPr id="6211" name="Oval 96"/>
            <p:cNvSpPr>
              <a:spLocks noChangeArrowheads="1"/>
            </p:cNvSpPr>
            <p:nvPr/>
          </p:nvSpPr>
          <p:spPr bwMode="auto">
            <a:xfrm>
              <a:off x="2807" y="2630"/>
              <a:ext cx="47" cy="48"/>
            </a:xfrm>
            <a:prstGeom prst="ellipse">
              <a:avLst/>
            </a:prstGeom>
            <a:solidFill>
              <a:srgbClr val="000000"/>
            </a:solidFill>
            <a:ln w="11113">
              <a:solidFill>
                <a:srgbClr val="000000"/>
              </a:solidFill>
              <a:miter lim="800000"/>
              <a:headEnd/>
              <a:tailEnd/>
            </a:ln>
          </p:spPr>
          <p:txBody>
            <a:bodyPr/>
            <a:lstStyle/>
            <a:p>
              <a:pPr eaLnBrk="1">
                <a:lnSpc>
                  <a:spcPct val="93000"/>
                </a:lnSpc>
                <a:buClr>
                  <a:srgbClr val="000000"/>
                </a:buClr>
                <a:buSzPct val="100000"/>
                <a:buFont typeface="Times New Roman" panose="02020603050405020304" pitchFamily="18" charset="0"/>
                <a:buNone/>
              </a:pPr>
              <a:endParaRPr lang="en-US" altLang="en-US"/>
            </a:p>
          </p:txBody>
        </p:sp>
        <p:sp>
          <p:nvSpPr>
            <p:cNvPr id="6212" name="Oval 97"/>
            <p:cNvSpPr>
              <a:spLocks noChangeArrowheads="1"/>
            </p:cNvSpPr>
            <p:nvPr/>
          </p:nvSpPr>
          <p:spPr bwMode="auto">
            <a:xfrm>
              <a:off x="3050" y="2413"/>
              <a:ext cx="50" cy="45"/>
            </a:xfrm>
            <a:prstGeom prst="ellipse">
              <a:avLst/>
            </a:prstGeom>
            <a:solidFill>
              <a:srgbClr val="000000"/>
            </a:solidFill>
            <a:ln w="11113">
              <a:solidFill>
                <a:srgbClr val="000000"/>
              </a:solidFill>
              <a:miter lim="800000"/>
              <a:headEnd/>
              <a:tailEnd/>
            </a:ln>
          </p:spPr>
          <p:txBody>
            <a:bodyPr/>
            <a:lstStyle/>
            <a:p>
              <a:pPr eaLnBrk="1">
                <a:lnSpc>
                  <a:spcPct val="93000"/>
                </a:lnSpc>
                <a:buClr>
                  <a:srgbClr val="000000"/>
                </a:buClr>
                <a:buSzPct val="100000"/>
                <a:buFont typeface="Times New Roman" panose="02020603050405020304" pitchFamily="18" charset="0"/>
                <a:buNone/>
              </a:pPr>
              <a:endParaRPr lang="en-US" altLang="en-US"/>
            </a:p>
          </p:txBody>
        </p:sp>
        <p:sp>
          <p:nvSpPr>
            <p:cNvPr id="6213" name="Line 98"/>
            <p:cNvSpPr>
              <a:spLocks noChangeShapeType="1"/>
            </p:cNvSpPr>
            <p:nvPr/>
          </p:nvSpPr>
          <p:spPr bwMode="auto">
            <a:xfrm>
              <a:off x="3078" y="2437"/>
              <a:ext cx="261" cy="1"/>
            </a:xfrm>
            <a:prstGeom prst="line">
              <a:avLst/>
            </a:prstGeom>
            <a:noFill/>
            <a:ln w="20638">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GB"/>
            </a:p>
          </p:txBody>
        </p:sp>
        <p:sp>
          <p:nvSpPr>
            <p:cNvPr id="6214" name="Line 99"/>
            <p:cNvSpPr>
              <a:spLocks noChangeShapeType="1"/>
            </p:cNvSpPr>
            <p:nvPr/>
          </p:nvSpPr>
          <p:spPr bwMode="auto">
            <a:xfrm>
              <a:off x="2832" y="2374"/>
              <a:ext cx="507" cy="1"/>
            </a:xfrm>
            <a:prstGeom prst="line">
              <a:avLst/>
            </a:prstGeom>
            <a:noFill/>
            <a:ln w="20638">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GB"/>
            </a:p>
          </p:txBody>
        </p:sp>
        <p:sp>
          <p:nvSpPr>
            <p:cNvPr id="6215" name="Line 100"/>
            <p:cNvSpPr>
              <a:spLocks noChangeShapeType="1"/>
            </p:cNvSpPr>
            <p:nvPr/>
          </p:nvSpPr>
          <p:spPr bwMode="auto">
            <a:xfrm>
              <a:off x="2891" y="2660"/>
              <a:ext cx="1" cy="1"/>
            </a:xfrm>
            <a:prstGeom prst="line">
              <a:avLst/>
            </a:prstGeom>
            <a:noFill/>
            <a:ln w="20638">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GB"/>
            </a:p>
          </p:txBody>
        </p:sp>
        <p:sp>
          <p:nvSpPr>
            <p:cNvPr id="6216" name="Freeform 101"/>
            <p:cNvSpPr>
              <a:spLocks/>
            </p:cNvSpPr>
            <p:nvPr/>
          </p:nvSpPr>
          <p:spPr bwMode="auto">
            <a:xfrm>
              <a:off x="3628" y="2428"/>
              <a:ext cx="196" cy="89"/>
            </a:xfrm>
            <a:custGeom>
              <a:avLst/>
              <a:gdLst>
                <a:gd name="T0" fmla="*/ 0 w 196"/>
                <a:gd name="T1" fmla="*/ 0 h 89"/>
                <a:gd name="T2" fmla="*/ 100 w 196"/>
                <a:gd name="T3" fmla="*/ 0 h 89"/>
                <a:gd name="T4" fmla="*/ 100 w 196"/>
                <a:gd name="T5" fmla="*/ 89 h 89"/>
                <a:gd name="T6" fmla="*/ 196 w 196"/>
                <a:gd name="T7" fmla="*/ 89 h 8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96" h="89">
                  <a:moveTo>
                    <a:pt x="0" y="0"/>
                  </a:moveTo>
                  <a:lnTo>
                    <a:pt x="100" y="0"/>
                  </a:lnTo>
                  <a:lnTo>
                    <a:pt x="100" y="89"/>
                  </a:lnTo>
                  <a:lnTo>
                    <a:pt x="196" y="89"/>
                  </a:lnTo>
                </a:path>
              </a:pathLst>
            </a:custGeom>
            <a:noFill/>
            <a:ln w="20638"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GB"/>
            </a:p>
          </p:txBody>
        </p:sp>
        <p:sp>
          <p:nvSpPr>
            <p:cNvPr id="6217" name="Freeform 102"/>
            <p:cNvSpPr>
              <a:spLocks/>
            </p:cNvSpPr>
            <p:nvPr/>
          </p:nvSpPr>
          <p:spPr bwMode="auto">
            <a:xfrm>
              <a:off x="3628" y="2621"/>
              <a:ext cx="196" cy="84"/>
            </a:xfrm>
            <a:custGeom>
              <a:avLst/>
              <a:gdLst>
                <a:gd name="T0" fmla="*/ 0 w 196"/>
                <a:gd name="T1" fmla="*/ 84 h 84"/>
                <a:gd name="T2" fmla="*/ 100 w 196"/>
                <a:gd name="T3" fmla="*/ 84 h 84"/>
                <a:gd name="T4" fmla="*/ 100 w 196"/>
                <a:gd name="T5" fmla="*/ 0 h 84"/>
                <a:gd name="T6" fmla="*/ 196 w 196"/>
                <a:gd name="T7" fmla="*/ 0 h 8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96" h="84">
                  <a:moveTo>
                    <a:pt x="0" y="84"/>
                  </a:moveTo>
                  <a:lnTo>
                    <a:pt x="100" y="84"/>
                  </a:lnTo>
                  <a:lnTo>
                    <a:pt x="100" y="0"/>
                  </a:lnTo>
                  <a:lnTo>
                    <a:pt x="196" y="0"/>
                  </a:lnTo>
                </a:path>
              </a:pathLst>
            </a:custGeom>
            <a:noFill/>
            <a:ln w="20638"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GB"/>
            </a:p>
          </p:txBody>
        </p:sp>
        <p:sp>
          <p:nvSpPr>
            <p:cNvPr id="6218" name="Freeform 103"/>
            <p:cNvSpPr>
              <a:spLocks/>
            </p:cNvSpPr>
            <p:nvPr/>
          </p:nvSpPr>
          <p:spPr bwMode="auto">
            <a:xfrm>
              <a:off x="3075" y="2568"/>
              <a:ext cx="1110" cy="885"/>
            </a:xfrm>
            <a:custGeom>
              <a:avLst/>
              <a:gdLst>
                <a:gd name="T0" fmla="*/ 967 w 1110"/>
                <a:gd name="T1" fmla="*/ 0 h 885"/>
                <a:gd name="T2" fmla="*/ 1110 w 1110"/>
                <a:gd name="T3" fmla="*/ 0 h 885"/>
                <a:gd name="T4" fmla="*/ 1110 w 1110"/>
                <a:gd name="T5" fmla="*/ 885 h 885"/>
                <a:gd name="T6" fmla="*/ 0 w 1110"/>
                <a:gd name="T7" fmla="*/ 885 h 885"/>
                <a:gd name="T8" fmla="*/ 0 w 1110"/>
                <a:gd name="T9" fmla="*/ 822 h 88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110" h="885">
                  <a:moveTo>
                    <a:pt x="967" y="0"/>
                  </a:moveTo>
                  <a:lnTo>
                    <a:pt x="1110" y="0"/>
                  </a:lnTo>
                  <a:lnTo>
                    <a:pt x="1110" y="885"/>
                  </a:lnTo>
                  <a:lnTo>
                    <a:pt x="0" y="885"/>
                  </a:lnTo>
                  <a:lnTo>
                    <a:pt x="0" y="822"/>
                  </a:lnTo>
                </a:path>
              </a:pathLst>
            </a:custGeom>
            <a:noFill/>
            <a:ln w="20638"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GB"/>
            </a:p>
          </p:txBody>
        </p:sp>
        <p:sp>
          <p:nvSpPr>
            <p:cNvPr id="6219" name="Freeform 104"/>
            <p:cNvSpPr>
              <a:spLocks/>
            </p:cNvSpPr>
            <p:nvPr/>
          </p:nvSpPr>
          <p:spPr bwMode="auto">
            <a:xfrm>
              <a:off x="3790" y="2449"/>
              <a:ext cx="252" cy="238"/>
            </a:xfrm>
            <a:custGeom>
              <a:avLst/>
              <a:gdLst>
                <a:gd name="T0" fmla="*/ 6880462 w 81"/>
                <a:gd name="T1" fmla="*/ 2172199 h 80"/>
                <a:gd name="T2" fmla="*/ 0 w 81"/>
                <a:gd name="T3" fmla="*/ 4343443 h 80"/>
                <a:gd name="T4" fmla="*/ 1088870 w 81"/>
                <a:gd name="T5" fmla="*/ 2227650 h 80"/>
                <a:gd name="T6" fmla="*/ 1088870 w 81"/>
                <a:gd name="T7" fmla="*/ 2172199 h 80"/>
                <a:gd name="T8" fmla="*/ 0 w 81"/>
                <a:gd name="T9" fmla="*/ 0 h 80"/>
                <a:gd name="T10" fmla="*/ 6880462 w 81"/>
                <a:gd name="T11" fmla="*/ 2172199 h 8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81" h="80">
                  <a:moveTo>
                    <a:pt x="81" y="40"/>
                  </a:moveTo>
                  <a:cubicBezTo>
                    <a:pt x="81" y="40"/>
                    <a:pt x="62" y="80"/>
                    <a:pt x="0" y="80"/>
                  </a:cubicBezTo>
                  <a:cubicBezTo>
                    <a:pt x="0" y="80"/>
                    <a:pt x="13" y="76"/>
                    <a:pt x="13" y="41"/>
                  </a:cubicBezTo>
                  <a:cubicBezTo>
                    <a:pt x="13" y="40"/>
                    <a:pt x="13" y="40"/>
                    <a:pt x="13" y="40"/>
                  </a:cubicBezTo>
                  <a:cubicBezTo>
                    <a:pt x="13" y="4"/>
                    <a:pt x="0" y="0"/>
                    <a:pt x="0" y="0"/>
                  </a:cubicBezTo>
                  <a:cubicBezTo>
                    <a:pt x="62" y="0"/>
                    <a:pt x="81" y="40"/>
                    <a:pt x="81" y="40"/>
                  </a:cubicBezTo>
                  <a:close/>
                </a:path>
              </a:pathLst>
            </a:custGeom>
            <a:noFill/>
            <a:ln w="15875" cap="flat">
              <a:solidFill>
                <a:srgbClr val="0078C1"/>
              </a:solidFill>
              <a:prstDash val="solid"/>
              <a:miter lim="800000"/>
              <a:headEnd/>
              <a:tailEnd/>
            </a:ln>
            <a:extLst>
              <a:ext uri="{909E8E84-426E-40DD-AFC4-6F175D3DCCD1}">
                <a14:hiddenFill xmlns:a14="http://schemas.microsoft.com/office/drawing/2010/main">
                  <a:solidFill>
                    <a:srgbClr val="008000"/>
                  </a:solidFill>
                </a14:hiddenFill>
              </a:ext>
            </a:extLst>
          </p:spPr>
          <p:txBody>
            <a:bodyPr/>
            <a:lstStyle/>
            <a:p>
              <a:endParaRPr lang="en-GB"/>
            </a:p>
          </p:txBody>
        </p:sp>
        <p:sp>
          <p:nvSpPr>
            <p:cNvPr id="6220" name="Freeform 105"/>
            <p:cNvSpPr>
              <a:spLocks/>
            </p:cNvSpPr>
            <p:nvPr/>
          </p:nvSpPr>
          <p:spPr bwMode="auto">
            <a:xfrm>
              <a:off x="3342" y="2315"/>
              <a:ext cx="286" cy="241"/>
            </a:xfrm>
            <a:custGeom>
              <a:avLst/>
              <a:gdLst>
                <a:gd name="T0" fmla="*/ 0 w 92"/>
                <a:gd name="T1" fmla="*/ 4402374 h 81"/>
                <a:gd name="T2" fmla="*/ 4309616 w 92"/>
                <a:gd name="T3" fmla="*/ 4402374 h 81"/>
                <a:gd name="T4" fmla="*/ 7754666 w 92"/>
                <a:gd name="T5" fmla="*/ 2173555 h 81"/>
                <a:gd name="T6" fmla="*/ 4309616 w 92"/>
                <a:gd name="T7" fmla="*/ 0 h 81"/>
                <a:gd name="T8" fmla="*/ 0 w 92"/>
                <a:gd name="T9" fmla="*/ 0 h 81"/>
                <a:gd name="T10" fmla="*/ 0 w 92"/>
                <a:gd name="T11" fmla="*/ 4402374 h 81"/>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92" h="81">
                  <a:moveTo>
                    <a:pt x="0" y="81"/>
                  </a:moveTo>
                  <a:cubicBezTo>
                    <a:pt x="51" y="81"/>
                    <a:pt x="51" y="81"/>
                    <a:pt x="51" y="81"/>
                  </a:cubicBezTo>
                  <a:cubicBezTo>
                    <a:pt x="74" y="81"/>
                    <a:pt x="92" y="63"/>
                    <a:pt x="92" y="40"/>
                  </a:cubicBezTo>
                  <a:cubicBezTo>
                    <a:pt x="92" y="18"/>
                    <a:pt x="74" y="0"/>
                    <a:pt x="51" y="0"/>
                  </a:cubicBezTo>
                  <a:cubicBezTo>
                    <a:pt x="0" y="0"/>
                    <a:pt x="0" y="0"/>
                    <a:pt x="0" y="0"/>
                  </a:cubicBezTo>
                  <a:lnTo>
                    <a:pt x="0" y="81"/>
                  </a:lnTo>
                  <a:close/>
                </a:path>
              </a:pathLst>
            </a:custGeom>
            <a:noFill/>
            <a:ln w="15875" cap="flat">
              <a:solidFill>
                <a:srgbClr val="0078C1"/>
              </a:solidFill>
              <a:prstDash val="solid"/>
              <a:miter lim="800000"/>
              <a:headEnd/>
              <a:tailEnd/>
            </a:ln>
            <a:extLst>
              <a:ext uri="{909E8E84-426E-40DD-AFC4-6F175D3DCCD1}">
                <a14:hiddenFill xmlns:a14="http://schemas.microsoft.com/office/drawing/2010/main">
                  <a:solidFill>
                    <a:srgbClr val="008000"/>
                  </a:solidFill>
                </a14:hiddenFill>
              </a:ext>
            </a:extLst>
          </p:spPr>
          <p:txBody>
            <a:bodyPr/>
            <a:lstStyle/>
            <a:p>
              <a:endParaRPr lang="en-GB"/>
            </a:p>
          </p:txBody>
        </p:sp>
        <p:sp>
          <p:nvSpPr>
            <p:cNvPr id="6221" name="Freeform 106"/>
            <p:cNvSpPr>
              <a:spLocks/>
            </p:cNvSpPr>
            <p:nvPr/>
          </p:nvSpPr>
          <p:spPr bwMode="auto">
            <a:xfrm>
              <a:off x="3342" y="2592"/>
              <a:ext cx="286" cy="241"/>
            </a:xfrm>
            <a:custGeom>
              <a:avLst/>
              <a:gdLst>
                <a:gd name="T0" fmla="*/ 0 w 92"/>
                <a:gd name="T1" fmla="*/ 4402374 h 81"/>
                <a:gd name="T2" fmla="*/ 4309616 w 92"/>
                <a:gd name="T3" fmla="*/ 4402374 h 81"/>
                <a:gd name="T4" fmla="*/ 7754666 w 92"/>
                <a:gd name="T5" fmla="*/ 2229051 h 81"/>
                <a:gd name="T6" fmla="*/ 4309616 w 92"/>
                <a:gd name="T7" fmla="*/ 0 h 81"/>
                <a:gd name="T8" fmla="*/ 0 w 92"/>
                <a:gd name="T9" fmla="*/ 0 h 81"/>
                <a:gd name="T10" fmla="*/ 0 w 92"/>
                <a:gd name="T11" fmla="*/ 4402374 h 81"/>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92" h="81">
                  <a:moveTo>
                    <a:pt x="0" y="81"/>
                  </a:moveTo>
                  <a:cubicBezTo>
                    <a:pt x="51" y="81"/>
                    <a:pt x="51" y="81"/>
                    <a:pt x="51" y="81"/>
                  </a:cubicBezTo>
                  <a:cubicBezTo>
                    <a:pt x="74" y="81"/>
                    <a:pt x="92" y="63"/>
                    <a:pt x="92" y="41"/>
                  </a:cubicBezTo>
                  <a:cubicBezTo>
                    <a:pt x="92" y="19"/>
                    <a:pt x="74" y="0"/>
                    <a:pt x="51" y="0"/>
                  </a:cubicBezTo>
                  <a:cubicBezTo>
                    <a:pt x="0" y="0"/>
                    <a:pt x="0" y="0"/>
                    <a:pt x="0" y="0"/>
                  </a:cubicBezTo>
                  <a:lnTo>
                    <a:pt x="0" y="81"/>
                  </a:lnTo>
                  <a:close/>
                </a:path>
              </a:pathLst>
            </a:custGeom>
            <a:noFill/>
            <a:ln w="15875" cap="flat">
              <a:solidFill>
                <a:srgbClr val="0078C1"/>
              </a:solidFill>
              <a:prstDash val="solid"/>
              <a:miter lim="800000"/>
              <a:headEnd/>
              <a:tailEnd/>
            </a:ln>
            <a:extLst>
              <a:ext uri="{909E8E84-426E-40DD-AFC4-6F175D3DCCD1}">
                <a14:hiddenFill xmlns:a14="http://schemas.microsoft.com/office/drawing/2010/main">
                  <a:solidFill>
                    <a:srgbClr val="008000"/>
                  </a:solidFill>
                </a14:hiddenFill>
              </a:ext>
            </a:extLst>
          </p:spPr>
          <p:txBody>
            <a:bodyPr/>
            <a:lstStyle/>
            <a:p>
              <a:endParaRPr lang="en-GB"/>
            </a:p>
          </p:txBody>
        </p:sp>
        <p:sp>
          <p:nvSpPr>
            <p:cNvPr id="6222" name="Oval 107"/>
            <p:cNvSpPr>
              <a:spLocks noChangeArrowheads="1"/>
            </p:cNvSpPr>
            <p:nvPr/>
          </p:nvSpPr>
          <p:spPr bwMode="auto">
            <a:xfrm>
              <a:off x="3289" y="2353"/>
              <a:ext cx="47" cy="45"/>
            </a:xfrm>
            <a:prstGeom prst="ellipse">
              <a:avLst/>
            </a:prstGeom>
            <a:solidFill>
              <a:srgbClr val="FFFFFF"/>
            </a:solidFill>
            <a:ln w="11113">
              <a:solidFill>
                <a:srgbClr val="0078C1"/>
              </a:solidFill>
              <a:miter lim="800000"/>
              <a:headEnd/>
              <a:tailEnd/>
            </a:ln>
          </p:spPr>
          <p:txBody>
            <a:bodyPr/>
            <a:lstStyle/>
            <a:p>
              <a:pPr eaLnBrk="1">
                <a:lnSpc>
                  <a:spcPct val="93000"/>
                </a:lnSpc>
                <a:buClr>
                  <a:srgbClr val="000000"/>
                </a:buClr>
                <a:buSzPct val="100000"/>
                <a:buFont typeface="Times New Roman" panose="02020603050405020304" pitchFamily="18" charset="0"/>
                <a:buNone/>
              </a:pPr>
              <a:endParaRPr lang="en-US" altLang="en-US"/>
            </a:p>
          </p:txBody>
        </p:sp>
        <p:sp>
          <p:nvSpPr>
            <p:cNvPr id="6223" name="Oval 108"/>
            <p:cNvSpPr>
              <a:spLocks noChangeArrowheads="1"/>
            </p:cNvSpPr>
            <p:nvPr/>
          </p:nvSpPr>
          <p:spPr bwMode="auto">
            <a:xfrm>
              <a:off x="3289" y="2413"/>
              <a:ext cx="47" cy="45"/>
            </a:xfrm>
            <a:prstGeom prst="ellipse">
              <a:avLst/>
            </a:prstGeom>
            <a:solidFill>
              <a:srgbClr val="FFFFFF"/>
            </a:solidFill>
            <a:ln w="11113">
              <a:solidFill>
                <a:srgbClr val="0078C1"/>
              </a:solidFill>
              <a:miter lim="800000"/>
              <a:headEnd/>
              <a:tailEnd/>
            </a:ln>
          </p:spPr>
          <p:txBody>
            <a:bodyPr/>
            <a:lstStyle/>
            <a:p>
              <a:pPr eaLnBrk="1">
                <a:lnSpc>
                  <a:spcPct val="93000"/>
                </a:lnSpc>
                <a:buClr>
                  <a:srgbClr val="000000"/>
                </a:buClr>
                <a:buSzPct val="100000"/>
                <a:buFont typeface="Times New Roman" panose="02020603050405020304" pitchFamily="18" charset="0"/>
                <a:buNone/>
              </a:pPr>
              <a:endParaRPr lang="en-US" altLang="en-US"/>
            </a:p>
          </p:txBody>
        </p:sp>
        <p:sp>
          <p:nvSpPr>
            <p:cNvPr id="6224" name="Oval 109"/>
            <p:cNvSpPr>
              <a:spLocks noChangeArrowheads="1"/>
            </p:cNvSpPr>
            <p:nvPr/>
          </p:nvSpPr>
          <p:spPr bwMode="auto">
            <a:xfrm>
              <a:off x="3289" y="2753"/>
              <a:ext cx="47" cy="44"/>
            </a:xfrm>
            <a:prstGeom prst="ellipse">
              <a:avLst/>
            </a:prstGeom>
            <a:solidFill>
              <a:srgbClr val="FFFFFF"/>
            </a:solidFill>
            <a:ln w="11113">
              <a:solidFill>
                <a:srgbClr val="0078C1"/>
              </a:solidFill>
              <a:miter lim="800000"/>
              <a:headEnd/>
              <a:tailEnd/>
            </a:ln>
          </p:spPr>
          <p:txBody>
            <a:bodyPr/>
            <a:lstStyle/>
            <a:p>
              <a:pPr eaLnBrk="1">
                <a:lnSpc>
                  <a:spcPct val="93000"/>
                </a:lnSpc>
                <a:buClr>
                  <a:srgbClr val="000000"/>
                </a:buClr>
                <a:buSzPct val="100000"/>
                <a:buFont typeface="Times New Roman" panose="02020603050405020304" pitchFamily="18" charset="0"/>
                <a:buNone/>
              </a:pPr>
              <a:endParaRPr lang="en-US" altLang="en-US"/>
            </a:p>
          </p:txBody>
        </p:sp>
        <p:sp>
          <p:nvSpPr>
            <p:cNvPr id="6225" name="Rectangle 110"/>
            <p:cNvSpPr>
              <a:spLocks noChangeArrowheads="1"/>
            </p:cNvSpPr>
            <p:nvPr/>
          </p:nvSpPr>
          <p:spPr bwMode="auto">
            <a:xfrm>
              <a:off x="4116" y="2449"/>
              <a:ext cx="94" cy="1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1">
                <a:lnSpc>
                  <a:spcPct val="93000"/>
                </a:lnSpc>
                <a:buClr>
                  <a:srgbClr val="000000"/>
                </a:buClr>
                <a:buSzPct val="100000"/>
                <a:buFont typeface="Times New Roman" panose="02020603050405020304" pitchFamily="18" charset="0"/>
                <a:buNone/>
              </a:pPr>
              <a:r>
                <a:rPr lang="en-US" altLang="en-US" sz="900">
                  <a:latin typeface="Myriad Roman" charset="0"/>
                </a:rPr>
                <a:t>n0</a:t>
              </a:r>
              <a:endParaRPr lang="en-US" altLang="en-US"/>
            </a:p>
          </p:txBody>
        </p:sp>
        <p:sp>
          <p:nvSpPr>
            <p:cNvPr id="6226" name="Freeform 111"/>
            <p:cNvSpPr>
              <a:spLocks/>
            </p:cNvSpPr>
            <p:nvPr/>
          </p:nvSpPr>
          <p:spPr bwMode="auto">
            <a:xfrm>
              <a:off x="2366" y="1591"/>
              <a:ext cx="973" cy="905"/>
            </a:xfrm>
            <a:custGeom>
              <a:avLst/>
              <a:gdLst>
                <a:gd name="T0" fmla="*/ 973 w 973"/>
                <a:gd name="T1" fmla="*/ 905 h 905"/>
                <a:gd name="T2" fmla="*/ 298 w 973"/>
                <a:gd name="T3" fmla="*/ 905 h 905"/>
                <a:gd name="T4" fmla="*/ 298 w 973"/>
                <a:gd name="T5" fmla="*/ 0 h 905"/>
                <a:gd name="T6" fmla="*/ 0 w 973"/>
                <a:gd name="T7" fmla="*/ 0 h 90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973" h="905">
                  <a:moveTo>
                    <a:pt x="973" y="905"/>
                  </a:moveTo>
                  <a:lnTo>
                    <a:pt x="298" y="905"/>
                  </a:lnTo>
                  <a:lnTo>
                    <a:pt x="298" y="0"/>
                  </a:lnTo>
                  <a:lnTo>
                    <a:pt x="0" y="0"/>
                  </a:lnTo>
                </a:path>
              </a:pathLst>
            </a:custGeom>
            <a:noFill/>
            <a:ln w="20638"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GB"/>
            </a:p>
          </p:txBody>
        </p:sp>
        <p:sp>
          <p:nvSpPr>
            <p:cNvPr id="6227" name="Line 112"/>
            <p:cNvSpPr>
              <a:spLocks noChangeShapeType="1"/>
            </p:cNvSpPr>
            <p:nvPr/>
          </p:nvSpPr>
          <p:spPr bwMode="auto">
            <a:xfrm>
              <a:off x="3075" y="3083"/>
              <a:ext cx="1" cy="1"/>
            </a:xfrm>
            <a:prstGeom prst="line">
              <a:avLst/>
            </a:prstGeom>
            <a:noFill/>
            <a:ln w="20638">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GB"/>
            </a:p>
          </p:txBody>
        </p:sp>
        <p:sp>
          <p:nvSpPr>
            <p:cNvPr id="6228" name="Rectangle 113"/>
            <p:cNvSpPr>
              <a:spLocks noChangeArrowheads="1"/>
            </p:cNvSpPr>
            <p:nvPr/>
          </p:nvSpPr>
          <p:spPr bwMode="auto">
            <a:xfrm>
              <a:off x="3129" y="2909"/>
              <a:ext cx="84" cy="1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1">
                <a:lnSpc>
                  <a:spcPct val="93000"/>
                </a:lnSpc>
                <a:buClr>
                  <a:srgbClr val="000000"/>
                </a:buClr>
                <a:buSzPct val="100000"/>
                <a:buFont typeface="Times New Roman" panose="02020603050405020304" pitchFamily="18" charset="0"/>
                <a:buNone/>
              </a:pPr>
              <a:r>
                <a:rPr lang="en-US" altLang="en-US" sz="900">
                  <a:solidFill>
                    <a:srgbClr val="000000"/>
                  </a:solidFill>
                  <a:latin typeface="Myriad Roman" charset="0"/>
                </a:rPr>
                <a:t>s0</a:t>
              </a:r>
              <a:endParaRPr lang="en-US" altLang="en-US"/>
            </a:p>
          </p:txBody>
        </p:sp>
        <p:sp>
          <p:nvSpPr>
            <p:cNvPr id="6229" name="Rectangle 114"/>
            <p:cNvSpPr>
              <a:spLocks noChangeArrowheads="1"/>
            </p:cNvSpPr>
            <p:nvPr/>
          </p:nvSpPr>
          <p:spPr bwMode="auto">
            <a:xfrm>
              <a:off x="2696" y="2909"/>
              <a:ext cx="84" cy="1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1">
                <a:lnSpc>
                  <a:spcPct val="93000"/>
                </a:lnSpc>
                <a:buClr>
                  <a:srgbClr val="000000"/>
                </a:buClr>
                <a:buSzPct val="100000"/>
                <a:buFont typeface="Times New Roman" panose="02020603050405020304" pitchFamily="18" charset="0"/>
                <a:buNone/>
              </a:pPr>
              <a:r>
                <a:rPr lang="en-US" altLang="en-US" sz="900">
                  <a:solidFill>
                    <a:srgbClr val="000000"/>
                  </a:solidFill>
                  <a:latin typeface="Myriad Roman" charset="0"/>
                </a:rPr>
                <a:t>s1</a:t>
              </a:r>
              <a:endParaRPr lang="en-US" altLang="en-US"/>
            </a:p>
          </p:txBody>
        </p:sp>
        <p:sp>
          <p:nvSpPr>
            <p:cNvPr id="6230" name="Rectangle 115"/>
            <p:cNvSpPr>
              <a:spLocks noChangeArrowheads="1"/>
            </p:cNvSpPr>
            <p:nvPr/>
          </p:nvSpPr>
          <p:spPr bwMode="auto">
            <a:xfrm>
              <a:off x="2379" y="3123"/>
              <a:ext cx="115" cy="1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1">
                <a:lnSpc>
                  <a:spcPct val="93000"/>
                </a:lnSpc>
                <a:buClr>
                  <a:srgbClr val="000000"/>
                </a:buClr>
                <a:buSzPct val="100000"/>
                <a:buFont typeface="Times New Roman" panose="02020603050405020304" pitchFamily="18" charset="0"/>
                <a:buNone/>
              </a:pPr>
              <a:r>
                <a:rPr lang="en-US" altLang="en-US" sz="900">
                  <a:solidFill>
                    <a:srgbClr val="000000"/>
                  </a:solidFill>
                  <a:latin typeface="Myriad Roman" charset="0"/>
                </a:rPr>
                <a:t>clk</a:t>
              </a:r>
              <a:endParaRPr lang="en-US" altLang="en-US"/>
            </a:p>
          </p:txBody>
        </p:sp>
        <p:sp>
          <p:nvSpPr>
            <p:cNvPr id="6231" name="Freeform 116"/>
            <p:cNvSpPr>
              <a:spLocks/>
            </p:cNvSpPr>
            <p:nvPr/>
          </p:nvSpPr>
          <p:spPr bwMode="auto">
            <a:xfrm>
              <a:off x="2419" y="1567"/>
              <a:ext cx="99" cy="47"/>
            </a:xfrm>
            <a:custGeom>
              <a:avLst/>
              <a:gdLst>
                <a:gd name="T0" fmla="*/ 99 w 99"/>
                <a:gd name="T1" fmla="*/ 24 h 47"/>
                <a:gd name="T2" fmla="*/ 0 w 99"/>
                <a:gd name="T3" fmla="*/ 0 h 47"/>
                <a:gd name="T4" fmla="*/ 0 w 99"/>
                <a:gd name="T5" fmla="*/ 47 h 47"/>
                <a:gd name="T6" fmla="*/ 99 w 99"/>
                <a:gd name="T7" fmla="*/ 24 h 4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99" h="47">
                  <a:moveTo>
                    <a:pt x="99" y="24"/>
                  </a:moveTo>
                  <a:lnTo>
                    <a:pt x="0" y="0"/>
                  </a:lnTo>
                  <a:lnTo>
                    <a:pt x="0" y="47"/>
                  </a:lnTo>
                  <a:lnTo>
                    <a:pt x="99" y="2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6232" name="Freeform 117"/>
            <p:cNvSpPr>
              <a:spLocks/>
            </p:cNvSpPr>
            <p:nvPr/>
          </p:nvSpPr>
          <p:spPr bwMode="auto">
            <a:xfrm>
              <a:off x="2807" y="2896"/>
              <a:ext cx="50" cy="95"/>
            </a:xfrm>
            <a:custGeom>
              <a:avLst/>
              <a:gdLst>
                <a:gd name="T0" fmla="*/ 25 w 50"/>
                <a:gd name="T1" fmla="*/ 0 h 95"/>
                <a:gd name="T2" fmla="*/ 0 w 50"/>
                <a:gd name="T3" fmla="*/ 95 h 95"/>
                <a:gd name="T4" fmla="*/ 50 w 50"/>
                <a:gd name="T5" fmla="*/ 95 h 95"/>
                <a:gd name="T6" fmla="*/ 25 w 50"/>
                <a:gd name="T7" fmla="*/ 0 h 9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50" h="95">
                  <a:moveTo>
                    <a:pt x="25" y="0"/>
                  </a:moveTo>
                  <a:lnTo>
                    <a:pt x="0" y="95"/>
                  </a:lnTo>
                  <a:lnTo>
                    <a:pt x="50" y="95"/>
                  </a:lnTo>
                  <a:lnTo>
                    <a:pt x="2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6233" name="Freeform 118"/>
            <p:cNvSpPr>
              <a:spLocks/>
            </p:cNvSpPr>
            <p:nvPr/>
          </p:nvSpPr>
          <p:spPr bwMode="auto">
            <a:xfrm>
              <a:off x="3050" y="2896"/>
              <a:ext cx="50" cy="95"/>
            </a:xfrm>
            <a:custGeom>
              <a:avLst/>
              <a:gdLst>
                <a:gd name="T0" fmla="*/ 25 w 50"/>
                <a:gd name="T1" fmla="*/ 0 h 95"/>
                <a:gd name="T2" fmla="*/ 0 w 50"/>
                <a:gd name="T3" fmla="*/ 95 h 95"/>
                <a:gd name="T4" fmla="*/ 50 w 50"/>
                <a:gd name="T5" fmla="*/ 95 h 95"/>
                <a:gd name="T6" fmla="*/ 25 w 50"/>
                <a:gd name="T7" fmla="*/ 0 h 9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50" h="95">
                  <a:moveTo>
                    <a:pt x="25" y="0"/>
                  </a:moveTo>
                  <a:lnTo>
                    <a:pt x="0" y="95"/>
                  </a:lnTo>
                  <a:lnTo>
                    <a:pt x="50" y="95"/>
                  </a:lnTo>
                  <a:lnTo>
                    <a:pt x="2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6234" name="Freeform 119"/>
            <p:cNvSpPr>
              <a:spLocks/>
            </p:cNvSpPr>
            <p:nvPr/>
          </p:nvSpPr>
          <p:spPr bwMode="auto">
            <a:xfrm>
              <a:off x="2804" y="3328"/>
              <a:ext cx="50" cy="95"/>
            </a:xfrm>
            <a:custGeom>
              <a:avLst/>
              <a:gdLst>
                <a:gd name="T0" fmla="*/ 25 w 50"/>
                <a:gd name="T1" fmla="*/ 0 h 95"/>
                <a:gd name="T2" fmla="*/ 0 w 50"/>
                <a:gd name="T3" fmla="*/ 95 h 95"/>
                <a:gd name="T4" fmla="*/ 50 w 50"/>
                <a:gd name="T5" fmla="*/ 95 h 95"/>
                <a:gd name="T6" fmla="*/ 25 w 50"/>
                <a:gd name="T7" fmla="*/ 0 h 9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50" h="95">
                  <a:moveTo>
                    <a:pt x="25" y="0"/>
                  </a:moveTo>
                  <a:lnTo>
                    <a:pt x="0" y="95"/>
                  </a:lnTo>
                  <a:lnTo>
                    <a:pt x="50" y="95"/>
                  </a:lnTo>
                  <a:lnTo>
                    <a:pt x="2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6235" name="Rectangle 120"/>
            <p:cNvSpPr>
              <a:spLocks noChangeArrowheads="1"/>
            </p:cNvSpPr>
            <p:nvPr/>
          </p:nvSpPr>
          <p:spPr bwMode="auto">
            <a:xfrm>
              <a:off x="2524" y="1355"/>
              <a:ext cx="1568" cy="1538"/>
            </a:xfrm>
            <a:prstGeom prst="rect">
              <a:avLst/>
            </a:prstGeom>
            <a:noFill/>
            <a:ln w="15875">
              <a:solidFill>
                <a:srgbClr val="0078C1"/>
              </a:solidFill>
              <a:miter lim="800000"/>
              <a:headEnd/>
              <a:tailEnd/>
            </a:ln>
            <a:extLst>
              <a:ext uri="{909E8E84-426E-40DD-AFC4-6F175D3DCCD1}">
                <a14:hiddenFill xmlns:a14="http://schemas.microsoft.com/office/drawing/2010/main">
                  <a:solidFill>
                    <a:srgbClr val="FFFFFF"/>
                  </a:solidFill>
                </a14:hiddenFill>
              </a:ext>
            </a:extLst>
          </p:spPr>
          <p:txBody>
            <a:bodyPr/>
            <a:lstStyle/>
            <a:p>
              <a:pPr eaLnBrk="1">
                <a:lnSpc>
                  <a:spcPct val="93000"/>
                </a:lnSpc>
                <a:buClr>
                  <a:srgbClr val="000000"/>
                </a:buClr>
                <a:buSzPct val="100000"/>
                <a:buFont typeface="Times New Roman" panose="02020603050405020304" pitchFamily="18" charset="0"/>
                <a:buNone/>
              </a:pPr>
              <a:endParaRPr lang="en-US" altLang="en-US"/>
            </a:p>
          </p:txBody>
        </p:sp>
        <p:sp>
          <p:nvSpPr>
            <p:cNvPr id="6236" name="Rectangle 121"/>
            <p:cNvSpPr>
              <a:spLocks noChangeArrowheads="1"/>
            </p:cNvSpPr>
            <p:nvPr/>
          </p:nvSpPr>
          <p:spPr bwMode="auto">
            <a:xfrm>
              <a:off x="2876" y="1398"/>
              <a:ext cx="706" cy="1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1">
                <a:lnSpc>
                  <a:spcPct val="93000"/>
                </a:lnSpc>
                <a:buClr>
                  <a:srgbClr val="000000"/>
                </a:buClr>
                <a:buSzPct val="100000"/>
                <a:buFont typeface="Times New Roman" panose="02020603050405020304" pitchFamily="18" charset="0"/>
                <a:buNone/>
              </a:pPr>
              <a:r>
                <a:rPr lang="en-US" altLang="en-US" sz="900" dirty="0">
                  <a:solidFill>
                    <a:srgbClr val="000000"/>
                  </a:solidFill>
                  <a:latin typeface="Myriad Roman" charset="0"/>
                </a:rPr>
                <a:t>Combinational Logic</a:t>
              </a:r>
              <a:endParaRPr lang="en-US" altLang="en-US" dirty="0"/>
            </a:p>
          </p:txBody>
        </p:sp>
        <p:sp>
          <p:nvSpPr>
            <p:cNvPr id="6237" name="Rectangle 122"/>
            <p:cNvSpPr>
              <a:spLocks noChangeArrowheads="1"/>
            </p:cNvSpPr>
            <p:nvPr/>
          </p:nvSpPr>
          <p:spPr bwMode="auto">
            <a:xfrm>
              <a:off x="2677" y="3116"/>
              <a:ext cx="466" cy="1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1">
                <a:lnSpc>
                  <a:spcPct val="93000"/>
                </a:lnSpc>
                <a:buClr>
                  <a:srgbClr val="000000"/>
                </a:buClr>
                <a:buSzPct val="100000"/>
                <a:buFont typeface="Times New Roman" panose="02020603050405020304" pitchFamily="18" charset="0"/>
                <a:buNone/>
              </a:pPr>
              <a:r>
                <a:rPr lang="en-US" altLang="en-US" sz="900" dirty="0">
                  <a:solidFill>
                    <a:srgbClr val="000000"/>
                  </a:solidFill>
                  <a:latin typeface="Myriad Roman" charset="0"/>
                </a:rPr>
                <a:t>State register</a:t>
              </a:r>
              <a:endParaRPr lang="en-US" altLang="en-US" dirty="0"/>
            </a:p>
          </p:txBody>
        </p:sp>
        <p:sp>
          <p:nvSpPr>
            <p:cNvPr id="6238" name="Line 123"/>
            <p:cNvSpPr>
              <a:spLocks noChangeShapeType="1"/>
            </p:cNvSpPr>
            <p:nvPr/>
          </p:nvSpPr>
          <p:spPr bwMode="auto">
            <a:xfrm>
              <a:off x="2381" y="3256"/>
              <a:ext cx="128" cy="1"/>
            </a:xfrm>
            <a:prstGeom prst="line">
              <a:avLst/>
            </a:prstGeom>
            <a:noFill/>
            <a:ln w="20638">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GB"/>
            </a:p>
          </p:txBody>
        </p:sp>
        <p:sp>
          <p:nvSpPr>
            <p:cNvPr id="6239" name="Freeform 124"/>
            <p:cNvSpPr>
              <a:spLocks/>
            </p:cNvSpPr>
            <p:nvPr/>
          </p:nvSpPr>
          <p:spPr bwMode="auto">
            <a:xfrm>
              <a:off x="2490" y="3232"/>
              <a:ext cx="100" cy="48"/>
            </a:xfrm>
            <a:custGeom>
              <a:avLst/>
              <a:gdLst>
                <a:gd name="T0" fmla="*/ 100 w 100"/>
                <a:gd name="T1" fmla="*/ 24 h 48"/>
                <a:gd name="T2" fmla="*/ 0 w 100"/>
                <a:gd name="T3" fmla="*/ 0 h 48"/>
                <a:gd name="T4" fmla="*/ 0 w 100"/>
                <a:gd name="T5" fmla="*/ 48 h 48"/>
                <a:gd name="T6" fmla="*/ 100 w 100"/>
                <a:gd name="T7" fmla="*/ 24 h 48"/>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00" h="48">
                  <a:moveTo>
                    <a:pt x="100" y="24"/>
                  </a:moveTo>
                  <a:lnTo>
                    <a:pt x="0" y="0"/>
                  </a:lnTo>
                  <a:lnTo>
                    <a:pt x="0" y="48"/>
                  </a:lnTo>
                  <a:lnTo>
                    <a:pt x="100" y="2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6240" name="Freeform 125"/>
            <p:cNvSpPr>
              <a:spLocks/>
            </p:cNvSpPr>
            <p:nvPr/>
          </p:nvSpPr>
          <p:spPr bwMode="auto">
            <a:xfrm>
              <a:off x="2593" y="3208"/>
              <a:ext cx="102" cy="99"/>
            </a:xfrm>
            <a:custGeom>
              <a:avLst/>
              <a:gdLst>
                <a:gd name="T0" fmla="*/ 0 w 102"/>
                <a:gd name="T1" fmla="*/ 99 h 99"/>
                <a:gd name="T2" fmla="*/ 102 w 102"/>
                <a:gd name="T3" fmla="*/ 48 h 99"/>
                <a:gd name="T4" fmla="*/ 0 w 102"/>
                <a:gd name="T5" fmla="*/ 0 h 99"/>
                <a:gd name="T6" fmla="*/ 0 60000 65536"/>
                <a:gd name="T7" fmla="*/ 0 60000 65536"/>
                <a:gd name="T8" fmla="*/ 0 60000 65536"/>
              </a:gdLst>
              <a:ahLst/>
              <a:cxnLst>
                <a:cxn ang="T6">
                  <a:pos x="T0" y="T1"/>
                </a:cxn>
                <a:cxn ang="T7">
                  <a:pos x="T2" y="T3"/>
                </a:cxn>
                <a:cxn ang="T8">
                  <a:pos x="T4" y="T5"/>
                </a:cxn>
              </a:cxnLst>
              <a:rect l="0" t="0" r="r" b="b"/>
              <a:pathLst>
                <a:path w="102" h="99">
                  <a:moveTo>
                    <a:pt x="0" y="99"/>
                  </a:moveTo>
                  <a:lnTo>
                    <a:pt x="102" y="48"/>
                  </a:lnTo>
                  <a:lnTo>
                    <a:pt x="0" y="0"/>
                  </a:lnTo>
                </a:path>
              </a:pathLst>
            </a:custGeom>
            <a:noFill/>
            <a:ln w="11113" cap="flat">
              <a:solidFill>
                <a:srgbClr val="0078C1"/>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GB"/>
            </a:p>
          </p:txBody>
        </p:sp>
        <p:sp>
          <p:nvSpPr>
            <p:cNvPr id="6241" name="Rectangle 126"/>
            <p:cNvSpPr>
              <a:spLocks noChangeArrowheads="1"/>
            </p:cNvSpPr>
            <p:nvPr/>
          </p:nvSpPr>
          <p:spPr bwMode="auto">
            <a:xfrm>
              <a:off x="2593" y="3042"/>
              <a:ext cx="724" cy="280"/>
            </a:xfrm>
            <a:prstGeom prst="rect">
              <a:avLst/>
            </a:prstGeom>
            <a:noFill/>
            <a:ln w="15875">
              <a:solidFill>
                <a:srgbClr val="0078C1"/>
              </a:solidFill>
              <a:miter lim="800000"/>
              <a:headEnd/>
              <a:tailEnd/>
            </a:ln>
            <a:extLst>
              <a:ext uri="{909E8E84-426E-40DD-AFC4-6F175D3DCCD1}">
                <a14:hiddenFill xmlns:a14="http://schemas.microsoft.com/office/drawing/2010/main">
                  <a:solidFill>
                    <a:srgbClr val="FFFFFF"/>
                  </a:solidFill>
                </a14:hiddenFill>
              </a:ext>
            </a:extLst>
          </p:spPr>
          <p:txBody>
            <a:bodyPr/>
            <a:lstStyle/>
            <a:p>
              <a:pPr eaLnBrk="1">
                <a:lnSpc>
                  <a:spcPct val="93000"/>
                </a:lnSpc>
                <a:buClr>
                  <a:srgbClr val="000000"/>
                </a:buClr>
                <a:buSzPct val="100000"/>
                <a:buFont typeface="Times New Roman" panose="02020603050405020304" pitchFamily="18" charset="0"/>
                <a:buNone/>
              </a:pPr>
              <a:endParaRPr lang="en-US" altLang="en-US"/>
            </a:p>
          </p:txBody>
        </p:sp>
        <p:sp>
          <p:nvSpPr>
            <p:cNvPr id="6242" name="Rectangle 127"/>
            <p:cNvSpPr>
              <a:spLocks noChangeArrowheads="1"/>
            </p:cNvSpPr>
            <p:nvPr/>
          </p:nvSpPr>
          <p:spPr bwMode="auto">
            <a:xfrm>
              <a:off x="2362" y="1463"/>
              <a:ext cx="47" cy="1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1">
                <a:lnSpc>
                  <a:spcPct val="93000"/>
                </a:lnSpc>
                <a:buClr>
                  <a:srgbClr val="000000"/>
                </a:buClr>
                <a:buSzPct val="100000"/>
                <a:buFont typeface="Times New Roman" panose="02020603050405020304" pitchFamily="18" charset="0"/>
                <a:buNone/>
              </a:pPr>
              <a:r>
                <a:rPr lang="en-US" altLang="en-US" sz="900">
                  <a:solidFill>
                    <a:srgbClr val="000000"/>
                  </a:solidFill>
                  <a:latin typeface="Myriad Roman" charset="0"/>
                </a:rPr>
                <a:t>b</a:t>
              </a:r>
              <a:endParaRPr lang="en-US" altLang="en-US"/>
            </a:p>
          </p:txBody>
        </p:sp>
        <p:sp>
          <p:nvSpPr>
            <p:cNvPr id="6243" name="Freeform 128"/>
            <p:cNvSpPr>
              <a:spLocks/>
            </p:cNvSpPr>
            <p:nvPr/>
          </p:nvSpPr>
          <p:spPr bwMode="auto">
            <a:xfrm>
              <a:off x="2829" y="1591"/>
              <a:ext cx="995" cy="1454"/>
            </a:xfrm>
            <a:custGeom>
              <a:avLst/>
              <a:gdLst>
                <a:gd name="T0" fmla="*/ 0 w 995"/>
                <a:gd name="T1" fmla="*/ 1454 h 1454"/>
                <a:gd name="T2" fmla="*/ 0 w 995"/>
                <a:gd name="T3" fmla="*/ 131 h 1454"/>
                <a:gd name="T4" fmla="*/ 0 w 995"/>
                <a:gd name="T5" fmla="*/ 0 h 1454"/>
                <a:gd name="T6" fmla="*/ 995 w 995"/>
                <a:gd name="T7" fmla="*/ 0 h 145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995" h="1454">
                  <a:moveTo>
                    <a:pt x="0" y="1454"/>
                  </a:moveTo>
                  <a:lnTo>
                    <a:pt x="0" y="131"/>
                  </a:lnTo>
                  <a:lnTo>
                    <a:pt x="0" y="0"/>
                  </a:lnTo>
                  <a:lnTo>
                    <a:pt x="995" y="0"/>
                  </a:lnTo>
                </a:path>
              </a:pathLst>
            </a:custGeom>
            <a:noFill/>
            <a:ln w="20638"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GB"/>
            </a:p>
          </p:txBody>
        </p:sp>
        <p:sp>
          <p:nvSpPr>
            <p:cNvPr id="6244" name="Freeform 129"/>
            <p:cNvSpPr>
              <a:spLocks/>
            </p:cNvSpPr>
            <p:nvPr/>
          </p:nvSpPr>
          <p:spPr bwMode="auto">
            <a:xfrm>
              <a:off x="3075" y="1692"/>
              <a:ext cx="749" cy="1353"/>
            </a:xfrm>
            <a:custGeom>
              <a:avLst/>
              <a:gdLst>
                <a:gd name="T0" fmla="*/ 0 w 749"/>
                <a:gd name="T1" fmla="*/ 1353 h 1353"/>
                <a:gd name="T2" fmla="*/ 0 w 749"/>
                <a:gd name="T3" fmla="*/ 47 h 1353"/>
                <a:gd name="T4" fmla="*/ 0 w 749"/>
                <a:gd name="T5" fmla="*/ 0 h 1353"/>
                <a:gd name="T6" fmla="*/ 749 w 749"/>
                <a:gd name="T7" fmla="*/ 0 h 135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749" h="1353">
                  <a:moveTo>
                    <a:pt x="0" y="1353"/>
                  </a:moveTo>
                  <a:lnTo>
                    <a:pt x="0" y="47"/>
                  </a:lnTo>
                  <a:lnTo>
                    <a:pt x="0" y="0"/>
                  </a:lnTo>
                  <a:lnTo>
                    <a:pt x="749" y="0"/>
                  </a:lnTo>
                </a:path>
              </a:pathLst>
            </a:custGeom>
            <a:noFill/>
            <a:ln w="20638"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GB"/>
            </a:p>
          </p:txBody>
        </p:sp>
        <p:sp>
          <p:nvSpPr>
            <p:cNvPr id="6245" name="Rectangle 130"/>
            <p:cNvSpPr>
              <a:spLocks noChangeArrowheads="1"/>
            </p:cNvSpPr>
            <p:nvPr/>
          </p:nvSpPr>
          <p:spPr bwMode="auto">
            <a:xfrm>
              <a:off x="4146" y="1502"/>
              <a:ext cx="47" cy="1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1">
                <a:lnSpc>
                  <a:spcPct val="93000"/>
                </a:lnSpc>
                <a:buClr>
                  <a:srgbClr val="000000"/>
                </a:buClr>
                <a:buSzPct val="100000"/>
                <a:buFont typeface="Times New Roman" panose="02020603050405020304" pitchFamily="18" charset="0"/>
                <a:buNone/>
              </a:pPr>
              <a:r>
                <a:rPr lang="en-US" altLang="en-US" sz="900">
                  <a:latin typeface="Myriad Roman" charset="0"/>
                </a:rPr>
                <a:t>x</a:t>
              </a:r>
              <a:endParaRPr lang="en-US" altLang="en-US"/>
            </a:p>
          </p:txBody>
        </p:sp>
        <p:sp>
          <p:nvSpPr>
            <p:cNvPr id="6246" name="Line 131"/>
            <p:cNvSpPr>
              <a:spLocks noChangeShapeType="1"/>
            </p:cNvSpPr>
            <p:nvPr/>
          </p:nvSpPr>
          <p:spPr bwMode="auto">
            <a:xfrm>
              <a:off x="4042" y="1641"/>
              <a:ext cx="193" cy="1"/>
            </a:xfrm>
            <a:prstGeom prst="line">
              <a:avLst/>
            </a:prstGeom>
            <a:noFill/>
            <a:ln w="20638">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GB"/>
            </a:p>
          </p:txBody>
        </p:sp>
        <p:sp>
          <p:nvSpPr>
            <p:cNvPr id="6247" name="Freeform 132"/>
            <p:cNvSpPr>
              <a:spLocks/>
            </p:cNvSpPr>
            <p:nvPr/>
          </p:nvSpPr>
          <p:spPr bwMode="auto">
            <a:xfrm>
              <a:off x="4166" y="1614"/>
              <a:ext cx="100" cy="48"/>
            </a:xfrm>
            <a:custGeom>
              <a:avLst/>
              <a:gdLst>
                <a:gd name="T0" fmla="*/ 100 w 100"/>
                <a:gd name="T1" fmla="*/ 24 h 48"/>
                <a:gd name="T2" fmla="*/ 0 w 100"/>
                <a:gd name="T3" fmla="*/ 0 h 48"/>
                <a:gd name="T4" fmla="*/ 0 w 100"/>
                <a:gd name="T5" fmla="*/ 48 h 48"/>
                <a:gd name="T6" fmla="*/ 100 w 100"/>
                <a:gd name="T7" fmla="*/ 24 h 48"/>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00" h="48">
                  <a:moveTo>
                    <a:pt x="100" y="24"/>
                  </a:moveTo>
                  <a:lnTo>
                    <a:pt x="0" y="0"/>
                  </a:lnTo>
                  <a:lnTo>
                    <a:pt x="0" y="48"/>
                  </a:lnTo>
                  <a:lnTo>
                    <a:pt x="100" y="2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6248" name="Freeform 133"/>
            <p:cNvSpPr>
              <a:spLocks/>
            </p:cNvSpPr>
            <p:nvPr/>
          </p:nvSpPr>
          <p:spPr bwMode="auto">
            <a:xfrm>
              <a:off x="3790" y="1522"/>
              <a:ext cx="252" cy="238"/>
            </a:xfrm>
            <a:custGeom>
              <a:avLst/>
              <a:gdLst>
                <a:gd name="T0" fmla="*/ 6880462 w 81"/>
                <a:gd name="T1" fmla="*/ 2172199 h 80"/>
                <a:gd name="T2" fmla="*/ 0 w 81"/>
                <a:gd name="T3" fmla="*/ 4343443 h 80"/>
                <a:gd name="T4" fmla="*/ 1088870 w 81"/>
                <a:gd name="T5" fmla="*/ 2172199 h 80"/>
                <a:gd name="T6" fmla="*/ 1088870 w 81"/>
                <a:gd name="T7" fmla="*/ 2116034 h 80"/>
                <a:gd name="T8" fmla="*/ 0 w 81"/>
                <a:gd name="T9" fmla="*/ 0 h 80"/>
                <a:gd name="T10" fmla="*/ 6880462 w 81"/>
                <a:gd name="T11" fmla="*/ 2172199 h 8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81" h="80">
                  <a:moveTo>
                    <a:pt x="81" y="40"/>
                  </a:moveTo>
                  <a:cubicBezTo>
                    <a:pt x="81" y="40"/>
                    <a:pt x="62" y="80"/>
                    <a:pt x="0" y="80"/>
                  </a:cubicBezTo>
                  <a:cubicBezTo>
                    <a:pt x="0" y="80"/>
                    <a:pt x="13" y="75"/>
                    <a:pt x="13" y="40"/>
                  </a:cubicBezTo>
                  <a:cubicBezTo>
                    <a:pt x="13" y="39"/>
                    <a:pt x="13" y="39"/>
                    <a:pt x="13" y="39"/>
                  </a:cubicBezTo>
                  <a:cubicBezTo>
                    <a:pt x="13" y="4"/>
                    <a:pt x="0" y="0"/>
                    <a:pt x="0" y="0"/>
                  </a:cubicBezTo>
                  <a:cubicBezTo>
                    <a:pt x="62" y="0"/>
                    <a:pt x="81" y="40"/>
                    <a:pt x="81" y="40"/>
                  </a:cubicBezTo>
                  <a:close/>
                </a:path>
              </a:pathLst>
            </a:custGeom>
            <a:noFill/>
            <a:ln w="15875" cap="flat">
              <a:solidFill>
                <a:srgbClr val="0078C1"/>
              </a:solidFill>
              <a:prstDash val="solid"/>
              <a:miter lim="800000"/>
              <a:headEnd/>
              <a:tailEnd/>
            </a:ln>
            <a:extLst>
              <a:ext uri="{909E8E84-426E-40DD-AFC4-6F175D3DCCD1}">
                <a14:hiddenFill xmlns:a14="http://schemas.microsoft.com/office/drawing/2010/main">
                  <a:solidFill>
                    <a:schemeClr val="accent2"/>
                  </a:solidFill>
                </a14:hiddenFill>
              </a:ext>
            </a:extLst>
          </p:spPr>
          <p:txBody>
            <a:bodyPr/>
            <a:lstStyle/>
            <a:p>
              <a:endParaRPr lang="en-GB"/>
            </a:p>
          </p:txBody>
        </p:sp>
      </p:grpSp>
      <p:pic>
        <p:nvPicPr>
          <p:cNvPr id="6156" name="Picture 22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288946" y="4778264"/>
            <a:ext cx="1047750" cy="10191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6157" name="Rectangle 1"/>
          <p:cNvSpPr>
            <a:spLocks noGrp="1" noChangeArrowheads="1"/>
          </p:cNvSpPr>
          <p:nvPr>
            <p:ph type="title" idx="4294967295"/>
          </p:nvPr>
        </p:nvSpPr>
        <p:spPr>
          <a:xfrm>
            <a:off x="460375" y="534988"/>
            <a:ext cx="8223250" cy="914400"/>
          </a:xfrm>
        </p:spPr>
        <p:txBody>
          <a:bodyPr/>
          <a:lstStyle/>
          <a:p>
            <a:pPr eaLnBrk="1">
              <a:lnSpc>
                <a:spcPct val="100000"/>
              </a:lnSpc>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pPr>
            <a:r>
              <a:rPr lang="de-DE" altLang="en-US" b="1" dirty="0">
                <a:latin typeface="Frutiger LT Com 45 Light" charset="0"/>
              </a:rPr>
              <a:t>3. Digital Systems </a:t>
            </a:r>
            <a:r>
              <a:rPr lang="de-DE" altLang="en-US" b="1" dirty="0" err="1">
                <a:latin typeface="Frutiger LT Com 45 Light" charset="0"/>
              </a:rPr>
              <a:t>and</a:t>
            </a:r>
            <a:r>
              <a:rPr lang="de-DE" altLang="en-US" b="1" dirty="0">
                <a:latin typeface="Frutiger LT Com 45 Light" charset="0"/>
              </a:rPr>
              <a:t> HDLs</a:t>
            </a:r>
          </a:p>
        </p:txBody>
      </p:sp>
      <p:sp>
        <p:nvSpPr>
          <p:cNvPr id="6158" name="Content Placeholder 2"/>
          <p:cNvSpPr>
            <a:spLocks noGrp="1"/>
          </p:cNvSpPr>
          <p:nvPr>
            <p:ph idx="1"/>
          </p:nvPr>
        </p:nvSpPr>
        <p:spPr>
          <a:xfrm>
            <a:off x="460375" y="1906588"/>
            <a:ext cx="7919100" cy="2912712"/>
          </a:xfrm>
        </p:spPr>
        <p:txBody>
          <a:bodyPr/>
          <a:lstStyle/>
          <a:p>
            <a:pPr marL="268288" lvl="1" indent="-268288">
              <a:lnSpc>
                <a:spcPct val="100000"/>
              </a:lnSpc>
              <a:spcAft>
                <a:spcPct val="40000"/>
              </a:spcAft>
              <a:buClr>
                <a:srgbClr val="00B050"/>
              </a:buClr>
              <a:buFont typeface="Wingdings" panose="05000000000000000000" pitchFamily="2" charset="2"/>
              <a:buChar char="n"/>
            </a:pPr>
            <a:r>
              <a:rPr lang="de-DE" altLang="en-US" b="1" dirty="0" err="1"/>
              <a:t>Conventional</a:t>
            </a:r>
            <a:r>
              <a:rPr lang="de-DE" altLang="en-US" b="1" dirty="0"/>
              <a:t> </a:t>
            </a:r>
            <a:r>
              <a:rPr lang="de-DE" altLang="en-US" b="1" dirty="0" err="1"/>
              <a:t>approach</a:t>
            </a:r>
            <a:endParaRPr lang="de-DE" altLang="en-US" b="1" dirty="0"/>
          </a:p>
          <a:p>
            <a:pPr marL="693738" lvl="2" indent="-268288">
              <a:buFont typeface="Wingdings" panose="05000000000000000000" pitchFamily="2" charset="2"/>
              <a:buChar char="n"/>
            </a:pPr>
            <a:r>
              <a:rPr lang="de-DE" altLang="en-US" dirty="0" err="1"/>
              <a:t>Schematic</a:t>
            </a:r>
            <a:r>
              <a:rPr lang="de-DE" altLang="en-US" dirty="0"/>
              <a:t> </a:t>
            </a:r>
            <a:r>
              <a:rPr lang="de-DE" altLang="en-US" dirty="0" err="1"/>
              <a:t>entry</a:t>
            </a:r>
            <a:r>
              <a:rPr lang="de-DE" altLang="en-US" dirty="0"/>
              <a:t>: </a:t>
            </a:r>
            <a:r>
              <a:rPr lang="de-DE" altLang="en-US" dirty="0" err="1"/>
              <a:t>good</a:t>
            </a:r>
            <a:r>
              <a:rPr lang="de-DE" altLang="en-US" dirty="0"/>
              <a:t> </a:t>
            </a:r>
            <a:r>
              <a:rPr lang="de-DE" altLang="en-US" dirty="0" err="1"/>
              <a:t>for</a:t>
            </a:r>
            <a:r>
              <a:rPr lang="de-DE" altLang="en-US" dirty="0"/>
              <a:t> </a:t>
            </a:r>
            <a:r>
              <a:rPr lang="de-DE" altLang="en-US" dirty="0" err="1"/>
              <a:t>fairly</a:t>
            </a:r>
            <a:r>
              <a:rPr lang="de-DE" altLang="en-US" dirty="0"/>
              <a:t> </a:t>
            </a:r>
            <a:r>
              <a:rPr lang="de-DE" altLang="en-US" dirty="0" err="1"/>
              <a:t>small</a:t>
            </a:r>
            <a:r>
              <a:rPr lang="de-DE" altLang="en-US" dirty="0"/>
              <a:t> </a:t>
            </a:r>
            <a:r>
              <a:rPr lang="de-DE" altLang="en-US" dirty="0" err="1"/>
              <a:t>designs</a:t>
            </a:r>
            <a:endParaRPr lang="de-DE" altLang="en-US" dirty="0"/>
          </a:p>
          <a:p>
            <a:pPr marL="693738" lvl="2" indent="-268288">
              <a:buFont typeface="Wingdings" panose="05000000000000000000" pitchFamily="2" charset="2"/>
              <a:buChar char="n"/>
            </a:pPr>
            <a:endParaRPr lang="de-DE" altLang="en-US" dirty="0"/>
          </a:p>
          <a:p>
            <a:pPr marL="268288" lvl="1" indent="-268288">
              <a:buClr>
                <a:srgbClr val="00B050"/>
              </a:buClr>
              <a:buFont typeface="Wingdings" panose="05000000000000000000" pitchFamily="2" charset="2"/>
              <a:buChar char="n"/>
            </a:pPr>
            <a:endParaRPr lang="de-DE" altLang="en-US" dirty="0">
              <a:solidFill>
                <a:srgbClr val="000000"/>
              </a:solidFill>
            </a:endParaRPr>
          </a:p>
          <a:p>
            <a:pPr marL="268288" lvl="1" indent="-268288">
              <a:buClr>
                <a:srgbClr val="00B050"/>
              </a:buClr>
              <a:buFont typeface="Wingdings" panose="05000000000000000000" pitchFamily="2" charset="2"/>
              <a:buChar char="n"/>
            </a:pPr>
            <a:endParaRPr lang="de-DE" altLang="en-US" dirty="0">
              <a:solidFill>
                <a:srgbClr val="000000"/>
              </a:solidFill>
            </a:endParaRPr>
          </a:p>
          <a:p>
            <a:pPr marL="268288" lvl="1" indent="-268288">
              <a:buClr>
                <a:srgbClr val="00B050"/>
              </a:buClr>
              <a:buFont typeface="Wingdings" panose="05000000000000000000" pitchFamily="2" charset="2"/>
              <a:buChar char="n"/>
            </a:pPr>
            <a:endParaRPr lang="de-DE" altLang="en-US" dirty="0">
              <a:solidFill>
                <a:srgbClr val="000000"/>
              </a:solidFill>
            </a:endParaRPr>
          </a:p>
          <a:p>
            <a:pPr marL="268288" lvl="1" indent="-268288">
              <a:buClr>
                <a:srgbClr val="00B050"/>
              </a:buClr>
              <a:buFont typeface="Wingdings" panose="05000000000000000000" pitchFamily="2" charset="2"/>
              <a:buChar char="n"/>
            </a:pPr>
            <a:r>
              <a:rPr lang="de-DE" altLang="en-US" b="1" dirty="0" err="1">
                <a:solidFill>
                  <a:srgbClr val="000000"/>
                </a:solidFill>
              </a:rPr>
              <a:t>Possible</a:t>
            </a:r>
            <a:r>
              <a:rPr lang="de-DE" altLang="en-US" b="1" dirty="0">
                <a:solidFill>
                  <a:srgbClr val="000000"/>
                </a:solidFill>
              </a:rPr>
              <a:t> </a:t>
            </a:r>
            <a:r>
              <a:rPr lang="de-DE" altLang="en-US" b="1" dirty="0" err="1">
                <a:solidFill>
                  <a:srgbClr val="000000"/>
                </a:solidFill>
              </a:rPr>
              <a:t>for</a:t>
            </a:r>
            <a:r>
              <a:rPr lang="de-DE" altLang="en-US" b="1" dirty="0">
                <a:solidFill>
                  <a:srgbClr val="000000"/>
                </a:solidFill>
              </a:rPr>
              <a:t> large design?  NO!</a:t>
            </a:r>
          </a:p>
          <a:p>
            <a:pPr marL="693738" lvl="2" indent="-268288">
              <a:buFont typeface="Wingdings" panose="05000000000000000000" pitchFamily="2" charset="2"/>
              <a:buChar char="n"/>
            </a:pPr>
            <a:endParaRPr lang="de-DE" altLang="en-US" dirty="0"/>
          </a:p>
          <a:p>
            <a:pPr marL="693738" lvl="2" indent="-268288">
              <a:buFont typeface="Wingdings" panose="05000000000000000000" pitchFamily="2" charset="2"/>
              <a:buChar char="n"/>
            </a:pPr>
            <a:endParaRPr lang="de-DE" altLang="en-US" dirty="0"/>
          </a:p>
          <a:p>
            <a:pPr marL="268288" lvl="1" indent="-268288">
              <a:buFont typeface="Wingdings" panose="05000000000000000000" pitchFamily="2" charset="2"/>
              <a:buChar char="n"/>
            </a:pPr>
            <a:endParaRPr lang="en-GB" altLang="en-US" dirty="0"/>
          </a:p>
        </p:txBody>
      </p:sp>
      <p:sp>
        <p:nvSpPr>
          <p:cNvPr id="105" name="Text Box 172"/>
          <p:cNvSpPr txBox="1">
            <a:spLocks noChangeArrowheads="1"/>
          </p:cNvSpPr>
          <p:nvPr/>
        </p:nvSpPr>
        <p:spPr bwMode="auto">
          <a:xfrm>
            <a:off x="4268156" y="3201618"/>
            <a:ext cx="1220912" cy="34996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eaLnBrk="1">
              <a:lnSpc>
                <a:spcPct val="93000"/>
              </a:lnSpc>
              <a:buClr>
                <a:srgbClr val="000000"/>
              </a:buClr>
              <a:buSzPct val="100000"/>
              <a:buFont typeface="Times New Roman" panose="02020603050405020304" pitchFamily="18" charset="0"/>
              <a:buNone/>
            </a:pPr>
            <a:r>
              <a:rPr lang="en-US" altLang="en-US" dirty="0"/>
              <a:t>(~10 gates)</a:t>
            </a:r>
          </a:p>
        </p:txBody>
      </p:sp>
      <p:sp>
        <p:nvSpPr>
          <p:cNvPr id="106" name="Text Box 172"/>
          <p:cNvSpPr txBox="1">
            <a:spLocks noChangeArrowheads="1"/>
          </p:cNvSpPr>
          <p:nvPr/>
        </p:nvSpPr>
        <p:spPr bwMode="auto">
          <a:xfrm>
            <a:off x="2064690" y="5112867"/>
            <a:ext cx="1921423" cy="34996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eaLnBrk="1">
              <a:lnSpc>
                <a:spcPct val="93000"/>
              </a:lnSpc>
              <a:buClr>
                <a:srgbClr val="000000"/>
              </a:buClr>
              <a:buSzPct val="100000"/>
              <a:buFont typeface="Times New Roman" panose="02020603050405020304" pitchFamily="18" charset="0"/>
              <a:buNone/>
            </a:pPr>
            <a:r>
              <a:rPr lang="en-US" altLang="en-US" dirty="0"/>
              <a:t>(~1,000,000 gates)</a:t>
            </a:r>
          </a:p>
        </p:txBody>
      </p:sp>
    </p:spTree>
    <p:extLst>
      <p:ext uri="{BB962C8B-B14F-4D97-AF65-F5344CB8AC3E}">
        <p14:creationId xmlns:p14="http://schemas.microsoft.com/office/powerpoint/2010/main" val="239549666"/>
      </p:ext>
    </p:extLst>
  </p:cSld>
  <p:clrMapOvr>
    <a:masterClrMapping/>
  </p:clrMapOvr>
  <mc:AlternateContent xmlns:mc="http://schemas.openxmlformats.org/markup-compatibility/2006" xmlns:p14="http://schemas.microsoft.com/office/powerpoint/2010/main">
    <mc:Choice Requires="p14">
      <p:transition spd="slow" p14:dur="2000" advTm="22106"/>
    </mc:Choice>
    <mc:Fallback xmlns="">
      <p:transition spd="slow" advTm="22106"/>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Content Placeholder 2"/>
          <p:cNvSpPr>
            <a:spLocks noGrp="1"/>
          </p:cNvSpPr>
          <p:nvPr>
            <p:ph idx="1"/>
          </p:nvPr>
        </p:nvSpPr>
        <p:spPr>
          <a:xfrm>
            <a:off x="460375" y="1906588"/>
            <a:ext cx="5939213" cy="3045402"/>
          </a:xfrm>
        </p:spPr>
        <p:txBody>
          <a:bodyPr/>
          <a:lstStyle/>
          <a:p>
            <a:pPr marL="268288" indent="-268288">
              <a:spcAft>
                <a:spcPct val="40000"/>
              </a:spcAft>
              <a:buClr>
                <a:srgbClr val="00B050"/>
              </a:buClr>
              <a:buFont typeface="Wingdings" panose="05000000000000000000" pitchFamily="2" charset="2"/>
              <a:buChar char="n"/>
            </a:pPr>
            <a:r>
              <a:rPr lang="en-US" altLang="en-US" b="1" dirty="0">
                <a:solidFill>
                  <a:schemeClr val="tx1"/>
                </a:solidFill>
              </a:rPr>
              <a:t>H</a:t>
            </a:r>
            <a:r>
              <a:rPr lang="en-US" altLang="en-US" dirty="0">
                <a:solidFill>
                  <a:schemeClr val="tx1"/>
                </a:solidFill>
              </a:rPr>
              <a:t>ardware</a:t>
            </a:r>
            <a:r>
              <a:rPr lang="en-US" altLang="en-US" b="1" dirty="0">
                <a:solidFill>
                  <a:schemeClr val="tx1"/>
                </a:solidFill>
              </a:rPr>
              <a:t> D</a:t>
            </a:r>
            <a:r>
              <a:rPr lang="en-US" altLang="en-US" dirty="0">
                <a:solidFill>
                  <a:schemeClr val="tx1"/>
                </a:solidFill>
              </a:rPr>
              <a:t>escription</a:t>
            </a:r>
            <a:r>
              <a:rPr lang="en-US" altLang="en-US" b="1" dirty="0">
                <a:solidFill>
                  <a:schemeClr val="tx1"/>
                </a:solidFill>
              </a:rPr>
              <a:t> L</a:t>
            </a:r>
            <a:r>
              <a:rPr lang="en-US" altLang="en-US" dirty="0">
                <a:solidFill>
                  <a:schemeClr val="tx1"/>
                </a:solidFill>
              </a:rPr>
              <a:t>anguages (HDL)</a:t>
            </a:r>
            <a:r>
              <a:rPr lang="en-US" altLang="en-US" b="1" dirty="0">
                <a:solidFill>
                  <a:schemeClr val="tx1"/>
                </a:solidFill>
              </a:rPr>
              <a:t> </a:t>
            </a:r>
          </a:p>
          <a:p>
            <a:pPr marL="693738" lvl="2" indent="-268288">
              <a:buClr>
                <a:srgbClr val="A8AFAF"/>
              </a:buClr>
              <a:buFont typeface="Wingdings" panose="05000000000000000000" pitchFamily="2" charset="2"/>
              <a:buChar char="n"/>
            </a:pPr>
            <a:r>
              <a:rPr lang="en-US" altLang="en-US" dirty="0"/>
              <a:t>Machine-readable </a:t>
            </a:r>
            <a:r>
              <a:rPr lang="en-US" altLang="en-US" u="sng" dirty="0"/>
              <a:t>textual</a:t>
            </a:r>
            <a:r>
              <a:rPr lang="en-US" altLang="en-US" dirty="0"/>
              <a:t> languages for describing hardware</a:t>
            </a:r>
          </a:p>
          <a:p>
            <a:pPr marL="693738" lvl="2" indent="-268288">
              <a:buClr>
                <a:srgbClr val="A8AFAF"/>
              </a:buClr>
              <a:buFont typeface="Wingdings" panose="05000000000000000000" pitchFamily="2" charset="2"/>
              <a:buChar char="n"/>
            </a:pPr>
            <a:r>
              <a:rPr lang="en-US" altLang="en-US" dirty="0"/>
              <a:t>Describe the design </a:t>
            </a:r>
            <a:r>
              <a:rPr lang="en-US" altLang="en-US" dirty="0" err="1"/>
              <a:t>behaviour</a:t>
            </a:r>
            <a:r>
              <a:rPr lang="en-US" altLang="en-US" dirty="0"/>
              <a:t> and not detailed gate level</a:t>
            </a:r>
          </a:p>
          <a:p>
            <a:pPr marL="693738" lvl="2" indent="-268288">
              <a:buClr>
                <a:srgbClr val="A8AFAF"/>
              </a:buClr>
              <a:buFont typeface="Wingdings" panose="05000000000000000000" pitchFamily="2" charset="2"/>
              <a:buChar char="n"/>
            </a:pPr>
            <a:r>
              <a:rPr lang="en-US" altLang="en-US" dirty="0"/>
              <a:t>Gate-level logic is generated automatically by </a:t>
            </a:r>
            <a:r>
              <a:rPr lang="en-US" altLang="en-US" u="sng" dirty="0"/>
              <a:t>synthesis</a:t>
            </a:r>
            <a:r>
              <a:rPr lang="en-US" altLang="en-US" dirty="0"/>
              <a:t> tools</a:t>
            </a:r>
          </a:p>
          <a:p>
            <a:pPr marL="693738" lvl="2" indent="-268288">
              <a:buClr>
                <a:srgbClr val="A8AFAF"/>
              </a:buClr>
              <a:buFont typeface="Wingdings" panose="05000000000000000000" pitchFamily="2" charset="2"/>
              <a:buChar char="n"/>
            </a:pPr>
            <a:r>
              <a:rPr lang="en-US" altLang="en-US" dirty="0"/>
              <a:t>HDL is not a software programming language</a:t>
            </a:r>
            <a:endParaRPr lang="en-CA" altLang="en-US" dirty="0"/>
          </a:p>
          <a:p>
            <a:pPr marL="1219200" lvl="1" indent="-234950">
              <a:spcAft>
                <a:spcPct val="40000"/>
              </a:spcAft>
              <a:buClr>
                <a:schemeClr val="bg2"/>
              </a:buClr>
              <a:buFont typeface="Wingdings" panose="05000000000000000000" pitchFamily="2" charset="2"/>
              <a:buChar char="n"/>
            </a:pPr>
            <a:endParaRPr lang="en-CA" altLang="en-US" sz="1600" dirty="0">
              <a:solidFill>
                <a:schemeClr val="tx1"/>
              </a:solidFill>
            </a:endParaRPr>
          </a:p>
          <a:p>
            <a:pPr marL="1219200" lvl="1" indent="-234950">
              <a:spcAft>
                <a:spcPct val="40000"/>
              </a:spcAft>
              <a:buClr>
                <a:schemeClr val="bg2"/>
              </a:buClr>
              <a:buFont typeface="Wingdings" panose="05000000000000000000" pitchFamily="2" charset="2"/>
              <a:buChar char="n"/>
            </a:pPr>
            <a:endParaRPr lang="en-CA" altLang="en-US" sz="1600" dirty="0">
              <a:solidFill>
                <a:schemeClr val="tx1"/>
              </a:solidFill>
            </a:endParaRPr>
          </a:p>
          <a:p>
            <a:pPr marL="1219200" lvl="1" indent="-234950">
              <a:spcAft>
                <a:spcPct val="40000"/>
              </a:spcAft>
              <a:buClr>
                <a:schemeClr val="bg2"/>
              </a:buClr>
              <a:buFont typeface="Wingdings" panose="05000000000000000000" pitchFamily="2" charset="2"/>
              <a:buChar char="n"/>
            </a:pPr>
            <a:endParaRPr lang="en-CA" altLang="en-US" dirty="0">
              <a:solidFill>
                <a:schemeClr val="tx1"/>
              </a:solidFill>
            </a:endParaRPr>
          </a:p>
        </p:txBody>
      </p:sp>
      <p:sp>
        <p:nvSpPr>
          <p:cNvPr id="7171" name="Slide Number Placeholder 3"/>
          <p:cNvSpPr>
            <a:spLocks noGrp="1"/>
          </p:cNvSpPr>
          <p:nvPr>
            <p:ph type="sldNum" sz="quarter" idx="4294967295"/>
          </p:nvPr>
        </p:nvSpPr>
        <p:spPr>
          <a:xfrm>
            <a:off x="3506788" y="6323013"/>
            <a:ext cx="2132012" cy="363537"/>
          </a:xfrm>
          <a:prstGeom prst="rect">
            <a:avLst/>
          </a:prstGeom>
          <a:noFill/>
          <a:extLst>
            <a:ext uri="{91240B29-F687-4F45-9708-019B960494DF}">
              <a14:hiddenLine xmlns:a14="http://schemas.microsoft.com/office/drawing/2010/main" w="9525">
                <a:solidFill>
                  <a:srgbClr val="3465AF"/>
                </a:solidFill>
                <a:round/>
                <a:headEnd/>
                <a:tailEnd/>
              </a14:hiddenLine>
            </a:ext>
          </a:extLst>
        </p:spPr>
        <p:txBody>
          <a:bodyPr/>
          <a:lstStyle>
            <a:lvl1pPr>
              <a:lnSpc>
                <a:spcPct val="97000"/>
              </a:lnSpc>
              <a:spcAft>
                <a:spcPts val="1425"/>
              </a:spcAft>
              <a:buClr>
                <a:srgbClr val="000000"/>
              </a:buClr>
              <a:buSzPct val="100000"/>
              <a:buFont typeface="Times New Roman" panose="02020603050405020304" pitchFamily="18" charset="0"/>
              <a:tabLst>
                <a:tab pos="449263" algn="l"/>
                <a:tab pos="898525" algn="l"/>
                <a:tab pos="1347788" algn="l"/>
                <a:tab pos="1797050" algn="l"/>
              </a:tabLst>
              <a:defRPr>
                <a:solidFill>
                  <a:srgbClr val="000000"/>
                </a:solidFill>
                <a:latin typeface="Frutiger LT Com 55 Roman" pitchFamily="1" charset="0"/>
                <a:ea typeface="DejaVu Sans" pitchFamily="34" charset="0"/>
                <a:cs typeface="DejaVu Sans" pitchFamily="34" charset="0"/>
              </a:defRPr>
            </a:lvl1pPr>
            <a:lvl2pPr>
              <a:lnSpc>
                <a:spcPct val="97000"/>
              </a:lnSpc>
              <a:spcAft>
                <a:spcPts val="1138"/>
              </a:spcAft>
              <a:buClr>
                <a:srgbClr val="000000"/>
              </a:buClr>
              <a:buSzPct val="100000"/>
              <a:buFont typeface="Times New Roman" panose="02020603050405020304" pitchFamily="18" charset="0"/>
              <a:tabLst>
                <a:tab pos="449263" algn="l"/>
                <a:tab pos="898525" algn="l"/>
                <a:tab pos="1347788" algn="l"/>
                <a:tab pos="1797050" algn="l"/>
              </a:tabLst>
              <a:defRPr>
                <a:solidFill>
                  <a:srgbClr val="000000"/>
                </a:solidFill>
                <a:latin typeface="Frutiger LT Com 55 Roman" pitchFamily="1" charset="0"/>
                <a:ea typeface="DejaVu Sans" pitchFamily="34" charset="0"/>
                <a:cs typeface="DejaVu Sans" pitchFamily="34" charset="0"/>
              </a:defRPr>
            </a:lvl2pPr>
            <a:lvl3pPr>
              <a:lnSpc>
                <a:spcPct val="97000"/>
              </a:lnSpc>
              <a:spcAft>
                <a:spcPts val="850"/>
              </a:spcAft>
              <a:buClr>
                <a:srgbClr val="000000"/>
              </a:buClr>
              <a:buSzPct val="100000"/>
              <a:buFont typeface="Times New Roman" panose="02020603050405020304" pitchFamily="18" charset="0"/>
              <a:tabLst>
                <a:tab pos="449263" algn="l"/>
                <a:tab pos="898525" algn="l"/>
                <a:tab pos="1347788" algn="l"/>
                <a:tab pos="1797050" algn="l"/>
              </a:tabLst>
              <a:defRPr>
                <a:solidFill>
                  <a:srgbClr val="000000"/>
                </a:solidFill>
                <a:latin typeface="Frutiger LT Com 55 Roman" pitchFamily="1" charset="0"/>
                <a:ea typeface="DejaVu Sans" pitchFamily="34" charset="0"/>
                <a:cs typeface="DejaVu Sans" pitchFamily="34" charset="0"/>
              </a:defRPr>
            </a:lvl3pPr>
            <a:lvl4pPr>
              <a:lnSpc>
                <a:spcPct val="97000"/>
              </a:lnSpc>
              <a:spcAft>
                <a:spcPts val="575"/>
              </a:spcAft>
              <a:buClr>
                <a:srgbClr val="000000"/>
              </a:buClr>
              <a:buSzPct val="100000"/>
              <a:buFont typeface="Times New Roman" panose="02020603050405020304" pitchFamily="18" charset="0"/>
              <a:tabLst>
                <a:tab pos="449263" algn="l"/>
                <a:tab pos="898525" algn="l"/>
                <a:tab pos="1347788" algn="l"/>
                <a:tab pos="1797050" algn="l"/>
              </a:tabLst>
              <a:defRPr>
                <a:solidFill>
                  <a:srgbClr val="000000"/>
                </a:solidFill>
                <a:latin typeface="Frutiger LT Com 55 Roman" pitchFamily="1" charset="0"/>
                <a:ea typeface="DejaVu Sans" pitchFamily="34" charset="0"/>
                <a:cs typeface="DejaVu Sans" pitchFamily="34" charset="0"/>
              </a:defRPr>
            </a:lvl4pPr>
            <a:lvl5pPr>
              <a:lnSpc>
                <a:spcPct val="97000"/>
              </a:lnSpc>
              <a:spcAft>
                <a:spcPts val="288"/>
              </a:spcAft>
              <a:buClr>
                <a:srgbClr val="000000"/>
              </a:buClr>
              <a:buSzPct val="100000"/>
              <a:buFont typeface="Times New Roman" panose="02020603050405020304" pitchFamily="18" charset="0"/>
              <a:tabLst>
                <a:tab pos="449263" algn="l"/>
                <a:tab pos="898525" algn="l"/>
                <a:tab pos="1347788" algn="l"/>
                <a:tab pos="1797050" algn="l"/>
              </a:tabLst>
              <a:defRPr sz="2000">
                <a:solidFill>
                  <a:srgbClr val="000000"/>
                </a:solidFill>
                <a:latin typeface="Frutiger LT Com 55 Roman" pitchFamily="1" charset="0"/>
                <a:ea typeface="DejaVu Sans" pitchFamily="34" charset="0"/>
                <a:cs typeface="DejaVu Sans" pitchFamily="34" charset="0"/>
              </a:defRPr>
            </a:lvl5pPr>
            <a:lvl6pPr marL="2514600" indent="-228600" defTabSz="449263" eaLnBrk="0" fontAlgn="base" hangingPunct="0">
              <a:lnSpc>
                <a:spcPct val="97000"/>
              </a:lnSpc>
              <a:spcBef>
                <a:spcPct val="0"/>
              </a:spcBef>
              <a:spcAft>
                <a:spcPts val="288"/>
              </a:spcAft>
              <a:buClr>
                <a:srgbClr val="000000"/>
              </a:buClr>
              <a:buSzPct val="100000"/>
              <a:buFont typeface="Times New Roman" panose="02020603050405020304" pitchFamily="18" charset="0"/>
              <a:tabLst>
                <a:tab pos="449263" algn="l"/>
                <a:tab pos="898525" algn="l"/>
                <a:tab pos="1347788" algn="l"/>
                <a:tab pos="1797050" algn="l"/>
              </a:tabLst>
              <a:defRPr sz="2000">
                <a:solidFill>
                  <a:srgbClr val="000000"/>
                </a:solidFill>
                <a:latin typeface="Frutiger LT Com 55 Roman" pitchFamily="1" charset="0"/>
                <a:ea typeface="DejaVu Sans" pitchFamily="34" charset="0"/>
                <a:cs typeface="DejaVu Sans" pitchFamily="34" charset="0"/>
              </a:defRPr>
            </a:lvl6pPr>
            <a:lvl7pPr marL="2971800" indent="-228600" defTabSz="449263" eaLnBrk="0" fontAlgn="base" hangingPunct="0">
              <a:lnSpc>
                <a:spcPct val="97000"/>
              </a:lnSpc>
              <a:spcBef>
                <a:spcPct val="0"/>
              </a:spcBef>
              <a:spcAft>
                <a:spcPts val="288"/>
              </a:spcAft>
              <a:buClr>
                <a:srgbClr val="000000"/>
              </a:buClr>
              <a:buSzPct val="100000"/>
              <a:buFont typeface="Times New Roman" panose="02020603050405020304" pitchFamily="18" charset="0"/>
              <a:tabLst>
                <a:tab pos="449263" algn="l"/>
                <a:tab pos="898525" algn="l"/>
                <a:tab pos="1347788" algn="l"/>
                <a:tab pos="1797050" algn="l"/>
              </a:tabLst>
              <a:defRPr sz="2000">
                <a:solidFill>
                  <a:srgbClr val="000000"/>
                </a:solidFill>
                <a:latin typeface="Frutiger LT Com 55 Roman" pitchFamily="1" charset="0"/>
                <a:ea typeface="DejaVu Sans" pitchFamily="34" charset="0"/>
                <a:cs typeface="DejaVu Sans" pitchFamily="34" charset="0"/>
              </a:defRPr>
            </a:lvl7pPr>
            <a:lvl8pPr marL="3429000" indent="-228600" defTabSz="449263" eaLnBrk="0" fontAlgn="base" hangingPunct="0">
              <a:lnSpc>
                <a:spcPct val="97000"/>
              </a:lnSpc>
              <a:spcBef>
                <a:spcPct val="0"/>
              </a:spcBef>
              <a:spcAft>
                <a:spcPts val="288"/>
              </a:spcAft>
              <a:buClr>
                <a:srgbClr val="000000"/>
              </a:buClr>
              <a:buSzPct val="100000"/>
              <a:buFont typeface="Times New Roman" panose="02020603050405020304" pitchFamily="18" charset="0"/>
              <a:tabLst>
                <a:tab pos="449263" algn="l"/>
                <a:tab pos="898525" algn="l"/>
                <a:tab pos="1347788" algn="l"/>
                <a:tab pos="1797050" algn="l"/>
              </a:tabLst>
              <a:defRPr sz="2000">
                <a:solidFill>
                  <a:srgbClr val="000000"/>
                </a:solidFill>
                <a:latin typeface="Frutiger LT Com 55 Roman" pitchFamily="1" charset="0"/>
                <a:ea typeface="DejaVu Sans" pitchFamily="34" charset="0"/>
                <a:cs typeface="DejaVu Sans" pitchFamily="34" charset="0"/>
              </a:defRPr>
            </a:lvl8pPr>
            <a:lvl9pPr marL="3886200" indent="-228600" defTabSz="449263" eaLnBrk="0" fontAlgn="base" hangingPunct="0">
              <a:lnSpc>
                <a:spcPct val="97000"/>
              </a:lnSpc>
              <a:spcBef>
                <a:spcPct val="0"/>
              </a:spcBef>
              <a:spcAft>
                <a:spcPts val="288"/>
              </a:spcAft>
              <a:buClr>
                <a:srgbClr val="000000"/>
              </a:buClr>
              <a:buSzPct val="100000"/>
              <a:buFont typeface="Times New Roman" panose="02020603050405020304" pitchFamily="18" charset="0"/>
              <a:tabLst>
                <a:tab pos="449263" algn="l"/>
                <a:tab pos="898525" algn="l"/>
                <a:tab pos="1347788" algn="l"/>
                <a:tab pos="1797050" algn="l"/>
              </a:tabLst>
              <a:defRPr sz="2000">
                <a:solidFill>
                  <a:srgbClr val="000000"/>
                </a:solidFill>
                <a:latin typeface="Frutiger LT Com 55 Roman" pitchFamily="1" charset="0"/>
                <a:ea typeface="DejaVu Sans" pitchFamily="34" charset="0"/>
                <a:cs typeface="DejaVu Sans" pitchFamily="34" charset="0"/>
              </a:defRPr>
            </a:lvl9pPr>
          </a:lstStyle>
          <a:p>
            <a:pPr>
              <a:lnSpc>
                <a:spcPct val="100000"/>
              </a:lnSpc>
              <a:spcAft>
                <a:spcPct val="0"/>
              </a:spcAft>
            </a:pPr>
            <a:fld id="{0F9E5F1D-65F8-4A74-A3F3-82B5E01D0041}" type="slidenum">
              <a:rPr lang="en-US" altLang="en-US">
                <a:solidFill>
                  <a:srgbClr val="B2B2B2"/>
                </a:solidFill>
              </a:rPr>
              <a:pPr>
                <a:lnSpc>
                  <a:spcPct val="100000"/>
                </a:lnSpc>
                <a:spcAft>
                  <a:spcPct val="0"/>
                </a:spcAft>
              </a:pPr>
              <a:t>22</a:t>
            </a:fld>
            <a:endParaRPr lang="en-US" altLang="en-US">
              <a:solidFill>
                <a:srgbClr val="B2B2B2"/>
              </a:solidFill>
            </a:endParaRPr>
          </a:p>
        </p:txBody>
      </p:sp>
      <p:sp>
        <p:nvSpPr>
          <p:cNvPr id="7173" name="Rectangle 95"/>
          <p:cNvSpPr>
            <a:spLocks noChangeArrowheads="1"/>
          </p:cNvSpPr>
          <p:nvPr/>
        </p:nvSpPr>
        <p:spPr bwMode="auto">
          <a:xfrm>
            <a:off x="4686300" y="2222500"/>
            <a:ext cx="1588"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1">
              <a:lnSpc>
                <a:spcPct val="93000"/>
              </a:lnSpc>
              <a:buClr>
                <a:srgbClr val="000000"/>
              </a:buClr>
              <a:buSzPct val="100000"/>
              <a:buFont typeface="Times New Roman" panose="02020603050405020304" pitchFamily="18" charset="0"/>
              <a:buNone/>
            </a:pPr>
            <a:endParaRPr lang="en-US" altLang="en-US" sz="2400"/>
          </a:p>
        </p:txBody>
      </p:sp>
      <p:sp>
        <p:nvSpPr>
          <p:cNvPr id="7174" name="Rectangle 96"/>
          <p:cNvSpPr>
            <a:spLocks noChangeArrowheads="1"/>
          </p:cNvSpPr>
          <p:nvPr/>
        </p:nvSpPr>
        <p:spPr bwMode="auto">
          <a:xfrm>
            <a:off x="5087938" y="2220913"/>
            <a:ext cx="1587"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1">
              <a:lnSpc>
                <a:spcPct val="93000"/>
              </a:lnSpc>
              <a:buClr>
                <a:srgbClr val="000000"/>
              </a:buClr>
              <a:buSzPct val="100000"/>
              <a:buFont typeface="Times New Roman" panose="02020603050405020304" pitchFamily="18" charset="0"/>
              <a:buNone/>
            </a:pPr>
            <a:endParaRPr lang="en-US" altLang="en-US" sz="2400"/>
          </a:p>
        </p:txBody>
      </p:sp>
      <p:sp>
        <p:nvSpPr>
          <p:cNvPr id="7175" name="Rectangle 97"/>
          <p:cNvSpPr>
            <a:spLocks noChangeArrowheads="1"/>
          </p:cNvSpPr>
          <p:nvPr/>
        </p:nvSpPr>
        <p:spPr bwMode="auto">
          <a:xfrm>
            <a:off x="5164138" y="2220913"/>
            <a:ext cx="1587"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1">
              <a:lnSpc>
                <a:spcPct val="93000"/>
              </a:lnSpc>
              <a:buClr>
                <a:srgbClr val="000000"/>
              </a:buClr>
              <a:buSzPct val="100000"/>
              <a:buFont typeface="Times New Roman" panose="02020603050405020304" pitchFamily="18" charset="0"/>
              <a:buNone/>
            </a:pPr>
            <a:endParaRPr lang="en-US" altLang="en-US" sz="2400"/>
          </a:p>
        </p:txBody>
      </p:sp>
      <p:sp>
        <p:nvSpPr>
          <p:cNvPr id="7176" name="Rectangle 98"/>
          <p:cNvSpPr>
            <a:spLocks noChangeArrowheads="1"/>
          </p:cNvSpPr>
          <p:nvPr/>
        </p:nvSpPr>
        <p:spPr bwMode="auto">
          <a:xfrm>
            <a:off x="5699125" y="2220913"/>
            <a:ext cx="1588"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1">
              <a:lnSpc>
                <a:spcPct val="93000"/>
              </a:lnSpc>
              <a:buClr>
                <a:srgbClr val="000000"/>
              </a:buClr>
              <a:buSzPct val="100000"/>
              <a:buFont typeface="Times New Roman" panose="02020603050405020304" pitchFamily="18" charset="0"/>
              <a:buNone/>
            </a:pPr>
            <a:endParaRPr lang="en-US" altLang="en-US" sz="2400"/>
          </a:p>
        </p:txBody>
      </p:sp>
      <p:sp>
        <p:nvSpPr>
          <p:cNvPr id="7177" name="Rectangle 99"/>
          <p:cNvSpPr>
            <a:spLocks noChangeArrowheads="1"/>
          </p:cNvSpPr>
          <p:nvPr/>
        </p:nvSpPr>
        <p:spPr bwMode="auto">
          <a:xfrm>
            <a:off x="5786438" y="2220913"/>
            <a:ext cx="1587"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1">
              <a:lnSpc>
                <a:spcPct val="93000"/>
              </a:lnSpc>
              <a:buClr>
                <a:srgbClr val="000000"/>
              </a:buClr>
              <a:buSzPct val="100000"/>
              <a:buFont typeface="Times New Roman" panose="02020603050405020304" pitchFamily="18" charset="0"/>
              <a:buNone/>
            </a:pPr>
            <a:endParaRPr lang="en-US" altLang="en-US" sz="2400"/>
          </a:p>
        </p:txBody>
      </p:sp>
      <p:sp>
        <p:nvSpPr>
          <p:cNvPr id="344193" name="Text Box 129"/>
          <p:cNvSpPr txBox="1">
            <a:spLocks noChangeArrowheads="1"/>
          </p:cNvSpPr>
          <p:nvPr/>
        </p:nvSpPr>
        <p:spPr bwMode="auto">
          <a:xfrm>
            <a:off x="6493222" y="2982913"/>
            <a:ext cx="2343150" cy="31130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p>
            <a:pPr eaLnBrk="1">
              <a:lnSpc>
                <a:spcPct val="93000"/>
              </a:lnSpc>
              <a:buClr>
                <a:srgbClr val="000000"/>
              </a:buClr>
              <a:buSzPct val="100000"/>
              <a:buFont typeface="Times New Roman" panose="02020603050405020304" pitchFamily="18" charset="0"/>
              <a:buNone/>
              <a:defRPr/>
            </a:pPr>
            <a:r>
              <a:rPr lang="en-US" altLang="en-US" sz="1050" b="1" dirty="0">
                <a:latin typeface="Courier New" pitchFamily="49" charset="0"/>
                <a:ea typeface="+mn-ea"/>
              </a:rPr>
              <a:t>   </a:t>
            </a:r>
            <a:r>
              <a:rPr lang="en-US" altLang="en-US" sz="900" b="1" dirty="0">
                <a:latin typeface="Courier New" pitchFamily="49" charset="0"/>
                <a:ea typeface="+mn-ea"/>
              </a:rPr>
              <a:t>// </a:t>
            </a:r>
            <a:r>
              <a:rPr lang="en-US" altLang="en-US" sz="900" b="1" dirty="0" err="1">
                <a:latin typeface="Courier New" pitchFamily="49" charset="0"/>
                <a:ea typeface="+mn-ea"/>
              </a:rPr>
              <a:t>CombLogic</a:t>
            </a:r>
            <a:endParaRPr lang="en-US" altLang="en-US" sz="900" b="1" dirty="0">
              <a:latin typeface="Courier New" pitchFamily="49" charset="0"/>
              <a:ea typeface="+mn-ea"/>
            </a:endParaRPr>
          </a:p>
          <a:p>
            <a:pPr eaLnBrk="1">
              <a:lnSpc>
                <a:spcPct val="93000"/>
              </a:lnSpc>
              <a:buClr>
                <a:srgbClr val="000000"/>
              </a:buClr>
              <a:buSzPct val="100000"/>
              <a:buFont typeface="Times New Roman" panose="02020603050405020304" pitchFamily="18" charset="0"/>
              <a:buNone/>
              <a:defRPr/>
            </a:pPr>
            <a:r>
              <a:rPr lang="en-US" altLang="en-US" sz="900" b="1" dirty="0">
                <a:latin typeface="Courier New" pitchFamily="49" charset="0"/>
                <a:ea typeface="+mn-ea"/>
              </a:rPr>
              <a:t>   always @(State, B) begin</a:t>
            </a:r>
          </a:p>
          <a:p>
            <a:pPr eaLnBrk="1">
              <a:lnSpc>
                <a:spcPct val="93000"/>
              </a:lnSpc>
              <a:buClr>
                <a:srgbClr val="000000"/>
              </a:buClr>
              <a:buSzPct val="100000"/>
              <a:buFont typeface="Times New Roman" panose="02020603050405020304" pitchFamily="18" charset="0"/>
              <a:buNone/>
              <a:defRPr/>
            </a:pPr>
            <a:r>
              <a:rPr lang="en-US" altLang="en-US" sz="900" b="1" dirty="0">
                <a:latin typeface="Courier New" pitchFamily="49" charset="0"/>
                <a:ea typeface="+mn-ea"/>
              </a:rPr>
              <a:t>      case (State) </a:t>
            </a:r>
          </a:p>
          <a:p>
            <a:pPr eaLnBrk="1">
              <a:lnSpc>
                <a:spcPct val="93000"/>
              </a:lnSpc>
              <a:buClr>
                <a:srgbClr val="000000"/>
              </a:buClr>
              <a:buSzPct val="100000"/>
              <a:buFont typeface="Times New Roman" panose="02020603050405020304" pitchFamily="18" charset="0"/>
              <a:buNone/>
              <a:defRPr/>
            </a:pPr>
            <a:r>
              <a:rPr lang="en-US" altLang="en-US" sz="900" b="1" dirty="0">
                <a:latin typeface="Courier New" pitchFamily="49" charset="0"/>
                <a:ea typeface="+mn-ea"/>
              </a:rPr>
              <a:t>         </a:t>
            </a:r>
            <a:r>
              <a:rPr lang="en-US" altLang="en-US" sz="900" b="1" dirty="0" err="1">
                <a:latin typeface="Courier New" pitchFamily="49" charset="0"/>
                <a:ea typeface="+mn-ea"/>
              </a:rPr>
              <a:t>S_Off</a:t>
            </a:r>
            <a:r>
              <a:rPr lang="en-US" altLang="en-US" sz="900" b="1" dirty="0">
                <a:latin typeface="Courier New" pitchFamily="49" charset="0"/>
                <a:ea typeface="+mn-ea"/>
              </a:rPr>
              <a:t>: begin</a:t>
            </a:r>
          </a:p>
          <a:p>
            <a:pPr eaLnBrk="1">
              <a:lnSpc>
                <a:spcPct val="93000"/>
              </a:lnSpc>
              <a:buClr>
                <a:srgbClr val="000000"/>
              </a:buClr>
              <a:buSzPct val="100000"/>
              <a:buFont typeface="Times New Roman" panose="02020603050405020304" pitchFamily="18" charset="0"/>
              <a:buNone/>
              <a:defRPr/>
            </a:pPr>
            <a:r>
              <a:rPr lang="en-US" altLang="en-US" sz="900" b="1" dirty="0">
                <a:latin typeface="Courier New" pitchFamily="49" charset="0"/>
                <a:ea typeface="+mn-ea"/>
              </a:rPr>
              <a:t>            X &lt;= 0;</a:t>
            </a:r>
          </a:p>
          <a:p>
            <a:pPr eaLnBrk="1">
              <a:lnSpc>
                <a:spcPct val="93000"/>
              </a:lnSpc>
              <a:buClr>
                <a:srgbClr val="000000"/>
              </a:buClr>
              <a:buSzPct val="100000"/>
              <a:buFont typeface="Times New Roman" panose="02020603050405020304" pitchFamily="18" charset="0"/>
              <a:buNone/>
              <a:defRPr/>
            </a:pPr>
            <a:r>
              <a:rPr lang="en-US" altLang="en-US" sz="900" b="1" dirty="0">
                <a:latin typeface="Courier New" pitchFamily="49" charset="0"/>
                <a:ea typeface="+mn-ea"/>
              </a:rPr>
              <a:t>            if (B == 0) </a:t>
            </a:r>
          </a:p>
          <a:p>
            <a:pPr eaLnBrk="1">
              <a:lnSpc>
                <a:spcPct val="93000"/>
              </a:lnSpc>
              <a:buClr>
                <a:srgbClr val="000000"/>
              </a:buClr>
              <a:buSzPct val="100000"/>
              <a:buFont typeface="Times New Roman" panose="02020603050405020304" pitchFamily="18" charset="0"/>
              <a:buNone/>
              <a:defRPr/>
            </a:pPr>
            <a:r>
              <a:rPr lang="en-US" altLang="en-US" sz="900" b="1" dirty="0">
                <a:latin typeface="Courier New" pitchFamily="49" charset="0"/>
                <a:ea typeface="+mn-ea"/>
              </a:rPr>
              <a:t>               </a:t>
            </a:r>
            <a:r>
              <a:rPr lang="en-US" altLang="en-US" sz="900" b="1" dirty="0" err="1">
                <a:latin typeface="Courier New" pitchFamily="49" charset="0"/>
                <a:ea typeface="+mn-ea"/>
              </a:rPr>
              <a:t>StateNext</a:t>
            </a:r>
            <a:r>
              <a:rPr lang="en-US" altLang="en-US" sz="900" b="1" dirty="0">
                <a:latin typeface="Courier New" pitchFamily="49" charset="0"/>
                <a:ea typeface="+mn-ea"/>
              </a:rPr>
              <a:t> &lt;= </a:t>
            </a:r>
            <a:r>
              <a:rPr lang="en-US" altLang="en-US" sz="900" b="1" dirty="0" err="1">
                <a:latin typeface="Courier New" pitchFamily="49" charset="0"/>
                <a:ea typeface="+mn-ea"/>
              </a:rPr>
              <a:t>S_Off</a:t>
            </a:r>
            <a:r>
              <a:rPr lang="en-US" altLang="en-US" sz="900" b="1" dirty="0">
                <a:latin typeface="Courier New" pitchFamily="49" charset="0"/>
                <a:ea typeface="+mn-ea"/>
              </a:rPr>
              <a:t>;</a:t>
            </a:r>
          </a:p>
          <a:p>
            <a:pPr eaLnBrk="1">
              <a:lnSpc>
                <a:spcPct val="93000"/>
              </a:lnSpc>
              <a:buClr>
                <a:srgbClr val="000000"/>
              </a:buClr>
              <a:buSzPct val="100000"/>
              <a:buFont typeface="Times New Roman" panose="02020603050405020304" pitchFamily="18" charset="0"/>
              <a:buNone/>
              <a:defRPr/>
            </a:pPr>
            <a:r>
              <a:rPr lang="en-US" altLang="en-US" sz="900" b="1" dirty="0">
                <a:latin typeface="Courier New" pitchFamily="49" charset="0"/>
                <a:ea typeface="+mn-ea"/>
              </a:rPr>
              <a:t>            else</a:t>
            </a:r>
          </a:p>
          <a:p>
            <a:pPr eaLnBrk="1">
              <a:lnSpc>
                <a:spcPct val="93000"/>
              </a:lnSpc>
              <a:buClr>
                <a:srgbClr val="000000"/>
              </a:buClr>
              <a:buSzPct val="100000"/>
              <a:buFont typeface="Times New Roman" panose="02020603050405020304" pitchFamily="18" charset="0"/>
              <a:buNone/>
              <a:defRPr/>
            </a:pPr>
            <a:r>
              <a:rPr lang="en-US" altLang="en-US" sz="900" b="1" dirty="0">
                <a:latin typeface="Courier New" pitchFamily="49" charset="0"/>
                <a:ea typeface="+mn-ea"/>
              </a:rPr>
              <a:t>               </a:t>
            </a:r>
            <a:r>
              <a:rPr lang="en-US" altLang="en-US" sz="900" b="1" dirty="0" err="1">
                <a:latin typeface="Courier New" pitchFamily="49" charset="0"/>
                <a:ea typeface="+mn-ea"/>
              </a:rPr>
              <a:t>StateNext</a:t>
            </a:r>
            <a:r>
              <a:rPr lang="en-US" altLang="en-US" sz="900" b="1" dirty="0">
                <a:latin typeface="Courier New" pitchFamily="49" charset="0"/>
                <a:ea typeface="+mn-ea"/>
              </a:rPr>
              <a:t> &lt;= S_On1;</a:t>
            </a:r>
          </a:p>
          <a:p>
            <a:pPr eaLnBrk="1">
              <a:lnSpc>
                <a:spcPct val="93000"/>
              </a:lnSpc>
              <a:buClr>
                <a:srgbClr val="000000"/>
              </a:buClr>
              <a:buSzPct val="100000"/>
              <a:buFont typeface="Times New Roman" panose="02020603050405020304" pitchFamily="18" charset="0"/>
              <a:buNone/>
              <a:defRPr/>
            </a:pPr>
            <a:r>
              <a:rPr lang="en-US" altLang="en-US" sz="900" b="1" dirty="0">
                <a:latin typeface="Courier New" pitchFamily="49" charset="0"/>
                <a:ea typeface="+mn-ea"/>
              </a:rPr>
              <a:t>         end</a:t>
            </a:r>
          </a:p>
          <a:p>
            <a:pPr eaLnBrk="1">
              <a:lnSpc>
                <a:spcPct val="93000"/>
              </a:lnSpc>
              <a:buClr>
                <a:srgbClr val="000000"/>
              </a:buClr>
              <a:buSzPct val="100000"/>
              <a:buFont typeface="Times New Roman" panose="02020603050405020304" pitchFamily="18" charset="0"/>
              <a:buNone/>
              <a:defRPr/>
            </a:pPr>
            <a:r>
              <a:rPr lang="en-US" altLang="en-US" sz="900" b="1" dirty="0">
                <a:latin typeface="Courier New" pitchFamily="49" charset="0"/>
                <a:ea typeface="+mn-ea"/>
              </a:rPr>
              <a:t>         S_On1: begin</a:t>
            </a:r>
          </a:p>
          <a:p>
            <a:pPr eaLnBrk="1">
              <a:lnSpc>
                <a:spcPct val="93000"/>
              </a:lnSpc>
              <a:buClr>
                <a:srgbClr val="000000"/>
              </a:buClr>
              <a:buSzPct val="100000"/>
              <a:buFont typeface="Times New Roman" panose="02020603050405020304" pitchFamily="18" charset="0"/>
              <a:buNone/>
              <a:defRPr/>
            </a:pPr>
            <a:r>
              <a:rPr lang="en-US" altLang="en-US" sz="900" b="1" dirty="0">
                <a:latin typeface="Courier New" pitchFamily="49" charset="0"/>
                <a:ea typeface="+mn-ea"/>
              </a:rPr>
              <a:t>            X &lt;= 1;</a:t>
            </a:r>
          </a:p>
          <a:p>
            <a:pPr eaLnBrk="1">
              <a:lnSpc>
                <a:spcPct val="93000"/>
              </a:lnSpc>
              <a:buClr>
                <a:srgbClr val="000000"/>
              </a:buClr>
              <a:buSzPct val="100000"/>
              <a:buFont typeface="Times New Roman" panose="02020603050405020304" pitchFamily="18" charset="0"/>
              <a:buNone/>
              <a:defRPr/>
            </a:pPr>
            <a:r>
              <a:rPr lang="en-US" altLang="en-US" sz="900" b="1" dirty="0">
                <a:latin typeface="Courier New" pitchFamily="49" charset="0"/>
                <a:ea typeface="+mn-ea"/>
              </a:rPr>
              <a:t>            </a:t>
            </a:r>
            <a:r>
              <a:rPr lang="en-US" altLang="en-US" sz="900" b="1" dirty="0" err="1">
                <a:latin typeface="Courier New" pitchFamily="49" charset="0"/>
                <a:ea typeface="+mn-ea"/>
              </a:rPr>
              <a:t>StateNext</a:t>
            </a:r>
            <a:r>
              <a:rPr lang="en-US" altLang="en-US" sz="900" b="1" dirty="0">
                <a:latin typeface="Courier New" pitchFamily="49" charset="0"/>
                <a:ea typeface="+mn-ea"/>
              </a:rPr>
              <a:t> &lt;= S_On2;</a:t>
            </a:r>
          </a:p>
          <a:p>
            <a:pPr eaLnBrk="1">
              <a:lnSpc>
                <a:spcPct val="93000"/>
              </a:lnSpc>
              <a:buClr>
                <a:srgbClr val="000000"/>
              </a:buClr>
              <a:buSzPct val="100000"/>
              <a:buFont typeface="Times New Roman" panose="02020603050405020304" pitchFamily="18" charset="0"/>
              <a:buNone/>
              <a:defRPr/>
            </a:pPr>
            <a:r>
              <a:rPr lang="en-US" altLang="en-US" sz="900" b="1" dirty="0">
                <a:latin typeface="Courier New" pitchFamily="49" charset="0"/>
                <a:ea typeface="+mn-ea"/>
              </a:rPr>
              <a:t>         end</a:t>
            </a:r>
          </a:p>
          <a:p>
            <a:pPr eaLnBrk="1">
              <a:lnSpc>
                <a:spcPct val="93000"/>
              </a:lnSpc>
              <a:buClr>
                <a:srgbClr val="000000"/>
              </a:buClr>
              <a:buSzPct val="100000"/>
              <a:buFont typeface="Times New Roman" panose="02020603050405020304" pitchFamily="18" charset="0"/>
              <a:buNone/>
              <a:defRPr/>
            </a:pPr>
            <a:r>
              <a:rPr lang="en-US" altLang="en-US" sz="900" b="1" dirty="0">
                <a:latin typeface="Courier New" pitchFamily="49" charset="0"/>
                <a:ea typeface="+mn-ea"/>
              </a:rPr>
              <a:t>         S_On2: begin</a:t>
            </a:r>
          </a:p>
          <a:p>
            <a:pPr eaLnBrk="1">
              <a:lnSpc>
                <a:spcPct val="93000"/>
              </a:lnSpc>
              <a:buClr>
                <a:srgbClr val="000000"/>
              </a:buClr>
              <a:buSzPct val="100000"/>
              <a:buFont typeface="Times New Roman" panose="02020603050405020304" pitchFamily="18" charset="0"/>
              <a:buNone/>
              <a:defRPr/>
            </a:pPr>
            <a:r>
              <a:rPr lang="en-US" altLang="en-US" sz="900" b="1" dirty="0">
                <a:latin typeface="Courier New" pitchFamily="49" charset="0"/>
                <a:ea typeface="+mn-ea"/>
              </a:rPr>
              <a:t>            X &lt;= 1;</a:t>
            </a:r>
          </a:p>
          <a:p>
            <a:pPr eaLnBrk="1">
              <a:lnSpc>
                <a:spcPct val="93000"/>
              </a:lnSpc>
              <a:buClr>
                <a:srgbClr val="000000"/>
              </a:buClr>
              <a:buSzPct val="100000"/>
              <a:buFont typeface="Times New Roman" panose="02020603050405020304" pitchFamily="18" charset="0"/>
              <a:buNone/>
              <a:defRPr/>
            </a:pPr>
            <a:r>
              <a:rPr lang="en-US" altLang="en-US" sz="900" b="1" dirty="0">
                <a:latin typeface="Courier New" pitchFamily="49" charset="0"/>
                <a:ea typeface="+mn-ea"/>
              </a:rPr>
              <a:t>            </a:t>
            </a:r>
            <a:r>
              <a:rPr lang="en-US" altLang="en-US" sz="900" b="1" dirty="0" err="1">
                <a:latin typeface="Courier New" pitchFamily="49" charset="0"/>
                <a:ea typeface="+mn-ea"/>
              </a:rPr>
              <a:t>StateNext</a:t>
            </a:r>
            <a:r>
              <a:rPr lang="en-US" altLang="en-US" sz="900" b="1" dirty="0">
                <a:latin typeface="Courier New" pitchFamily="49" charset="0"/>
                <a:ea typeface="+mn-ea"/>
              </a:rPr>
              <a:t> &lt;= S_On3;</a:t>
            </a:r>
          </a:p>
          <a:p>
            <a:pPr eaLnBrk="1">
              <a:lnSpc>
                <a:spcPct val="93000"/>
              </a:lnSpc>
              <a:buClr>
                <a:srgbClr val="000000"/>
              </a:buClr>
              <a:buSzPct val="100000"/>
              <a:buFont typeface="Times New Roman" panose="02020603050405020304" pitchFamily="18" charset="0"/>
              <a:buNone/>
              <a:defRPr/>
            </a:pPr>
            <a:r>
              <a:rPr lang="en-US" altLang="en-US" sz="900" b="1" dirty="0">
                <a:latin typeface="Courier New" pitchFamily="49" charset="0"/>
                <a:ea typeface="+mn-ea"/>
              </a:rPr>
              <a:t>         end</a:t>
            </a:r>
          </a:p>
          <a:p>
            <a:pPr eaLnBrk="1">
              <a:lnSpc>
                <a:spcPct val="93000"/>
              </a:lnSpc>
              <a:buClr>
                <a:srgbClr val="000000"/>
              </a:buClr>
              <a:buSzPct val="100000"/>
              <a:buFont typeface="Times New Roman" panose="02020603050405020304" pitchFamily="18" charset="0"/>
              <a:buNone/>
              <a:defRPr/>
            </a:pPr>
            <a:r>
              <a:rPr lang="en-US" altLang="en-US" sz="900" b="1" dirty="0">
                <a:latin typeface="Courier New" pitchFamily="49" charset="0"/>
                <a:ea typeface="+mn-ea"/>
              </a:rPr>
              <a:t>         S_On3: begin</a:t>
            </a:r>
          </a:p>
          <a:p>
            <a:pPr eaLnBrk="1">
              <a:lnSpc>
                <a:spcPct val="93000"/>
              </a:lnSpc>
              <a:buClr>
                <a:srgbClr val="000000"/>
              </a:buClr>
              <a:buSzPct val="100000"/>
              <a:buFont typeface="Times New Roman" panose="02020603050405020304" pitchFamily="18" charset="0"/>
              <a:buNone/>
              <a:defRPr/>
            </a:pPr>
            <a:r>
              <a:rPr lang="en-US" altLang="en-US" sz="900" b="1" dirty="0">
                <a:latin typeface="Courier New" pitchFamily="49" charset="0"/>
                <a:ea typeface="+mn-ea"/>
              </a:rPr>
              <a:t>            X &lt;= 1;</a:t>
            </a:r>
          </a:p>
          <a:p>
            <a:pPr eaLnBrk="1">
              <a:lnSpc>
                <a:spcPct val="93000"/>
              </a:lnSpc>
              <a:buClr>
                <a:srgbClr val="000000"/>
              </a:buClr>
              <a:buSzPct val="100000"/>
              <a:buFont typeface="Times New Roman" panose="02020603050405020304" pitchFamily="18" charset="0"/>
              <a:buNone/>
              <a:defRPr/>
            </a:pPr>
            <a:r>
              <a:rPr lang="en-US" altLang="en-US" sz="900" b="1" dirty="0">
                <a:latin typeface="Courier New" pitchFamily="49" charset="0"/>
                <a:ea typeface="+mn-ea"/>
              </a:rPr>
              <a:t>            </a:t>
            </a:r>
            <a:r>
              <a:rPr lang="en-US" altLang="en-US" sz="900" b="1" dirty="0" err="1">
                <a:latin typeface="Courier New" pitchFamily="49" charset="0"/>
                <a:ea typeface="+mn-ea"/>
              </a:rPr>
              <a:t>StateNext</a:t>
            </a:r>
            <a:r>
              <a:rPr lang="en-US" altLang="en-US" sz="900" b="1" dirty="0">
                <a:latin typeface="Courier New" pitchFamily="49" charset="0"/>
                <a:ea typeface="+mn-ea"/>
              </a:rPr>
              <a:t> &lt;= </a:t>
            </a:r>
            <a:r>
              <a:rPr lang="en-US" altLang="en-US" sz="900" b="1" dirty="0" err="1">
                <a:latin typeface="Courier New" pitchFamily="49" charset="0"/>
                <a:ea typeface="+mn-ea"/>
              </a:rPr>
              <a:t>S_Off</a:t>
            </a:r>
            <a:r>
              <a:rPr lang="en-US" altLang="en-US" sz="900" b="1" dirty="0">
                <a:latin typeface="Courier New" pitchFamily="49" charset="0"/>
                <a:ea typeface="+mn-ea"/>
              </a:rPr>
              <a:t>;</a:t>
            </a:r>
          </a:p>
          <a:p>
            <a:pPr eaLnBrk="1">
              <a:lnSpc>
                <a:spcPct val="93000"/>
              </a:lnSpc>
              <a:buClr>
                <a:srgbClr val="000000"/>
              </a:buClr>
              <a:buSzPct val="100000"/>
              <a:buFont typeface="Times New Roman" panose="02020603050405020304" pitchFamily="18" charset="0"/>
              <a:buNone/>
              <a:defRPr/>
            </a:pPr>
            <a:r>
              <a:rPr lang="en-US" altLang="en-US" sz="900" b="1" dirty="0">
                <a:latin typeface="Courier New" pitchFamily="49" charset="0"/>
                <a:ea typeface="+mn-ea"/>
              </a:rPr>
              <a:t>         end</a:t>
            </a:r>
          </a:p>
          <a:p>
            <a:pPr eaLnBrk="1">
              <a:lnSpc>
                <a:spcPct val="93000"/>
              </a:lnSpc>
              <a:buClr>
                <a:srgbClr val="000000"/>
              </a:buClr>
              <a:buSzPct val="100000"/>
              <a:buFont typeface="Times New Roman" panose="02020603050405020304" pitchFamily="18" charset="0"/>
              <a:buNone/>
              <a:defRPr/>
            </a:pPr>
            <a:r>
              <a:rPr lang="en-US" altLang="en-US" sz="900" b="1" dirty="0">
                <a:latin typeface="Courier New" pitchFamily="49" charset="0"/>
                <a:ea typeface="+mn-ea"/>
              </a:rPr>
              <a:t>      </a:t>
            </a:r>
            <a:r>
              <a:rPr lang="en-US" altLang="en-US" sz="900" b="1" dirty="0" err="1">
                <a:latin typeface="Courier New" pitchFamily="49" charset="0"/>
                <a:ea typeface="+mn-ea"/>
              </a:rPr>
              <a:t>endcase</a:t>
            </a:r>
            <a:endParaRPr lang="en-US" altLang="en-US" sz="900" b="1" dirty="0">
              <a:latin typeface="Courier New" pitchFamily="49" charset="0"/>
              <a:ea typeface="+mn-ea"/>
            </a:endParaRPr>
          </a:p>
          <a:p>
            <a:pPr eaLnBrk="1">
              <a:lnSpc>
                <a:spcPct val="93000"/>
              </a:lnSpc>
              <a:buClr>
                <a:srgbClr val="000000"/>
              </a:buClr>
              <a:buSzPct val="100000"/>
              <a:buFont typeface="Times New Roman" panose="02020603050405020304" pitchFamily="18" charset="0"/>
              <a:buNone/>
              <a:defRPr/>
            </a:pPr>
            <a:r>
              <a:rPr lang="en-US" altLang="en-US" sz="900" b="1" dirty="0">
                <a:latin typeface="Courier New" pitchFamily="49" charset="0"/>
                <a:ea typeface="+mn-ea"/>
              </a:rPr>
              <a:t>   end</a:t>
            </a:r>
          </a:p>
        </p:txBody>
      </p:sp>
      <p:sp>
        <p:nvSpPr>
          <p:cNvPr id="7189" name="Line 197"/>
          <p:cNvSpPr>
            <a:spLocks noChangeShapeType="1"/>
          </p:cNvSpPr>
          <p:nvPr/>
        </p:nvSpPr>
        <p:spPr bwMode="auto">
          <a:xfrm>
            <a:off x="7777914" y="2565400"/>
            <a:ext cx="0" cy="360363"/>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GB"/>
          </a:p>
        </p:txBody>
      </p:sp>
      <p:pic>
        <p:nvPicPr>
          <p:cNvPr id="7191" name="Picture 20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327064" y="1628775"/>
            <a:ext cx="900112" cy="8747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7193" name="Rectangle 1"/>
          <p:cNvSpPr>
            <a:spLocks noGrp="1" noChangeArrowheads="1"/>
          </p:cNvSpPr>
          <p:nvPr>
            <p:ph type="title" idx="4294967295"/>
          </p:nvPr>
        </p:nvSpPr>
        <p:spPr>
          <a:xfrm>
            <a:off x="460375" y="534988"/>
            <a:ext cx="8223250" cy="914400"/>
          </a:xfrm>
        </p:spPr>
        <p:txBody>
          <a:bodyPr/>
          <a:lstStyle/>
          <a:p>
            <a:pPr eaLnBrk="1">
              <a:lnSpc>
                <a:spcPct val="100000"/>
              </a:lnSpc>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pPr>
            <a:r>
              <a:rPr lang="de-DE" altLang="en-US" dirty="0">
                <a:latin typeface="Frutiger LT Com 45 Light" charset="0"/>
              </a:rPr>
              <a:t>3. Digital Systems </a:t>
            </a:r>
            <a:r>
              <a:rPr lang="de-DE" altLang="en-US" dirty="0" err="1">
                <a:latin typeface="Frutiger LT Com 45 Light" charset="0"/>
              </a:rPr>
              <a:t>and</a:t>
            </a:r>
            <a:r>
              <a:rPr lang="de-DE" altLang="en-US" dirty="0">
                <a:latin typeface="Frutiger LT Com 45 Light" charset="0"/>
              </a:rPr>
              <a:t> HDLs</a:t>
            </a:r>
            <a:endParaRPr lang="de-DE" altLang="en-US" b="1" dirty="0">
              <a:latin typeface="Frutiger LT Com 45 Light" charset="0"/>
            </a:endParaRPr>
          </a:p>
        </p:txBody>
      </p:sp>
    </p:spTree>
    <p:extLst>
      <p:ext uri="{BB962C8B-B14F-4D97-AF65-F5344CB8AC3E}">
        <p14:creationId xmlns:p14="http://schemas.microsoft.com/office/powerpoint/2010/main" val="1127093328"/>
      </p:ext>
    </p:extLst>
  </p:cSld>
  <p:clrMapOvr>
    <a:masterClrMapping/>
  </p:clrMapOvr>
  <mc:AlternateContent xmlns:mc="http://schemas.openxmlformats.org/markup-compatibility/2006" xmlns:p14="http://schemas.microsoft.com/office/powerpoint/2010/main">
    <mc:Choice Requires="p14">
      <p:transition spd="slow" p14:dur="2000" advTm="44427"/>
    </mc:Choice>
    <mc:Fallback xmlns="">
      <p:transition spd="slow" advTm="44427"/>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Content Placeholder 2"/>
          <p:cNvSpPr>
            <a:spLocks noGrp="1"/>
          </p:cNvSpPr>
          <p:nvPr>
            <p:ph idx="1"/>
          </p:nvPr>
        </p:nvSpPr>
        <p:spPr>
          <a:xfrm>
            <a:off x="460375" y="1906588"/>
            <a:ext cx="4943475" cy="3884612"/>
          </a:xfrm>
        </p:spPr>
        <p:txBody>
          <a:bodyPr/>
          <a:lstStyle/>
          <a:p>
            <a:pPr marL="268288" indent="-268288">
              <a:spcAft>
                <a:spcPct val="40000"/>
              </a:spcAft>
              <a:buClr>
                <a:srgbClr val="00B050"/>
              </a:buClr>
              <a:buFont typeface="Wingdings" panose="05000000000000000000" pitchFamily="2" charset="2"/>
              <a:buChar char="n"/>
            </a:pPr>
            <a:r>
              <a:rPr lang="en-US" altLang="en-US" b="1" dirty="0">
                <a:solidFill>
                  <a:schemeClr val="tx1"/>
                </a:solidFill>
              </a:rPr>
              <a:t>VHDL</a:t>
            </a:r>
            <a:r>
              <a:rPr lang="en-US" altLang="en-US" dirty="0">
                <a:solidFill>
                  <a:schemeClr val="tx1"/>
                </a:solidFill>
              </a:rPr>
              <a:t> </a:t>
            </a:r>
          </a:p>
          <a:p>
            <a:pPr marL="1219200" lvl="1" indent="-234950">
              <a:lnSpc>
                <a:spcPct val="90000"/>
              </a:lnSpc>
              <a:spcAft>
                <a:spcPct val="40000"/>
              </a:spcAft>
              <a:buClr>
                <a:schemeClr val="bg2"/>
              </a:buClr>
              <a:buFont typeface="Wingdings" panose="05000000000000000000" pitchFamily="2" charset="2"/>
              <a:buChar char="n"/>
            </a:pPr>
            <a:r>
              <a:rPr lang="en-US" altLang="en-US" b="1" dirty="0">
                <a:solidFill>
                  <a:schemeClr val="tx1"/>
                </a:solidFill>
              </a:rPr>
              <a:t>V</a:t>
            </a:r>
            <a:r>
              <a:rPr lang="en-US" altLang="en-US" dirty="0">
                <a:solidFill>
                  <a:schemeClr val="tx1"/>
                </a:solidFill>
              </a:rPr>
              <a:t>HSIC* </a:t>
            </a:r>
            <a:r>
              <a:rPr lang="en-US" altLang="en-US" b="1" dirty="0">
                <a:solidFill>
                  <a:schemeClr val="tx1"/>
                </a:solidFill>
              </a:rPr>
              <a:t>H</a:t>
            </a:r>
            <a:r>
              <a:rPr lang="en-US" altLang="en-US" dirty="0">
                <a:solidFill>
                  <a:schemeClr val="tx1"/>
                </a:solidFill>
              </a:rPr>
              <a:t>ardware </a:t>
            </a:r>
            <a:r>
              <a:rPr lang="en-US" altLang="en-US" b="1" dirty="0">
                <a:solidFill>
                  <a:schemeClr val="tx1"/>
                </a:solidFill>
              </a:rPr>
              <a:t>D</a:t>
            </a:r>
            <a:r>
              <a:rPr lang="en-US" altLang="en-US" dirty="0">
                <a:solidFill>
                  <a:schemeClr val="tx1"/>
                </a:solidFill>
              </a:rPr>
              <a:t>escription </a:t>
            </a:r>
            <a:r>
              <a:rPr lang="en-US" altLang="en-US" b="1" dirty="0">
                <a:solidFill>
                  <a:schemeClr val="tx1"/>
                </a:solidFill>
              </a:rPr>
              <a:t>L</a:t>
            </a:r>
            <a:r>
              <a:rPr lang="en-US" altLang="en-US" dirty="0">
                <a:solidFill>
                  <a:schemeClr val="tx1"/>
                </a:solidFill>
              </a:rPr>
              <a:t>anguage </a:t>
            </a:r>
          </a:p>
          <a:p>
            <a:pPr marL="1219200" lvl="1" indent="-234950">
              <a:lnSpc>
                <a:spcPct val="90000"/>
              </a:lnSpc>
              <a:spcAft>
                <a:spcPct val="40000"/>
              </a:spcAft>
              <a:buClr>
                <a:schemeClr val="bg2"/>
              </a:buClr>
              <a:buFont typeface="Wingdings" panose="05000000000000000000" pitchFamily="2" charset="2"/>
              <a:buChar char="n"/>
            </a:pPr>
            <a:r>
              <a:rPr lang="en-US" altLang="en-US" dirty="0">
                <a:solidFill>
                  <a:schemeClr val="tx1"/>
                </a:solidFill>
              </a:rPr>
              <a:t>Defined in 1980s</a:t>
            </a:r>
          </a:p>
          <a:p>
            <a:pPr marL="1219200" lvl="1" indent="-234950">
              <a:lnSpc>
                <a:spcPct val="90000"/>
              </a:lnSpc>
              <a:spcAft>
                <a:spcPct val="40000"/>
              </a:spcAft>
              <a:buClr>
                <a:schemeClr val="bg2"/>
              </a:buClr>
              <a:buFont typeface="Wingdings" panose="05000000000000000000" pitchFamily="2" charset="2"/>
              <a:buChar char="n"/>
            </a:pPr>
            <a:r>
              <a:rPr lang="en-US" altLang="en-US" dirty="0">
                <a:solidFill>
                  <a:schemeClr val="tx1"/>
                </a:solidFill>
              </a:rPr>
              <a:t>U.S. Dept. of Defense project / IEEE standard ("1076") in 1987</a:t>
            </a:r>
          </a:p>
          <a:p>
            <a:pPr marL="268288" indent="-268288">
              <a:lnSpc>
                <a:spcPct val="90000"/>
              </a:lnSpc>
              <a:spcAft>
                <a:spcPct val="40000"/>
              </a:spcAft>
              <a:buClr>
                <a:srgbClr val="00B050"/>
              </a:buClr>
              <a:buFont typeface="Wingdings" panose="05000000000000000000" pitchFamily="2" charset="2"/>
              <a:buChar char="n"/>
            </a:pPr>
            <a:r>
              <a:rPr lang="en-US" altLang="en-US" b="1" dirty="0">
                <a:solidFill>
                  <a:schemeClr val="tx1"/>
                </a:solidFill>
              </a:rPr>
              <a:t>Verilog</a:t>
            </a:r>
          </a:p>
          <a:p>
            <a:pPr marL="1219200" lvl="1" indent="-234950">
              <a:lnSpc>
                <a:spcPct val="90000"/>
              </a:lnSpc>
              <a:spcAft>
                <a:spcPct val="40000"/>
              </a:spcAft>
              <a:buClr>
                <a:schemeClr val="bg2"/>
              </a:buClr>
              <a:buFont typeface="Wingdings" panose="05000000000000000000" pitchFamily="2" charset="2"/>
              <a:buChar char="n"/>
            </a:pPr>
            <a:r>
              <a:rPr lang="en-US" altLang="en-US" dirty="0">
                <a:solidFill>
                  <a:schemeClr val="tx1"/>
                </a:solidFill>
              </a:rPr>
              <a:t>Defined in 1985 at Gateway Design Automation Inc</a:t>
            </a:r>
          </a:p>
          <a:p>
            <a:pPr marL="1219200" lvl="1" indent="-234950">
              <a:lnSpc>
                <a:spcPct val="90000"/>
              </a:lnSpc>
              <a:spcAft>
                <a:spcPct val="40000"/>
              </a:spcAft>
              <a:buClr>
                <a:schemeClr val="bg2"/>
              </a:buClr>
              <a:buFont typeface="Wingdings" panose="05000000000000000000" pitchFamily="2" charset="2"/>
              <a:buChar char="n"/>
            </a:pPr>
            <a:r>
              <a:rPr lang="en-US" altLang="en-US" dirty="0">
                <a:solidFill>
                  <a:schemeClr val="tx1"/>
                </a:solidFill>
              </a:rPr>
              <a:t>C-like syntax</a:t>
            </a:r>
          </a:p>
          <a:p>
            <a:pPr marL="1219200" lvl="1" indent="-234950">
              <a:lnSpc>
                <a:spcPct val="90000"/>
              </a:lnSpc>
              <a:spcAft>
                <a:spcPct val="40000"/>
              </a:spcAft>
              <a:buClr>
                <a:schemeClr val="bg2"/>
              </a:buClr>
              <a:buFont typeface="Wingdings" panose="05000000000000000000" pitchFamily="2" charset="2"/>
              <a:buChar char="n"/>
            </a:pPr>
            <a:r>
              <a:rPr lang="en-US" altLang="en-US" dirty="0">
                <a:solidFill>
                  <a:schemeClr val="tx1"/>
                </a:solidFill>
              </a:rPr>
              <a:t>IEEE standard ("1364") in 1995, revised in 2002, and again in 2005.</a:t>
            </a:r>
          </a:p>
          <a:p>
            <a:pPr marL="268288" indent="-268288">
              <a:lnSpc>
                <a:spcPct val="90000"/>
              </a:lnSpc>
              <a:spcAft>
                <a:spcPct val="40000"/>
              </a:spcAft>
              <a:buClr>
                <a:srgbClr val="FF0000"/>
              </a:buClr>
              <a:buFont typeface="Wingdings" panose="05000000000000000000" pitchFamily="2" charset="2"/>
              <a:buChar char="n"/>
            </a:pPr>
            <a:endParaRPr lang="en-US" altLang="en-US" dirty="0">
              <a:solidFill>
                <a:schemeClr val="tx1"/>
              </a:solidFill>
            </a:endParaRPr>
          </a:p>
          <a:p>
            <a:pPr marL="1219200" lvl="1" indent="-234950">
              <a:spcAft>
                <a:spcPct val="40000"/>
              </a:spcAft>
              <a:buClr>
                <a:schemeClr val="bg2"/>
              </a:buClr>
              <a:buFont typeface="Wingdings" panose="05000000000000000000" pitchFamily="2" charset="2"/>
              <a:buChar char="n"/>
            </a:pPr>
            <a:endParaRPr lang="en-CA" altLang="en-US" sz="1600" dirty="0">
              <a:solidFill>
                <a:schemeClr val="tx1"/>
              </a:solidFill>
            </a:endParaRPr>
          </a:p>
          <a:p>
            <a:pPr marL="1219200" lvl="1" indent="-234950">
              <a:spcAft>
                <a:spcPct val="40000"/>
              </a:spcAft>
              <a:buClr>
                <a:schemeClr val="bg2"/>
              </a:buClr>
              <a:buFont typeface="Wingdings" panose="05000000000000000000" pitchFamily="2" charset="2"/>
              <a:buChar char="n"/>
            </a:pPr>
            <a:endParaRPr lang="en-CA" altLang="en-US" sz="1600" dirty="0">
              <a:solidFill>
                <a:schemeClr val="tx1"/>
              </a:solidFill>
            </a:endParaRPr>
          </a:p>
          <a:p>
            <a:pPr marL="1219200" lvl="1" indent="-234950">
              <a:spcAft>
                <a:spcPct val="40000"/>
              </a:spcAft>
              <a:buClr>
                <a:schemeClr val="bg2"/>
              </a:buClr>
              <a:buFont typeface="Wingdings" panose="05000000000000000000" pitchFamily="2" charset="2"/>
              <a:buChar char="n"/>
            </a:pPr>
            <a:endParaRPr lang="en-CA" altLang="en-US" sz="1600" dirty="0">
              <a:solidFill>
                <a:schemeClr val="tx1"/>
              </a:solidFill>
            </a:endParaRPr>
          </a:p>
          <a:p>
            <a:pPr marL="1219200" lvl="1" indent="-234950">
              <a:spcAft>
                <a:spcPct val="40000"/>
              </a:spcAft>
              <a:buClr>
                <a:schemeClr val="bg2"/>
              </a:buClr>
              <a:buFont typeface="Wingdings" panose="05000000000000000000" pitchFamily="2" charset="2"/>
              <a:buChar char="n"/>
            </a:pPr>
            <a:endParaRPr lang="en-CA" altLang="en-US" dirty="0">
              <a:solidFill>
                <a:schemeClr val="tx1"/>
              </a:solidFill>
            </a:endParaRPr>
          </a:p>
        </p:txBody>
      </p:sp>
      <p:sp>
        <p:nvSpPr>
          <p:cNvPr id="8195" name="Slide Number Placeholder 3"/>
          <p:cNvSpPr>
            <a:spLocks noGrp="1"/>
          </p:cNvSpPr>
          <p:nvPr>
            <p:ph type="sldNum" sz="quarter" idx="4294967295"/>
          </p:nvPr>
        </p:nvSpPr>
        <p:spPr>
          <a:xfrm>
            <a:off x="3506788" y="6323013"/>
            <a:ext cx="2132012" cy="363537"/>
          </a:xfrm>
          <a:prstGeom prst="rect">
            <a:avLst/>
          </a:prstGeom>
          <a:noFill/>
          <a:extLst>
            <a:ext uri="{91240B29-F687-4F45-9708-019B960494DF}">
              <a14:hiddenLine xmlns:a14="http://schemas.microsoft.com/office/drawing/2010/main" w="9525">
                <a:solidFill>
                  <a:srgbClr val="3465AF"/>
                </a:solidFill>
                <a:round/>
                <a:headEnd/>
                <a:tailEnd/>
              </a14:hiddenLine>
            </a:ext>
          </a:extLst>
        </p:spPr>
        <p:txBody>
          <a:bodyPr/>
          <a:lstStyle>
            <a:lvl1pPr>
              <a:lnSpc>
                <a:spcPct val="97000"/>
              </a:lnSpc>
              <a:spcAft>
                <a:spcPts val="1425"/>
              </a:spcAft>
              <a:buClr>
                <a:srgbClr val="000000"/>
              </a:buClr>
              <a:buSzPct val="100000"/>
              <a:buFont typeface="Times New Roman" panose="02020603050405020304" pitchFamily="18" charset="0"/>
              <a:tabLst>
                <a:tab pos="449263" algn="l"/>
                <a:tab pos="898525" algn="l"/>
                <a:tab pos="1347788" algn="l"/>
                <a:tab pos="1797050" algn="l"/>
              </a:tabLst>
              <a:defRPr>
                <a:solidFill>
                  <a:srgbClr val="000000"/>
                </a:solidFill>
                <a:latin typeface="Frutiger LT Com 55 Roman" pitchFamily="1" charset="0"/>
                <a:ea typeface="DejaVu Sans" pitchFamily="34" charset="0"/>
                <a:cs typeface="DejaVu Sans" pitchFamily="34" charset="0"/>
              </a:defRPr>
            </a:lvl1pPr>
            <a:lvl2pPr>
              <a:lnSpc>
                <a:spcPct val="97000"/>
              </a:lnSpc>
              <a:spcAft>
                <a:spcPts val="1138"/>
              </a:spcAft>
              <a:buClr>
                <a:srgbClr val="000000"/>
              </a:buClr>
              <a:buSzPct val="100000"/>
              <a:buFont typeface="Times New Roman" panose="02020603050405020304" pitchFamily="18" charset="0"/>
              <a:tabLst>
                <a:tab pos="449263" algn="l"/>
                <a:tab pos="898525" algn="l"/>
                <a:tab pos="1347788" algn="l"/>
                <a:tab pos="1797050" algn="l"/>
              </a:tabLst>
              <a:defRPr>
                <a:solidFill>
                  <a:srgbClr val="000000"/>
                </a:solidFill>
                <a:latin typeface="Frutiger LT Com 55 Roman" pitchFamily="1" charset="0"/>
                <a:ea typeface="DejaVu Sans" pitchFamily="34" charset="0"/>
                <a:cs typeface="DejaVu Sans" pitchFamily="34" charset="0"/>
              </a:defRPr>
            </a:lvl2pPr>
            <a:lvl3pPr>
              <a:lnSpc>
                <a:spcPct val="97000"/>
              </a:lnSpc>
              <a:spcAft>
                <a:spcPts val="850"/>
              </a:spcAft>
              <a:buClr>
                <a:srgbClr val="000000"/>
              </a:buClr>
              <a:buSzPct val="100000"/>
              <a:buFont typeface="Times New Roman" panose="02020603050405020304" pitchFamily="18" charset="0"/>
              <a:tabLst>
                <a:tab pos="449263" algn="l"/>
                <a:tab pos="898525" algn="l"/>
                <a:tab pos="1347788" algn="l"/>
                <a:tab pos="1797050" algn="l"/>
              </a:tabLst>
              <a:defRPr>
                <a:solidFill>
                  <a:srgbClr val="000000"/>
                </a:solidFill>
                <a:latin typeface="Frutiger LT Com 55 Roman" pitchFamily="1" charset="0"/>
                <a:ea typeface="DejaVu Sans" pitchFamily="34" charset="0"/>
                <a:cs typeface="DejaVu Sans" pitchFamily="34" charset="0"/>
              </a:defRPr>
            </a:lvl3pPr>
            <a:lvl4pPr>
              <a:lnSpc>
                <a:spcPct val="97000"/>
              </a:lnSpc>
              <a:spcAft>
                <a:spcPts val="575"/>
              </a:spcAft>
              <a:buClr>
                <a:srgbClr val="000000"/>
              </a:buClr>
              <a:buSzPct val="100000"/>
              <a:buFont typeface="Times New Roman" panose="02020603050405020304" pitchFamily="18" charset="0"/>
              <a:tabLst>
                <a:tab pos="449263" algn="l"/>
                <a:tab pos="898525" algn="l"/>
                <a:tab pos="1347788" algn="l"/>
                <a:tab pos="1797050" algn="l"/>
              </a:tabLst>
              <a:defRPr>
                <a:solidFill>
                  <a:srgbClr val="000000"/>
                </a:solidFill>
                <a:latin typeface="Frutiger LT Com 55 Roman" pitchFamily="1" charset="0"/>
                <a:ea typeface="DejaVu Sans" pitchFamily="34" charset="0"/>
                <a:cs typeface="DejaVu Sans" pitchFamily="34" charset="0"/>
              </a:defRPr>
            </a:lvl4pPr>
            <a:lvl5pPr>
              <a:lnSpc>
                <a:spcPct val="97000"/>
              </a:lnSpc>
              <a:spcAft>
                <a:spcPts val="288"/>
              </a:spcAft>
              <a:buClr>
                <a:srgbClr val="000000"/>
              </a:buClr>
              <a:buSzPct val="100000"/>
              <a:buFont typeface="Times New Roman" panose="02020603050405020304" pitchFamily="18" charset="0"/>
              <a:tabLst>
                <a:tab pos="449263" algn="l"/>
                <a:tab pos="898525" algn="l"/>
                <a:tab pos="1347788" algn="l"/>
                <a:tab pos="1797050" algn="l"/>
              </a:tabLst>
              <a:defRPr sz="2000">
                <a:solidFill>
                  <a:srgbClr val="000000"/>
                </a:solidFill>
                <a:latin typeface="Frutiger LT Com 55 Roman" pitchFamily="1" charset="0"/>
                <a:ea typeface="DejaVu Sans" pitchFamily="34" charset="0"/>
                <a:cs typeface="DejaVu Sans" pitchFamily="34" charset="0"/>
              </a:defRPr>
            </a:lvl5pPr>
            <a:lvl6pPr marL="2514600" indent="-228600" defTabSz="449263" eaLnBrk="0" fontAlgn="base" hangingPunct="0">
              <a:lnSpc>
                <a:spcPct val="97000"/>
              </a:lnSpc>
              <a:spcBef>
                <a:spcPct val="0"/>
              </a:spcBef>
              <a:spcAft>
                <a:spcPts val="288"/>
              </a:spcAft>
              <a:buClr>
                <a:srgbClr val="000000"/>
              </a:buClr>
              <a:buSzPct val="100000"/>
              <a:buFont typeface="Times New Roman" panose="02020603050405020304" pitchFamily="18" charset="0"/>
              <a:tabLst>
                <a:tab pos="449263" algn="l"/>
                <a:tab pos="898525" algn="l"/>
                <a:tab pos="1347788" algn="l"/>
                <a:tab pos="1797050" algn="l"/>
              </a:tabLst>
              <a:defRPr sz="2000">
                <a:solidFill>
                  <a:srgbClr val="000000"/>
                </a:solidFill>
                <a:latin typeface="Frutiger LT Com 55 Roman" pitchFamily="1" charset="0"/>
                <a:ea typeface="DejaVu Sans" pitchFamily="34" charset="0"/>
                <a:cs typeface="DejaVu Sans" pitchFamily="34" charset="0"/>
              </a:defRPr>
            </a:lvl6pPr>
            <a:lvl7pPr marL="2971800" indent="-228600" defTabSz="449263" eaLnBrk="0" fontAlgn="base" hangingPunct="0">
              <a:lnSpc>
                <a:spcPct val="97000"/>
              </a:lnSpc>
              <a:spcBef>
                <a:spcPct val="0"/>
              </a:spcBef>
              <a:spcAft>
                <a:spcPts val="288"/>
              </a:spcAft>
              <a:buClr>
                <a:srgbClr val="000000"/>
              </a:buClr>
              <a:buSzPct val="100000"/>
              <a:buFont typeface="Times New Roman" panose="02020603050405020304" pitchFamily="18" charset="0"/>
              <a:tabLst>
                <a:tab pos="449263" algn="l"/>
                <a:tab pos="898525" algn="l"/>
                <a:tab pos="1347788" algn="l"/>
                <a:tab pos="1797050" algn="l"/>
              </a:tabLst>
              <a:defRPr sz="2000">
                <a:solidFill>
                  <a:srgbClr val="000000"/>
                </a:solidFill>
                <a:latin typeface="Frutiger LT Com 55 Roman" pitchFamily="1" charset="0"/>
                <a:ea typeface="DejaVu Sans" pitchFamily="34" charset="0"/>
                <a:cs typeface="DejaVu Sans" pitchFamily="34" charset="0"/>
              </a:defRPr>
            </a:lvl7pPr>
            <a:lvl8pPr marL="3429000" indent="-228600" defTabSz="449263" eaLnBrk="0" fontAlgn="base" hangingPunct="0">
              <a:lnSpc>
                <a:spcPct val="97000"/>
              </a:lnSpc>
              <a:spcBef>
                <a:spcPct val="0"/>
              </a:spcBef>
              <a:spcAft>
                <a:spcPts val="288"/>
              </a:spcAft>
              <a:buClr>
                <a:srgbClr val="000000"/>
              </a:buClr>
              <a:buSzPct val="100000"/>
              <a:buFont typeface="Times New Roman" panose="02020603050405020304" pitchFamily="18" charset="0"/>
              <a:tabLst>
                <a:tab pos="449263" algn="l"/>
                <a:tab pos="898525" algn="l"/>
                <a:tab pos="1347788" algn="l"/>
                <a:tab pos="1797050" algn="l"/>
              </a:tabLst>
              <a:defRPr sz="2000">
                <a:solidFill>
                  <a:srgbClr val="000000"/>
                </a:solidFill>
                <a:latin typeface="Frutiger LT Com 55 Roman" pitchFamily="1" charset="0"/>
                <a:ea typeface="DejaVu Sans" pitchFamily="34" charset="0"/>
                <a:cs typeface="DejaVu Sans" pitchFamily="34" charset="0"/>
              </a:defRPr>
            </a:lvl8pPr>
            <a:lvl9pPr marL="3886200" indent="-228600" defTabSz="449263" eaLnBrk="0" fontAlgn="base" hangingPunct="0">
              <a:lnSpc>
                <a:spcPct val="97000"/>
              </a:lnSpc>
              <a:spcBef>
                <a:spcPct val="0"/>
              </a:spcBef>
              <a:spcAft>
                <a:spcPts val="288"/>
              </a:spcAft>
              <a:buClr>
                <a:srgbClr val="000000"/>
              </a:buClr>
              <a:buSzPct val="100000"/>
              <a:buFont typeface="Times New Roman" panose="02020603050405020304" pitchFamily="18" charset="0"/>
              <a:tabLst>
                <a:tab pos="449263" algn="l"/>
                <a:tab pos="898525" algn="l"/>
                <a:tab pos="1347788" algn="l"/>
                <a:tab pos="1797050" algn="l"/>
              </a:tabLst>
              <a:defRPr sz="2000">
                <a:solidFill>
                  <a:srgbClr val="000000"/>
                </a:solidFill>
                <a:latin typeface="Frutiger LT Com 55 Roman" pitchFamily="1" charset="0"/>
                <a:ea typeface="DejaVu Sans" pitchFamily="34" charset="0"/>
                <a:cs typeface="DejaVu Sans" pitchFamily="34" charset="0"/>
              </a:defRPr>
            </a:lvl9pPr>
          </a:lstStyle>
          <a:p>
            <a:pPr>
              <a:lnSpc>
                <a:spcPct val="100000"/>
              </a:lnSpc>
              <a:spcAft>
                <a:spcPct val="0"/>
              </a:spcAft>
            </a:pPr>
            <a:fld id="{469F7D28-126D-442A-99A9-3C9F489FF35A}" type="slidenum">
              <a:rPr lang="en-US" altLang="en-US">
                <a:solidFill>
                  <a:srgbClr val="B2B2B2"/>
                </a:solidFill>
              </a:rPr>
              <a:pPr>
                <a:lnSpc>
                  <a:spcPct val="100000"/>
                </a:lnSpc>
                <a:spcAft>
                  <a:spcPct val="0"/>
                </a:spcAft>
              </a:pPr>
              <a:t>23</a:t>
            </a:fld>
            <a:endParaRPr lang="en-US" altLang="en-US">
              <a:solidFill>
                <a:srgbClr val="B2B2B2"/>
              </a:solidFill>
            </a:endParaRPr>
          </a:p>
        </p:txBody>
      </p:sp>
      <p:sp>
        <p:nvSpPr>
          <p:cNvPr id="8196" name="Rectangle 95"/>
          <p:cNvSpPr>
            <a:spLocks noChangeArrowheads="1"/>
          </p:cNvSpPr>
          <p:nvPr/>
        </p:nvSpPr>
        <p:spPr bwMode="auto">
          <a:xfrm>
            <a:off x="4686300" y="2222500"/>
            <a:ext cx="1588"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1">
              <a:lnSpc>
                <a:spcPct val="93000"/>
              </a:lnSpc>
              <a:buClr>
                <a:srgbClr val="000000"/>
              </a:buClr>
              <a:buSzPct val="100000"/>
              <a:buFont typeface="Times New Roman" panose="02020603050405020304" pitchFamily="18" charset="0"/>
              <a:buNone/>
            </a:pPr>
            <a:endParaRPr lang="en-US" altLang="en-US" sz="2400"/>
          </a:p>
        </p:txBody>
      </p:sp>
      <p:sp>
        <p:nvSpPr>
          <p:cNvPr id="8197" name="Rectangle 96"/>
          <p:cNvSpPr>
            <a:spLocks noChangeArrowheads="1"/>
          </p:cNvSpPr>
          <p:nvPr/>
        </p:nvSpPr>
        <p:spPr bwMode="auto">
          <a:xfrm>
            <a:off x="5087938" y="2220913"/>
            <a:ext cx="1587"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1">
              <a:lnSpc>
                <a:spcPct val="93000"/>
              </a:lnSpc>
              <a:buClr>
                <a:srgbClr val="000000"/>
              </a:buClr>
              <a:buSzPct val="100000"/>
              <a:buFont typeface="Times New Roman" panose="02020603050405020304" pitchFamily="18" charset="0"/>
              <a:buNone/>
            </a:pPr>
            <a:endParaRPr lang="en-US" altLang="en-US" sz="2400"/>
          </a:p>
        </p:txBody>
      </p:sp>
      <p:sp>
        <p:nvSpPr>
          <p:cNvPr id="8198" name="Rectangle 97"/>
          <p:cNvSpPr>
            <a:spLocks noChangeArrowheads="1"/>
          </p:cNvSpPr>
          <p:nvPr/>
        </p:nvSpPr>
        <p:spPr bwMode="auto">
          <a:xfrm>
            <a:off x="5164138" y="2220913"/>
            <a:ext cx="1587"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1">
              <a:lnSpc>
                <a:spcPct val="93000"/>
              </a:lnSpc>
              <a:buClr>
                <a:srgbClr val="000000"/>
              </a:buClr>
              <a:buSzPct val="100000"/>
              <a:buFont typeface="Times New Roman" panose="02020603050405020304" pitchFamily="18" charset="0"/>
              <a:buNone/>
            </a:pPr>
            <a:endParaRPr lang="en-US" altLang="en-US" sz="2400"/>
          </a:p>
        </p:txBody>
      </p:sp>
      <p:sp>
        <p:nvSpPr>
          <p:cNvPr id="8199" name="Rectangle 98"/>
          <p:cNvSpPr>
            <a:spLocks noChangeArrowheads="1"/>
          </p:cNvSpPr>
          <p:nvPr/>
        </p:nvSpPr>
        <p:spPr bwMode="auto">
          <a:xfrm>
            <a:off x="5699125" y="2220913"/>
            <a:ext cx="1588"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1">
              <a:lnSpc>
                <a:spcPct val="93000"/>
              </a:lnSpc>
              <a:buClr>
                <a:srgbClr val="000000"/>
              </a:buClr>
              <a:buSzPct val="100000"/>
              <a:buFont typeface="Times New Roman" panose="02020603050405020304" pitchFamily="18" charset="0"/>
              <a:buNone/>
            </a:pPr>
            <a:endParaRPr lang="en-US" altLang="en-US" sz="2400"/>
          </a:p>
        </p:txBody>
      </p:sp>
      <p:sp>
        <p:nvSpPr>
          <p:cNvPr id="8200" name="Rectangle 99"/>
          <p:cNvSpPr>
            <a:spLocks noChangeArrowheads="1"/>
          </p:cNvSpPr>
          <p:nvPr/>
        </p:nvSpPr>
        <p:spPr bwMode="auto">
          <a:xfrm>
            <a:off x="5786438" y="2220913"/>
            <a:ext cx="1587"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1">
              <a:lnSpc>
                <a:spcPct val="93000"/>
              </a:lnSpc>
              <a:buClr>
                <a:srgbClr val="000000"/>
              </a:buClr>
              <a:buSzPct val="100000"/>
              <a:buFont typeface="Times New Roman" panose="02020603050405020304" pitchFamily="18" charset="0"/>
              <a:buNone/>
            </a:pPr>
            <a:endParaRPr lang="en-US" altLang="en-US" sz="2400"/>
          </a:p>
        </p:txBody>
      </p:sp>
      <p:sp>
        <p:nvSpPr>
          <p:cNvPr id="8201" name="Rectangle 101"/>
          <p:cNvSpPr>
            <a:spLocks noChangeArrowheads="1"/>
          </p:cNvSpPr>
          <p:nvPr/>
        </p:nvSpPr>
        <p:spPr bwMode="auto">
          <a:xfrm>
            <a:off x="4327525" y="4945063"/>
            <a:ext cx="1588"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1">
              <a:lnSpc>
                <a:spcPct val="93000"/>
              </a:lnSpc>
              <a:buClr>
                <a:srgbClr val="000000"/>
              </a:buClr>
              <a:buSzPct val="100000"/>
              <a:buFont typeface="Times New Roman" panose="02020603050405020304" pitchFamily="18" charset="0"/>
              <a:buNone/>
            </a:pPr>
            <a:endParaRPr lang="en-US" altLang="en-US" sz="2400"/>
          </a:p>
        </p:txBody>
      </p:sp>
      <p:sp>
        <p:nvSpPr>
          <p:cNvPr id="8202" name="Rectangle 102"/>
          <p:cNvSpPr>
            <a:spLocks noChangeArrowheads="1"/>
          </p:cNvSpPr>
          <p:nvPr/>
        </p:nvSpPr>
        <p:spPr bwMode="auto">
          <a:xfrm>
            <a:off x="4379913" y="4945063"/>
            <a:ext cx="1587"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1">
              <a:lnSpc>
                <a:spcPct val="93000"/>
              </a:lnSpc>
              <a:buClr>
                <a:srgbClr val="000000"/>
              </a:buClr>
              <a:buSzPct val="100000"/>
              <a:buFont typeface="Times New Roman" panose="02020603050405020304" pitchFamily="18" charset="0"/>
              <a:buNone/>
            </a:pPr>
            <a:endParaRPr lang="en-US" altLang="en-US" sz="2400"/>
          </a:p>
        </p:txBody>
      </p:sp>
      <p:sp>
        <p:nvSpPr>
          <p:cNvPr id="8203" name="Rectangle 103"/>
          <p:cNvSpPr>
            <a:spLocks noChangeArrowheads="1"/>
          </p:cNvSpPr>
          <p:nvPr/>
        </p:nvSpPr>
        <p:spPr bwMode="auto">
          <a:xfrm>
            <a:off x="4454525" y="4945063"/>
            <a:ext cx="1588"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1">
              <a:lnSpc>
                <a:spcPct val="93000"/>
              </a:lnSpc>
              <a:buClr>
                <a:srgbClr val="000000"/>
              </a:buClr>
              <a:buSzPct val="100000"/>
              <a:buFont typeface="Times New Roman" panose="02020603050405020304" pitchFamily="18" charset="0"/>
              <a:buNone/>
            </a:pPr>
            <a:endParaRPr lang="en-US" altLang="en-US" sz="2400"/>
          </a:p>
        </p:txBody>
      </p:sp>
      <p:sp>
        <p:nvSpPr>
          <p:cNvPr id="8204" name="Rectangle 104"/>
          <p:cNvSpPr>
            <a:spLocks noChangeArrowheads="1"/>
          </p:cNvSpPr>
          <p:nvPr/>
        </p:nvSpPr>
        <p:spPr bwMode="auto">
          <a:xfrm>
            <a:off x="4506913" y="4945063"/>
            <a:ext cx="1587"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1">
              <a:lnSpc>
                <a:spcPct val="93000"/>
              </a:lnSpc>
              <a:buClr>
                <a:srgbClr val="000000"/>
              </a:buClr>
              <a:buSzPct val="100000"/>
              <a:buFont typeface="Times New Roman" panose="02020603050405020304" pitchFamily="18" charset="0"/>
              <a:buNone/>
            </a:pPr>
            <a:endParaRPr lang="en-US" altLang="en-US" sz="2400"/>
          </a:p>
        </p:txBody>
      </p:sp>
      <p:sp>
        <p:nvSpPr>
          <p:cNvPr id="8205" name="Rectangle 105"/>
          <p:cNvSpPr>
            <a:spLocks noChangeArrowheads="1"/>
          </p:cNvSpPr>
          <p:nvPr/>
        </p:nvSpPr>
        <p:spPr bwMode="auto">
          <a:xfrm>
            <a:off x="4619625" y="4945063"/>
            <a:ext cx="1588"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1">
              <a:lnSpc>
                <a:spcPct val="93000"/>
              </a:lnSpc>
              <a:buClr>
                <a:srgbClr val="000000"/>
              </a:buClr>
              <a:buSzPct val="100000"/>
              <a:buFont typeface="Times New Roman" panose="02020603050405020304" pitchFamily="18" charset="0"/>
              <a:buNone/>
            </a:pPr>
            <a:endParaRPr lang="en-US" altLang="en-US" sz="2400"/>
          </a:p>
        </p:txBody>
      </p:sp>
      <p:sp>
        <p:nvSpPr>
          <p:cNvPr id="8206" name="Rectangle 106"/>
          <p:cNvSpPr>
            <a:spLocks noChangeArrowheads="1"/>
          </p:cNvSpPr>
          <p:nvPr/>
        </p:nvSpPr>
        <p:spPr bwMode="auto">
          <a:xfrm>
            <a:off x="4668838" y="4945063"/>
            <a:ext cx="1587"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1">
              <a:lnSpc>
                <a:spcPct val="93000"/>
              </a:lnSpc>
              <a:buClr>
                <a:srgbClr val="000000"/>
              </a:buClr>
              <a:buSzPct val="100000"/>
              <a:buFont typeface="Times New Roman" panose="02020603050405020304" pitchFamily="18" charset="0"/>
              <a:buNone/>
            </a:pPr>
            <a:endParaRPr lang="en-US" altLang="en-US" sz="2400"/>
          </a:p>
        </p:txBody>
      </p:sp>
      <p:sp>
        <p:nvSpPr>
          <p:cNvPr id="8207" name="Rectangle 107"/>
          <p:cNvSpPr>
            <a:spLocks noChangeArrowheads="1"/>
          </p:cNvSpPr>
          <p:nvPr/>
        </p:nvSpPr>
        <p:spPr bwMode="auto">
          <a:xfrm>
            <a:off x="4748213" y="4945063"/>
            <a:ext cx="1587"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1">
              <a:lnSpc>
                <a:spcPct val="93000"/>
              </a:lnSpc>
              <a:buClr>
                <a:srgbClr val="000000"/>
              </a:buClr>
              <a:buSzPct val="100000"/>
              <a:buFont typeface="Times New Roman" panose="02020603050405020304" pitchFamily="18" charset="0"/>
              <a:buNone/>
            </a:pPr>
            <a:endParaRPr lang="en-US" altLang="en-US" sz="2400"/>
          </a:p>
        </p:txBody>
      </p:sp>
      <p:sp>
        <p:nvSpPr>
          <p:cNvPr id="8208" name="Rectangle 108"/>
          <p:cNvSpPr>
            <a:spLocks noChangeArrowheads="1"/>
          </p:cNvSpPr>
          <p:nvPr/>
        </p:nvSpPr>
        <p:spPr bwMode="auto">
          <a:xfrm>
            <a:off x="4835525" y="4945063"/>
            <a:ext cx="1588"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1">
              <a:lnSpc>
                <a:spcPct val="93000"/>
              </a:lnSpc>
              <a:buClr>
                <a:srgbClr val="000000"/>
              </a:buClr>
              <a:buSzPct val="100000"/>
              <a:buFont typeface="Times New Roman" panose="02020603050405020304" pitchFamily="18" charset="0"/>
              <a:buNone/>
            </a:pPr>
            <a:endParaRPr lang="en-US" altLang="en-US" sz="2400"/>
          </a:p>
        </p:txBody>
      </p:sp>
      <p:sp>
        <p:nvSpPr>
          <p:cNvPr id="8209" name="Rectangle 109"/>
          <p:cNvSpPr>
            <a:spLocks noChangeArrowheads="1"/>
          </p:cNvSpPr>
          <p:nvPr/>
        </p:nvSpPr>
        <p:spPr bwMode="auto">
          <a:xfrm>
            <a:off x="4935538" y="4945063"/>
            <a:ext cx="1587"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1">
              <a:lnSpc>
                <a:spcPct val="93000"/>
              </a:lnSpc>
              <a:buClr>
                <a:srgbClr val="000000"/>
              </a:buClr>
              <a:buSzPct val="100000"/>
              <a:buFont typeface="Times New Roman" panose="02020603050405020304" pitchFamily="18" charset="0"/>
              <a:buNone/>
            </a:pPr>
            <a:endParaRPr lang="en-US" altLang="en-US" sz="2400"/>
          </a:p>
        </p:txBody>
      </p:sp>
      <p:sp>
        <p:nvSpPr>
          <p:cNvPr id="8210" name="Rectangle 110"/>
          <p:cNvSpPr>
            <a:spLocks noChangeArrowheads="1"/>
          </p:cNvSpPr>
          <p:nvPr/>
        </p:nvSpPr>
        <p:spPr bwMode="auto">
          <a:xfrm>
            <a:off x="4986338" y="4945063"/>
            <a:ext cx="1587"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1">
              <a:lnSpc>
                <a:spcPct val="93000"/>
              </a:lnSpc>
              <a:buClr>
                <a:srgbClr val="000000"/>
              </a:buClr>
              <a:buSzPct val="100000"/>
              <a:buFont typeface="Times New Roman" panose="02020603050405020304" pitchFamily="18" charset="0"/>
              <a:buNone/>
            </a:pPr>
            <a:endParaRPr lang="en-US" altLang="en-US" sz="2400"/>
          </a:p>
        </p:txBody>
      </p:sp>
      <p:sp>
        <p:nvSpPr>
          <p:cNvPr id="8211" name="Rectangle 1"/>
          <p:cNvSpPr>
            <a:spLocks noGrp="1" noChangeArrowheads="1"/>
          </p:cNvSpPr>
          <p:nvPr>
            <p:ph type="title" idx="4294967295"/>
          </p:nvPr>
        </p:nvSpPr>
        <p:spPr>
          <a:xfrm>
            <a:off x="460375" y="534988"/>
            <a:ext cx="8223250" cy="914400"/>
          </a:xfrm>
        </p:spPr>
        <p:txBody>
          <a:bodyPr/>
          <a:lstStyle/>
          <a:p>
            <a:pPr eaLnBrk="1">
              <a:lnSpc>
                <a:spcPct val="100000"/>
              </a:lnSpc>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pPr>
            <a:r>
              <a:rPr lang="de-DE" altLang="en-US" b="1" dirty="0">
                <a:latin typeface="Frutiger LT Com 45 Light" charset="0"/>
              </a:rPr>
              <a:t>3.1. </a:t>
            </a:r>
            <a:r>
              <a:rPr lang="de-DE" altLang="en-US" b="1" dirty="0" err="1">
                <a:latin typeface="Frutiger LT Com 45 Light" charset="0"/>
              </a:rPr>
              <a:t>Available</a:t>
            </a:r>
            <a:r>
              <a:rPr lang="de-DE" altLang="en-US" b="1" dirty="0">
                <a:latin typeface="Frutiger LT Com 45 Light" charset="0"/>
              </a:rPr>
              <a:t> HDLs</a:t>
            </a:r>
          </a:p>
        </p:txBody>
      </p:sp>
      <p:sp>
        <p:nvSpPr>
          <p:cNvPr id="8212" name="Rectangle 73"/>
          <p:cNvSpPr>
            <a:spLocks noChangeArrowheads="1"/>
          </p:cNvSpPr>
          <p:nvPr/>
        </p:nvSpPr>
        <p:spPr bwMode="auto">
          <a:xfrm>
            <a:off x="5672138" y="1995488"/>
            <a:ext cx="3355975" cy="1917700"/>
          </a:xfrm>
          <a:prstGeom prst="rect">
            <a:avLst/>
          </a:prstGeom>
          <a:solidFill>
            <a:srgbClr val="D4E0F3"/>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a:lnSpc>
                <a:spcPct val="93000"/>
              </a:lnSpc>
              <a:buClr>
                <a:srgbClr val="000000"/>
              </a:buClr>
              <a:buSzPct val="100000"/>
              <a:buFont typeface="Times New Roman" panose="02020603050405020304" pitchFamily="18" charset="0"/>
              <a:buNone/>
            </a:pPr>
            <a:endParaRPr lang="en-US" altLang="en-US"/>
          </a:p>
        </p:txBody>
      </p:sp>
      <p:sp>
        <p:nvSpPr>
          <p:cNvPr id="8213" name="Line 117"/>
          <p:cNvSpPr>
            <a:spLocks noChangeShapeType="1"/>
          </p:cNvSpPr>
          <p:nvPr/>
        </p:nvSpPr>
        <p:spPr bwMode="auto">
          <a:xfrm flipV="1">
            <a:off x="4935538" y="2590800"/>
            <a:ext cx="830262" cy="0"/>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GB"/>
          </a:p>
        </p:txBody>
      </p:sp>
      <p:sp>
        <p:nvSpPr>
          <p:cNvPr id="8214" name="Text Box 155"/>
          <p:cNvSpPr txBox="1">
            <a:spLocks noChangeArrowheads="1"/>
          </p:cNvSpPr>
          <p:nvPr/>
        </p:nvSpPr>
        <p:spPr bwMode="auto">
          <a:xfrm>
            <a:off x="5842000" y="2044700"/>
            <a:ext cx="3068148" cy="18905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p>
            <a:pPr eaLnBrk="1">
              <a:lnSpc>
                <a:spcPct val="85000"/>
              </a:lnSpc>
              <a:buClr>
                <a:srgbClr val="000000"/>
              </a:buClr>
              <a:buSzPct val="100000"/>
              <a:buFont typeface="Times New Roman" panose="02020603050405020304" pitchFamily="18" charset="0"/>
              <a:buNone/>
            </a:pPr>
            <a:r>
              <a:rPr lang="en-US" altLang="en-US" sz="1200" b="1" dirty="0">
                <a:latin typeface="Courier New" panose="02070309020205020404" pitchFamily="49" charset="0"/>
              </a:rPr>
              <a:t>ENTITY </a:t>
            </a:r>
            <a:r>
              <a:rPr lang="en-US" altLang="en-US" sz="1200" b="1" dirty="0" err="1">
                <a:latin typeface="Courier New" panose="02070309020205020404" pitchFamily="49" charset="0"/>
              </a:rPr>
              <a:t>DoorOpener</a:t>
            </a:r>
            <a:r>
              <a:rPr lang="en-US" altLang="en-US" sz="1200" b="1" dirty="0">
                <a:latin typeface="Courier New" panose="02070309020205020404" pitchFamily="49" charset="0"/>
              </a:rPr>
              <a:t> IS</a:t>
            </a:r>
          </a:p>
          <a:p>
            <a:pPr eaLnBrk="1">
              <a:lnSpc>
                <a:spcPct val="85000"/>
              </a:lnSpc>
              <a:buClr>
                <a:srgbClr val="000000"/>
              </a:buClr>
              <a:buSzPct val="100000"/>
              <a:buFont typeface="Times New Roman" panose="02020603050405020304" pitchFamily="18" charset="0"/>
              <a:buNone/>
            </a:pPr>
            <a:r>
              <a:rPr lang="en-US" altLang="en-US" sz="1200" b="1" dirty="0">
                <a:latin typeface="Courier New" panose="02070309020205020404" pitchFamily="49" charset="0"/>
              </a:rPr>
              <a:t>   PORT (c, h, p: IN </a:t>
            </a:r>
            <a:r>
              <a:rPr lang="en-US" altLang="en-US" sz="1200" b="1" dirty="0" err="1">
                <a:latin typeface="Courier New" panose="02070309020205020404" pitchFamily="49" charset="0"/>
              </a:rPr>
              <a:t>std_logic</a:t>
            </a:r>
            <a:r>
              <a:rPr lang="en-US" altLang="en-US" sz="1200" b="1" dirty="0">
                <a:latin typeface="Courier New" panose="02070309020205020404" pitchFamily="49" charset="0"/>
              </a:rPr>
              <a:t>;</a:t>
            </a:r>
          </a:p>
          <a:p>
            <a:pPr eaLnBrk="1">
              <a:lnSpc>
                <a:spcPct val="85000"/>
              </a:lnSpc>
              <a:buClr>
                <a:srgbClr val="000000"/>
              </a:buClr>
              <a:buSzPct val="100000"/>
              <a:buFont typeface="Times New Roman" panose="02020603050405020304" pitchFamily="18" charset="0"/>
              <a:buNone/>
            </a:pPr>
            <a:r>
              <a:rPr lang="en-US" altLang="en-US" sz="1200" b="1" dirty="0">
                <a:latin typeface="Courier New" panose="02070309020205020404" pitchFamily="49" charset="0"/>
              </a:rPr>
              <a:t>         f: OUT </a:t>
            </a:r>
            <a:r>
              <a:rPr lang="en-US" altLang="en-US" sz="1200" b="1" dirty="0" err="1">
                <a:latin typeface="Courier New" panose="02070309020205020404" pitchFamily="49" charset="0"/>
              </a:rPr>
              <a:t>std_logic</a:t>
            </a:r>
            <a:r>
              <a:rPr lang="en-US" altLang="en-US" sz="1200" b="1" dirty="0">
                <a:latin typeface="Courier New" panose="02070309020205020404" pitchFamily="49" charset="0"/>
              </a:rPr>
              <a:t>);</a:t>
            </a:r>
          </a:p>
          <a:p>
            <a:pPr eaLnBrk="1">
              <a:lnSpc>
                <a:spcPct val="85000"/>
              </a:lnSpc>
              <a:buClr>
                <a:srgbClr val="000000"/>
              </a:buClr>
              <a:buSzPct val="100000"/>
              <a:buFont typeface="Times New Roman" panose="02020603050405020304" pitchFamily="18" charset="0"/>
              <a:buNone/>
            </a:pPr>
            <a:r>
              <a:rPr lang="en-US" altLang="en-US" sz="1200" b="1" dirty="0">
                <a:latin typeface="Courier New" panose="02070309020205020404" pitchFamily="49" charset="0"/>
              </a:rPr>
              <a:t>END </a:t>
            </a:r>
            <a:r>
              <a:rPr lang="en-US" altLang="en-US" sz="1200" b="1" dirty="0" err="1">
                <a:latin typeface="Courier New" panose="02070309020205020404" pitchFamily="49" charset="0"/>
              </a:rPr>
              <a:t>DoorOpener</a:t>
            </a:r>
            <a:r>
              <a:rPr lang="en-US" altLang="en-US" sz="1200" b="1" dirty="0">
                <a:latin typeface="Courier New" panose="02070309020205020404" pitchFamily="49" charset="0"/>
              </a:rPr>
              <a:t>;</a:t>
            </a:r>
          </a:p>
          <a:p>
            <a:pPr eaLnBrk="1">
              <a:lnSpc>
                <a:spcPct val="85000"/>
              </a:lnSpc>
              <a:buClr>
                <a:srgbClr val="000000"/>
              </a:buClr>
              <a:buSzPct val="100000"/>
              <a:buFont typeface="Times New Roman" panose="02020603050405020304" pitchFamily="18" charset="0"/>
              <a:buNone/>
            </a:pPr>
            <a:endParaRPr lang="en-US" altLang="en-US" sz="1200" b="1" dirty="0">
              <a:latin typeface="Courier New" panose="02070309020205020404" pitchFamily="49" charset="0"/>
            </a:endParaRPr>
          </a:p>
          <a:p>
            <a:pPr eaLnBrk="1">
              <a:lnSpc>
                <a:spcPct val="85000"/>
              </a:lnSpc>
              <a:buClr>
                <a:srgbClr val="000000"/>
              </a:buClr>
              <a:buSzPct val="100000"/>
              <a:buFont typeface="Times New Roman" panose="02020603050405020304" pitchFamily="18" charset="0"/>
              <a:buNone/>
            </a:pPr>
            <a:r>
              <a:rPr lang="en-US" altLang="en-US" sz="1200" b="1" dirty="0">
                <a:latin typeface="Courier New" panose="02070309020205020404" pitchFamily="49" charset="0"/>
              </a:rPr>
              <a:t>ARCHITECTURE </a:t>
            </a:r>
            <a:r>
              <a:rPr lang="en-US" altLang="en-US" sz="1200" b="1" dirty="0" err="1">
                <a:latin typeface="Courier New" panose="02070309020205020404" pitchFamily="49" charset="0"/>
              </a:rPr>
              <a:t>Beh</a:t>
            </a:r>
            <a:r>
              <a:rPr lang="en-US" altLang="en-US" sz="1200" b="1" dirty="0">
                <a:latin typeface="Courier New" panose="02070309020205020404" pitchFamily="49" charset="0"/>
              </a:rPr>
              <a:t> OF </a:t>
            </a:r>
            <a:r>
              <a:rPr lang="en-US" altLang="en-US" sz="1200" b="1" dirty="0" err="1">
                <a:latin typeface="Courier New" panose="02070309020205020404" pitchFamily="49" charset="0"/>
              </a:rPr>
              <a:t>DoorOpener</a:t>
            </a:r>
            <a:r>
              <a:rPr lang="en-US" altLang="en-US" sz="1200" b="1" dirty="0">
                <a:latin typeface="Courier New" panose="02070309020205020404" pitchFamily="49" charset="0"/>
              </a:rPr>
              <a:t> IS</a:t>
            </a:r>
          </a:p>
          <a:p>
            <a:pPr eaLnBrk="1">
              <a:lnSpc>
                <a:spcPct val="85000"/>
              </a:lnSpc>
              <a:buClr>
                <a:srgbClr val="000000"/>
              </a:buClr>
              <a:buSzPct val="100000"/>
              <a:buFont typeface="Times New Roman" panose="02020603050405020304" pitchFamily="18" charset="0"/>
              <a:buNone/>
            </a:pPr>
            <a:r>
              <a:rPr lang="en-US" altLang="en-US" sz="1200" b="1" dirty="0">
                <a:latin typeface="Courier New" panose="02070309020205020404" pitchFamily="49" charset="0"/>
              </a:rPr>
              <a:t>BEGIN</a:t>
            </a:r>
          </a:p>
          <a:p>
            <a:pPr eaLnBrk="1">
              <a:lnSpc>
                <a:spcPct val="85000"/>
              </a:lnSpc>
              <a:buClr>
                <a:srgbClr val="000000"/>
              </a:buClr>
              <a:buSzPct val="100000"/>
              <a:buFont typeface="Times New Roman" panose="02020603050405020304" pitchFamily="18" charset="0"/>
              <a:buNone/>
            </a:pPr>
            <a:r>
              <a:rPr lang="en-US" altLang="en-US" sz="1200" b="1" dirty="0">
                <a:latin typeface="Courier New" panose="02070309020205020404" pitchFamily="49" charset="0"/>
              </a:rPr>
              <a:t>   PROCESS(c, h, p)</a:t>
            </a:r>
          </a:p>
          <a:p>
            <a:pPr eaLnBrk="1">
              <a:lnSpc>
                <a:spcPct val="85000"/>
              </a:lnSpc>
              <a:buClr>
                <a:srgbClr val="000000"/>
              </a:buClr>
              <a:buSzPct val="100000"/>
              <a:buFont typeface="Times New Roman" panose="02020603050405020304" pitchFamily="18" charset="0"/>
              <a:buNone/>
            </a:pPr>
            <a:r>
              <a:rPr lang="en-US" altLang="en-US" sz="1200" b="1" dirty="0">
                <a:latin typeface="Courier New" panose="02070309020205020404" pitchFamily="49" charset="0"/>
              </a:rPr>
              <a:t>   BEGIN</a:t>
            </a:r>
          </a:p>
          <a:p>
            <a:pPr eaLnBrk="1">
              <a:lnSpc>
                <a:spcPct val="85000"/>
              </a:lnSpc>
              <a:buClr>
                <a:srgbClr val="000000"/>
              </a:buClr>
              <a:buSzPct val="100000"/>
              <a:buFont typeface="Times New Roman" panose="02020603050405020304" pitchFamily="18" charset="0"/>
              <a:buNone/>
            </a:pPr>
            <a:r>
              <a:rPr lang="en-US" altLang="en-US" sz="1200" b="1" dirty="0">
                <a:latin typeface="Courier New" panose="02070309020205020404" pitchFamily="49" charset="0"/>
              </a:rPr>
              <a:t>      f &lt;= NOT(c) AND (h OR p);</a:t>
            </a:r>
          </a:p>
          <a:p>
            <a:pPr eaLnBrk="1">
              <a:lnSpc>
                <a:spcPct val="85000"/>
              </a:lnSpc>
              <a:buClr>
                <a:srgbClr val="000000"/>
              </a:buClr>
              <a:buSzPct val="100000"/>
              <a:buFont typeface="Times New Roman" panose="02020603050405020304" pitchFamily="18" charset="0"/>
              <a:buNone/>
            </a:pPr>
            <a:r>
              <a:rPr lang="en-US" altLang="en-US" sz="1200" b="1" dirty="0">
                <a:latin typeface="Courier New" panose="02070309020205020404" pitchFamily="49" charset="0"/>
              </a:rPr>
              <a:t>   END PROCESS;</a:t>
            </a:r>
          </a:p>
          <a:p>
            <a:pPr eaLnBrk="1">
              <a:lnSpc>
                <a:spcPct val="85000"/>
              </a:lnSpc>
              <a:buClr>
                <a:srgbClr val="000000"/>
              </a:buClr>
              <a:buSzPct val="100000"/>
              <a:buFont typeface="Times New Roman" panose="02020603050405020304" pitchFamily="18" charset="0"/>
              <a:buNone/>
            </a:pPr>
            <a:r>
              <a:rPr lang="en-US" altLang="en-US" sz="1200" b="1" dirty="0">
                <a:latin typeface="Courier New" panose="02070309020205020404" pitchFamily="49" charset="0"/>
              </a:rPr>
              <a:t>END </a:t>
            </a:r>
            <a:r>
              <a:rPr lang="en-US" altLang="en-US" sz="1200" b="1" dirty="0" err="1">
                <a:latin typeface="Courier New" panose="02070309020205020404" pitchFamily="49" charset="0"/>
              </a:rPr>
              <a:t>Beh</a:t>
            </a:r>
            <a:r>
              <a:rPr lang="en-US" altLang="en-US" sz="1200" b="1" dirty="0">
                <a:latin typeface="Courier New" panose="02070309020205020404" pitchFamily="49" charset="0"/>
              </a:rPr>
              <a:t>;</a:t>
            </a:r>
          </a:p>
        </p:txBody>
      </p:sp>
      <p:sp>
        <p:nvSpPr>
          <p:cNvPr id="8215" name="Rectangle 94"/>
          <p:cNvSpPr>
            <a:spLocks noChangeArrowheads="1"/>
          </p:cNvSpPr>
          <p:nvPr/>
        </p:nvSpPr>
        <p:spPr bwMode="auto">
          <a:xfrm>
            <a:off x="5872163" y="4129088"/>
            <a:ext cx="2946400" cy="1814512"/>
          </a:xfrm>
          <a:prstGeom prst="rect">
            <a:avLst/>
          </a:prstGeom>
          <a:solidFill>
            <a:srgbClr val="D4E0F3"/>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a:lnSpc>
                <a:spcPct val="93000"/>
              </a:lnSpc>
              <a:buClr>
                <a:srgbClr val="000000"/>
              </a:buClr>
              <a:buSzPct val="100000"/>
              <a:buFont typeface="Times New Roman" panose="02020603050405020304" pitchFamily="18" charset="0"/>
              <a:buNone/>
            </a:pPr>
            <a:endParaRPr lang="en-US" altLang="en-US"/>
          </a:p>
        </p:txBody>
      </p:sp>
      <p:sp>
        <p:nvSpPr>
          <p:cNvPr id="8216" name="Line 119"/>
          <p:cNvSpPr>
            <a:spLocks noChangeShapeType="1"/>
          </p:cNvSpPr>
          <p:nvPr/>
        </p:nvSpPr>
        <p:spPr bwMode="auto">
          <a:xfrm flipV="1">
            <a:off x="4800600" y="4687888"/>
            <a:ext cx="1206500" cy="0"/>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GB"/>
          </a:p>
        </p:txBody>
      </p:sp>
      <p:sp>
        <p:nvSpPr>
          <p:cNvPr id="8217" name="Text Box 153"/>
          <p:cNvSpPr txBox="1">
            <a:spLocks noChangeArrowheads="1"/>
          </p:cNvSpPr>
          <p:nvPr/>
        </p:nvSpPr>
        <p:spPr bwMode="auto">
          <a:xfrm>
            <a:off x="6037263" y="4208463"/>
            <a:ext cx="2486025" cy="165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p>
            <a:pPr eaLnBrk="1">
              <a:lnSpc>
                <a:spcPct val="90000"/>
              </a:lnSpc>
              <a:buClr>
                <a:srgbClr val="000000"/>
              </a:buClr>
              <a:buSzPct val="100000"/>
              <a:buFont typeface="Times New Roman" panose="02020603050405020304" pitchFamily="18" charset="0"/>
              <a:buNone/>
            </a:pPr>
            <a:r>
              <a:rPr lang="en-US" altLang="en-US" sz="1200" b="1" dirty="0">
                <a:latin typeface="Courier New" panose="02070309020205020404" pitchFamily="49" charset="0"/>
              </a:rPr>
              <a:t>module </a:t>
            </a:r>
            <a:r>
              <a:rPr lang="en-US" altLang="en-US" sz="1200" b="1" dirty="0" err="1">
                <a:latin typeface="Courier New" panose="02070309020205020404" pitchFamily="49" charset="0"/>
              </a:rPr>
              <a:t>DoorOpener</a:t>
            </a:r>
            <a:r>
              <a:rPr lang="en-US" altLang="en-US" sz="1200" b="1" dirty="0">
                <a:latin typeface="Courier New" panose="02070309020205020404" pitchFamily="49" charset="0"/>
              </a:rPr>
              <a:t>(C,H,P,F);</a:t>
            </a:r>
          </a:p>
          <a:p>
            <a:pPr eaLnBrk="1">
              <a:lnSpc>
                <a:spcPct val="90000"/>
              </a:lnSpc>
              <a:buClr>
                <a:srgbClr val="000000"/>
              </a:buClr>
              <a:buSzPct val="100000"/>
              <a:buFont typeface="Times New Roman" panose="02020603050405020304" pitchFamily="18" charset="0"/>
              <a:buNone/>
            </a:pPr>
            <a:r>
              <a:rPr lang="en-US" altLang="en-US" sz="1200" b="1" dirty="0">
                <a:latin typeface="Courier New" panose="02070309020205020404" pitchFamily="49" charset="0"/>
              </a:rPr>
              <a:t>   input C, H, P;</a:t>
            </a:r>
          </a:p>
          <a:p>
            <a:pPr eaLnBrk="1">
              <a:lnSpc>
                <a:spcPct val="90000"/>
              </a:lnSpc>
              <a:buClr>
                <a:srgbClr val="000000"/>
              </a:buClr>
              <a:buSzPct val="100000"/>
              <a:buFont typeface="Times New Roman" panose="02020603050405020304" pitchFamily="18" charset="0"/>
              <a:buNone/>
            </a:pPr>
            <a:r>
              <a:rPr lang="en-US" altLang="en-US" sz="1200" b="1" dirty="0">
                <a:latin typeface="Courier New" panose="02070309020205020404" pitchFamily="49" charset="0"/>
              </a:rPr>
              <a:t>   output F;</a:t>
            </a:r>
          </a:p>
          <a:p>
            <a:pPr eaLnBrk="1">
              <a:lnSpc>
                <a:spcPct val="90000"/>
              </a:lnSpc>
              <a:buClr>
                <a:srgbClr val="000000"/>
              </a:buClr>
              <a:buSzPct val="100000"/>
              <a:buFont typeface="Times New Roman" panose="02020603050405020304" pitchFamily="18" charset="0"/>
              <a:buNone/>
            </a:pPr>
            <a:r>
              <a:rPr lang="en-US" altLang="en-US" sz="1200" b="1" dirty="0">
                <a:latin typeface="Courier New" panose="02070309020205020404" pitchFamily="49" charset="0"/>
              </a:rPr>
              <a:t>   reg F;</a:t>
            </a:r>
          </a:p>
          <a:p>
            <a:pPr eaLnBrk="1">
              <a:lnSpc>
                <a:spcPct val="90000"/>
              </a:lnSpc>
              <a:buClr>
                <a:srgbClr val="000000"/>
              </a:buClr>
              <a:buSzPct val="100000"/>
              <a:buFont typeface="Times New Roman" panose="02020603050405020304" pitchFamily="18" charset="0"/>
              <a:buNone/>
            </a:pPr>
            <a:endParaRPr lang="en-US" altLang="en-US" sz="1200" b="1" dirty="0">
              <a:latin typeface="Courier New" panose="02070309020205020404" pitchFamily="49" charset="0"/>
            </a:endParaRPr>
          </a:p>
          <a:p>
            <a:pPr eaLnBrk="1">
              <a:lnSpc>
                <a:spcPct val="90000"/>
              </a:lnSpc>
              <a:buClr>
                <a:srgbClr val="000000"/>
              </a:buClr>
              <a:buSzPct val="100000"/>
              <a:buFont typeface="Times New Roman" panose="02020603050405020304" pitchFamily="18" charset="0"/>
              <a:buNone/>
            </a:pPr>
            <a:r>
              <a:rPr lang="en-US" altLang="en-US" sz="1200" b="1" dirty="0">
                <a:latin typeface="Courier New" panose="02070309020205020404" pitchFamily="49" charset="0"/>
              </a:rPr>
              <a:t>   always @(C,H,P)</a:t>
            </a:r>
          </a:p>
          <a:p>
            <a:pPr eaLnBrk="1">
              <a:lnSpc>
                <a:spcPct val="90000"/>
              </a:lnSpc>
              <a:buClr>
                <a:srgbClr val="000000"/>
              </a:buClr>
              <a:buSzPct val="100000"/>
              <a:buFont typeface="Times New Roman" panose="02020603050405020304" pitchFamily="18" charset="0"/>
              <a:buNone/>
            </a:pPr>
            <a:r>
              <a:rPr lang="en-US" altLang="en-US" sz="1200" b="1" dirty="0">
                <a:latin typeface="Courier New" panose="02070309020205020404" pitchFamily="49" charset="0"/>
              </a:rPr>
              <a:t>   begin</a:t>
            </a:r>
          </a:p>
          <a:p>
            <a:pPr eaLnBrk="1">
              <a:lnSpc>
                <a:spcPct val="90000"/>
              </a:lnSpc>
              <a:buClr>
                <a:srgbClr val="000000"/>
              </a:buClr>
              <a:buSzPct val="100000"/>
              <a:buFont typeface="Times New Roman" panose="02020603050405020304" pitchFamily="18" charset="0"/>
              <a:buNone/>
            </a:pPr>
            <a:r>
              <a:rPr lang="en-US" altLang="en-US" sz="1200" b="1" dirty="0">
                <a:latin typeface="Courier New" panose="02070309020205020404" pitchFamily="49" charset="0"/>
              </a:rPr>
              <a:t>      F &lt;= (~C) &amp; (H | P);</a:t>
            </a:r>
          </a:p>
          <a:p>
            <a:pPr eaLnBrk="1">
              <a:lnSpc>
                <a:spcPct val="90000"/>
              </a:lnSpc>
              <a:buClr>
                <a:srgbClr val="000000"/>
              </a:buClr>
              <a:buSzPct val="100000"/>
              <a:buFont typeface="Times New Roman" panose="02020603050405020304" pitchFamily="18" charset="0"/>
              <a:buNone/>
            </a:pPr>
            <a:r>
              <a:rPr lang="en-US" altLang="en-US" sz="1200" b="1" dirty="0">
                <a:latin typeface="Courier New" panose="02070309020205020404" pitchFamily="49" charset="0"/>
              </a:rPr>
              <a:t>   end</a:t>
            </a:r>
          </a:p>
          <a:p>
            <a:pPr eaLnBrk="1">
              <a:lnSpc>
                <a:spcPct val="90000"/>
              </a:lnSpc>
              <a:buClr>
                <a:srgbClr val="000000"/>
              </a:buClr>
              <a:buSzPct val="100000"/>
              <a:buFont typeface="Times New Roman" panose="02020603050405020304" pitchFamily="18" charset="0"/>
              <a:buNone/>
            </a:pPr>
            <a:r>
              <a:rPr lang="en-US" altLang="en-US" sz="1200" b="1" dirty="0" err="1">
                <a:latin typeface="Courier New" panose="02070309020205020404" pitchFamily="49" charset="0"/>
              </a:rPr>
              <a:t>endmodule</a:t>
            </a:r>
            <a:endParaRPr lang="en-US" altLang="en-US" sz="1200" b="1" dirty="0">
              <a:latin typeface="Courier New" panose="02070309020205020404" pitchFamily="49" charset="0"/>
            </a:endParaRPr>
          </a:p>
        </p:txBody>
      </p:sp>
      <p:sp>
        <p:nvSpPr>
          <p:cNvPr id="2" name="TextBox 1">
            <a:extLst>
              <a:ext uri="{FF2B5EF4-FFF2-40B4-BE49-F238E27FC236}">
                <a16:creationId xmlns:a16="http://schemas.microsoft.com/office/drawing/2014/main" id="{95694775-D0C7-4D4E-8509-038F477ED2E5}"/>
              </a:ext>
            </a:extLst>
          </p:cNvPr>
          <p:cNvSpPr txBox="1"/>
          <p:nvPr/>
        </p:nvSpPr>
        <p:spPr>
          <a:xfrm>
            <a:off x="361526" y="5737780"/>
            <a:ext cx="4324774" cy="369332"/>
          </a:xfrm>
          <a:prstGeom prst="rect">
            <a:avLst/>
          </a:prstGeom>
          <a:noFill/>
        </p:spPr>
        <p:txBody>
          <a:bodyPr wrap="none" rtlCol="0">
            <a:spAutoFit/>
          </a:bodyPr>
          <a:lstStyle/>
          <a:p>
            <a:r>
              <a:rPr lang="en-GB" dirty="0"/>
              <a:t>*VHSIC (Very High Speed Integrated Circuit) </a:t>
            </a:r>
          </a:p>
        </p:txBody>
      </p:sp>
    </p:spTree>
    <p:extLst>
      <p:ext uri="{BB962C8B-B14F-4D97-AF65-F5344CB8AC3E}">
        <p14:creationId xmlns:p14="http://schemas.microsoft.com/office/powerpoint/2010/main" val="3751914387"/>
      </p:ext>
    </p:extLst>
  </p:cSld>
  <p:clrMapOvr>
    <a:masterClrMapping/>
  </p:clrMapOvr>
  <mc:AlternateContent xmlns:mc="http://schemas.openxmlformats.org/markup-compatibility/2006" xmlns:p14="http://schemas.microsoft.com/office/powerpoint/2010/main">
    <mc:Choice Requires="p14">
      <p:transition spd="slow" p14:dur="2000" advTm="41130"/>
    </mc:Choice>
    <mc:Fallback xmlns="">
      <p:transition spd="slow" advTm="41130"/>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Content Placeholder 2"/>
          <p:cNvSpPr txBox="1">
            <a:spLocks noGrp="1"/>
          </p:cNvSpPr>
          <p:nvPr>
            <p:ph idx="1"/>
          </p:nvPr>
        </p:nvSpPr>
        <p:spPr>
          <a:xfrm>
            <a:off x="460375" y="1906588"/>
            <a:ext cx="4627563" cy="3884612"/>
          </a:xfrm>
        </p:spPr>
        <p:txBody>
          <a:bodyPr/>
          <a:lstStyle>
            <a:lvl1pPr marL="268288" indent="-268288" algn="l" rtl="0" eaLnBrk="0" fontAlgn="base" hangingPunct="0">
              <a:spcBef>
                <a:spcPct val="0"/>
              </a:spcBef>
              <a:spcAft>
                <a:spcPct val="40000"/>
              </a:spcAft>
              <a:buClr>
                <a:srgbClr val="FF0000"/>
              </a:buClr>
              <a:buFont typeface="Wingdings" pitchFamily="1" charset="2"/>
              <a:buChar char="n"/>
              <a:defRPr>
                <a:solidFill>
                  <a:schemeClr val="tx1"/>
                </a:solidFill>
                <a:latin typeface="+mn-lt"/>
                <a:ea typeface="+mn-ea"/>
                <a:cs typeface="+mn-cs"/>
              </a:defRPr>
            </a:lvl1pPr>
            <a:lvl2pPr marL="1219200" indent="-234950" algn="l" rtl="0" eaLnBrk="0" fontAlgn="base" hangingPunct="0">
              <a:spcBef>
                <a:spcPct val="0"/>
              </a:spcBef>
              <a:spcAft>
                <a:spcPct val="40000"/>
              </a:spcAft>
              <a:buClr>
                <a:schemeClr val="bg2"/>
              </a:buClr>
              <a:buFont typeface="Wingdings" pitchFamily="1" charset="2"/>
              <a:buChar char="n"/>
              <a:defRPr>
                <a:solidFill>
                  <a:schemeClr val="tx1"/>
                </a:solidFill>
                <a:latin typeface="+mn-lt"/>
              </a:defRPr>
            </a:lvl2pPr>
            <a:lvl3pPr marL="1644650" indent="-246063" algn="l" rtl="0" eaLnBrk="0" fontAlgn="base" hangingPunct="0">
              <a:spcBef>
                <a:spcPct val="0"/>
              </a:spcBef>
              <a:spcAft>
                <a:spcPct val="40000"/>
              </a:spcAft>
              <a:buClr>
                <a:schemeClr val="bg2"/>
              </a:buClr>
              <a:buFont typeface="Wingdings" pitchFamily="1" charset="2"/>
              <a:buChar char="n"/>
              <a:defRPr>
                <a:solidFill>
                  <a:schemeClr val="tx1"/>
                </a:solidFill>
                <a:latin typeface="+mn-lt"/>
              </a:defRPr>
            </a:lvl3pPr>
            <a:lvl4pPr marL="2066925" indent="-242888" algn="l" rtl="0" eaLnBrk="0" fontAlgn="base" hangingPunct="0">
              <a:spcBef>
                <a:spcPct val="0"/>
              </a:spcBef>
              <a:spcAft>
                <a:spcPct val="40000"/>
              </a:spcAft>
              <a:buClr>
                <a:schemeClr val="bg2"/>
              </a:buClr>
              <a:buFont typeface="Wingdings" pitchFamily="1" charset="2"/>
              <a:buChar char="n"/>
              <a:defRPr>
                <a:solidFill>
                  <a:schemeClr val="tx1"/>
                </a:solidFill>
                <a:latin typeface="+mn-lt"/>
              </a:defRPr>
            </a:lvl4pPr>
            <a:lvl5pPr marL="2489200" indent="-242888" algn="l" rtl="0" eaLnBrk="0" fontAlgn="base" hangingPunct="0">
              <a:spcBef>
                <a:spcPct val="0"/>
              </a:spcBef>
              <a:spcAft>
                <a:spcPct val="40000"/>
              </a:spcAft>
              <a:buClr>
                <a:schemeClr val="bg2"/>
              </a:buClr>
              <a:buFont typeface="Wingdings" pitchFamily="1" charset="2"/>
              <a:buChar char="n"/>
              <a:defRPr>
                <a:solidFill>
                  <a:schemeClr val="tx1"/>
                </a:solidFill>
                <a:latin typeface="+mn-lt"/>
              </a:defRPr>
            </a:lvl5pPr>
            <a:lvl6pPr marL="2946400" indent="-242888" algn="l" rtl="0" fontAlgn="base">
              <a:spcBef>
                <a:spcPct val="0"/>
              </a:spcBef>
              <a:spcAft>
                <a:spcPct val="40000"/>
              </a:spcAft>
              <a:buClr>
                <a:schemeClr val="bg2"/>
              </a:buClr>
              <a:buFont typeface="Wingdings" pitchFamily="1" charset="2"/>
              <a:buChar char="n"/>
              <a:defRPr>
                <a:solidFill>
                  <a:schemeClr val="tx1"/>
                </a:solidFill>
                <a:latin typeface="+mn-lt"/>
              </a:defRPr>
            </a:lvl6pPr>
            <a:lvl7pPr marL="3403600" indent="-242888" algn="l" rtl="0" fontAlgn="base">
              <a:spcBef>
                <a:spcPct val="0"/>
              </a:spcBef>
              <a:spcAft>
                <a:spcPct val="40000"/>
              </a:spcAft>
              <a:buClr>
                <a:schemeClr val="bg2"/>
              </a:buClr>
              <a:buFont typeface="Wingdings" pitchFamily="1" charset="2"/>
              <a:buChar char="n"/>
              <a:defRPr>
                <a:solidFill>
                  <a:schemeClr val="tx1"/>
                </a:solidFill>
                <a:latin typeface="+mn-lt"/>
              </a:defRPr>
            </a:lvl7pPr>
            <a:lvl8pPr marL="3860800" indent="-242888" algn="l" rtl="0" fontAlgn="base">
              <a:spcBef>
                <a:spcPct val="0"/>
              </a:spcBef>
              <a:spcAft>
                <a:spcPct val="40000"/>
              </a:spcAft>
              <a:buClr>
                <a:schemeClr val="bg2"/>
              </a:buClr>
              <a:buFont typeface="Wingdings" pitchFamily="1" charset="2"/>
              <a:buChar char="n"/>
              <a:defRPr>
                <a:solidFill>
                  <a:schemeClr val="tx1"/>
                </a:solidFill>
                <a:latin typeface="+mn-lt"/>
              </a:defRPr>
            </a:lvl8pPr>
            <a:lvl9pPr marL="4318000" indent="-242888" algn="l" rtl="0" fontAlgn="base">
              <a:spcBef>
                <a:spcPct val="0"/>
              </a:spcBef>
              <a:spcAft>
                <a:spcPct val="40000"/>
              </a:spcAft>
              <a:buClr>
                <a:schemeClr val="bg2"/>
              </a:buClr>
              <a:buFont typeface="Wingdings" pitchFamily="1" charset="2"/>
              <a:buChar char="n"/>
              <a:defRPr>
                <a:solidFill>
                  <a:schemeClr val="tx1"/>
                </a:solidFill>
                <a:latin typeface="+mn-lt"/>
              </a:defRPr>
            </a:lvl9pPr>
          </a:lstStyle>
          <a:p>
            <a:pPr>
              <a:buClr>
                <a:srgbClr val="00B050"/>
              </a:buClr>
              <a:defRPr/>
            </a:pPr>
            <a:r>
              <a:rPr lang="en-US" altLang="en-US" b="1" dirty="0" err="1"/>
              <a:t>SystemC</a:t>
            </a:r>
            <a:endParaRPr lang="en-US" altLang="en-US" b="1" dirty="0"/>
          </a:p>
          <a:p>
            <a:pPr lvl="1">
              <a:lnSpc>
                <a:spcPct val="90000"/>
              </a:lnSpc>
              <a:defRPr/>
            </a:pPr>
            <a:r>
              <a:rPr lang="en-GB" altLang="en-US" dirty="0"/>
              <a:t>Defined in 2000s by several companies</a:t>
            </a:r>
          </a:p>
          <a:p>
            <a:pPr lvl="1">
              <a:lnSpc>
                <a:spcPct val="90000"/>
              </a:lnSpc>
              <a:defRPr/>
            </a:pPr>
            <a:r>
              <a:rPr lang="en-GB" altLang="en-US" dirty="0"/>
              <a:t>C++ libraries and macro routines</a:t>
            </a:r>
          </a:p>
          <a:p>
            <a:pPr lvl="1">
              <a:lnSpc>
                <a:spcPct val="90000"/>
              </a:lnSpc>
              <a:defRPr/>
            </a:pPr>
            <a:r>
              <a:rPr lang="en-GB" altLang="en-US" dirty="0"/>
              <a:t>IEEE standard ("1666") in 2005</a:t>
            </a:r>
          </a:p>
          <a:p>
            <a:pPr lvl="1">
              <a:lnSpc>
                <a:spcPct val="90000"/>
              </a:lnSpc>
              <a:defRPr/>
            </a:pPr>
            <a:r>
              <a:rPr lang="en-GB" altLang="en-US" dirty="0"/>
              <a:t>Excels for system-level; cumbersome for logic level</a:t>
            </a:r>
          </a:p>
          <a:p>
            <a:pPr>
              <a:lnSpc>
                <a:spcPct val="90000"/>
              </a:lnSpc>
              <a:buClr>
                <a:srgbClr val="00B050"/>
              </a:buClr>
              <a:defRPr/>
            </a:pPr>
            <a:r>
              <a:rPr lang="en-US" altLang="en-US" b="1" dirty="0" err="1"/>
              <a:t>SystemVerilog</a:t>
            </a:r>
            <a:endParaRPr lang="en-US" altLang="en-US" b="1" dirty="0"/>
          </a:p>
          <a:p>
            <a:pPr lvl="1">
              <a:lnSpc>
                <a:spcPct val="90000"/>
              </a:lnSpc>
              <a:defRPr/>
            </a:pPr>
            <a:r>
              <a:rPr lang="en-US" altLang="en-US" dirty="0"/>
              <a:t>System-level modeling extensions to Verilog </a:t>
            </a:r>
          </a:p>
          <a:p>
            <a:pPr lvl="1">
              <a:lnSpc>
                <a:spcPct val="90000"/>
              </a:lnSpc>
              <a:defRPr/>
            </a:pPr>
            <a:r>
              <a:rPr lang="en-US" altLang="en-US" dirty="0"/>
              <a:t>IEEE Standard ("1800") in 2005</a:t>
            </a:r>
          </a:p>
          <a:p>
            <a:pPr marL="0" indent="0">
              <a:lnSpc>
                <a:spcPct val="90000"/>
              </a:lnSpc>
              <a:buFont typeface="Wingdings" pitchFamily="1" charset="2"/>
              <a:buNone/>
              <a:defRPr/>
            </a:pPr>
            <a:endParaRPr lang="en-US" altLang="en-US" dirty="0"/>
          </a:p>
          <a:p>
            <a:pPr lvl="1">
              <a:defRPr/>
            </a:pPr>
            <a:endParaRPr lang="en-CA" sz="1600" dirty="0"/>
          </a:p>
          <a:p>
            <a:pPr lvl="1">
              <a:defRPr/>
            </a:pPr>
            <a:endParaRPr lang="en-CA" sz="1600" dirty="0"/>
          </a:p>
          <a:p>
            <a:pPr lvl="1">
              <a:defRPr/>
            </a:pPr>
            <a:endParaRPr lang="en-CA" sz="1600" dirty="0"/>
          </a:p>
          <a:p>
            <a:pPr lvl="1">
              <a:defRPr/>
            </a:pPr>
            <a:endParaRPr lang="en-CA" dirty="0"/>
          </a:p>
        </p:txBody>
      </p:sp>
      <p:sp>
        <p:nvSpPr>
          <p:cNvPr id="9219" name="Slide Number Placeholder 3"/>
          <p:cNvSpPr>
            <a:spLocks noGrp="1"/>
          </p:cNvSpPr>
          <p:nvPr>
            <p:ph type="sldNum" sz="quarter" idx="4294967295"/>
          </p:nvPr>
        </p:nvSpPr>
        <p:spPr>
          <a:xfrm>
            <a:off x="3506788" y="6323013"/>
            <a:ext cx="2132012" cy="363537"/>
          </a:xfrm>
          <a:prstGeom prst="rect">
            <a:avLst/>
          </a:prstGeom>
          <a:noFill/>
          <a:extLst>
            <a:ext uri="{91240B29-F687-4F45-9708-019B960494DF}">
              <a14:hiddenLine xmlns:a14="http://schemas.microsoft.com/office/drawing/2010/main" w="9525">
                <a:solidFill>
                  <a:srgbClr val="3465AF"/>
                </a:solidFill>
                <a:round/>
                <a:headEnd/>
                <a:tailEnd/>
              </a14:hiddenLine>
            </a:ext>
          </a:extLst>
        </p:spPr>
        <p:txBody>
          <a:bodyPr/>
          <a:lstStyle>
            <a:lvl1pPr>
              <a:lnSpc>
                <a:spcPct val="97000"/>
              </a:lnSpc>
              <a:spcAft>
                <a:spcPts val="1425"/>
              </a:spcAft>
              <a:buClr>
                <a:srgbClr val="000000"/>
              </a:buClr>
              <a:buSzPct val="100000"/>
              <a:buFont typeface="Times New Roman" panose="02020603050405020304" pitchFamily="18" charset="0"/>
              <a:tabLst>
                <a:tab pos="449263" algn="l"/>
                <a:tab pos="898525" algn="l"/>
                <a:tab pos="1347788" algn="l"/>
                <a:tab pos="1797050" algn="l"/>
              </a:tabLst>
              <a:defRPr>
                <a:solidFill>
                  <a:srgbClr val="000000"/>
                </a:solidFill>
                <a:latin typeface="Frutiger LT Com 55 Roman" pitchFamily="1" charset="0"/>
                <a:ea typeface="DejaVu Sans" pitchFamily="34" charset="0"/>
                <a:cs typeface="DejaVu Sans" pitchFamily="34" charset="0"/>
              </a:defRPr>
            </a:lvl1pPr>
            <a:lvl2pPr>
              <a:lnSpc>
                <a:spcPct val="97000"/>
              </a:lnSpc>
              <a:spcAft>
                <a:spcPts val="1138"/>
              </a:spcAft>
              <a:buClr>
                <a:srgbClr val="000000"/>
              </a:buClr>
              <a:buSzPct val="100000"/>
              <a:buFont typeface="Times New Roman" panose="02020603050405020304" pitchFamily="18" charset="0"/>
              <a:tabLst>
                <a:tab pos="449263" algn="l"/>
                <a:tab pos="898525" algn="l"/>
                <a:tab pos="1347788" algn="l"/>
                <a:tab pos="1797050" algn="l"/>
              </a:tabLst>
              <a:defRPr>
                <a:solidFill>
                  <a:srgbClr val="000000"/>
                </a:solidFill>
                <a:latin typeface="Frutiger LT Com 55 Roman" pitchFamily="1" charset="0"/>
                <a:ea typeface="DejaVu Sans" pitchFamily="34" charset="0"/>
                <a:cs typeface="DejaVu Sans" pitchFamily="34" charset="0"/>
              </a:defRPr>
            </a:lvl2pPr>
            <a:lvl3pPr>
              <a:lnSpc>
                <a:spcPct val="97000"/>
              </a:lnSpc>
              <a:spcAft>
                <a:spcPts val="850"/>
              </a:spcAft>
              <a:buClr>
                <a:srgbClr val="000000"/>
              </a:buClr>
              <a:buSzPct val="100000"/>
              <a:buFont typeface="Times New Roman" panose="02020603050405020304" pitchFamily="18" charset="0"/>
              <a:tabLst>
                <a:tab pos="449263" algn="l"/>
                <a:tab pos="898525" algn="l"/>
                <a:tab pos="1347788" algn="l"/>
                <a:tab pos="1797050" algn="l"/>
              </a:tabLst>
              <a:defRPr>
                <a:solidFill>
                  <a:srgbClr val="000000"/>
                </a:solidFill>
                <a:latin typeface="Frutiger LT Com 55 Roman" pitchFamily="1" charset="0"/>
                <a:ea typeface="DejaVu Sans" pitchFamily="34" charset="0"/>
                <a:cs typeface="DejaVu Sans" pitchFamily="34" charset="0"/>
              </a:defRPr>
            </a:lvl3pPr>
            <a:lvl4pPr>
              <a:lnSpc>
                <a:spcPct val="97000"/>
              </a:lnSpc>
              <a:spcAft>
                <a:spcPts val="575"/>
              </a:spcAft>
              <a:buClr>
                <a:srgbClr val="000000"/>
              </a:buClr>
              <a:buSzPct val="100000"/>
              <a:buFont typeface="Times New Roman" panose="02020603050405020304" pitchFamily="18" charset="0"/>
              <a:tabLst>
                <a:tab pos="449263" algn="l"/>
                <a:tab pos="898525" algn="l"/>
                <a:tab pos="1347788" algn="l"/>
                <a:tab pos="1797050" algn="l"/>
              </a:tabLst>
              <a:defRPr>
                <a:solidFill>
                  <a:srgbClr val="000000"/>
                </a:solidFill>
                <a:latin typeface="Frutiger LT Com 55 Roman" pitchFamily="1" charset="0"/>
                <a:ea typeface="DejaVu Sans" pitchFamily="34" charset="0"/>
                <a:cs typeface="DejaVu Sans" pitchFamily="34" charset="0"/>
              </a:defRPr>
            </a:lvl4pPr>
            <a:lvl5pPr>
              <a:lnSpc>
                <a:spcPct val="97000"/>
              </a:lnSpc>
              <a:spcAft>
                <a:spcPts val="288"/>
              </a:spcAft>
              <a:buClr>
                <a:srgbClr val="000000"/>
              </a:buClr>
              <a:buSzPct val="100000"/>
              <a:buFont typeface="Times New Roman" panose="02020603050405020304" pitchFamily="18" charset="0"/>
              <a:tabLst>
                <a:tab pos="449263" algn="l"/>
                <a:tab pos="898525" algn="l"/>
                <a:tab pos="1347788" algn="l"/>
                <a:tab pos="1797050" algn="l"/>
              </a:tabLst>
              <a:defRPr sz="2000">
                <a:solidFill>
                  <a:srgbClr val="000000"/>
                </a:solidFill>
                <a:latin typeface="Frutiger LT Com 55 Roman" pitchFamily="1" charset="0"/>
                <a:ea typeface="DejaVu Sans" pitchFamily="34" charset="0"/>
                <a:cs typeface="DejaVu Sans" pitchFamily="34" charset="0"/>
              </a:defRPr>
            </a:lvl5pPr>
            <a:lvl6pPr marL="2514600" indent="-228600" defTabSz="449263" eaLnBrk="0" fontAlgn="base" hangingPunct="0">
              <a:lnSpc>
                <a:spcPct val="97000"/>
              </a:lnSpc>
              <a:spcBef>
                <a:spcPct val="0"/>
              </a:spcBef>
              <a:spcAft>
                <a:spcPts val="288"/>
              </a:spcAft>
              <a:buClr>
                <a:srgbClr val="000000"/>
              </a:buClr>
              <a:buSzPct val="100000"/>
              <a:buFont typeface="Times New Roman" panose="02020603050405020304" pitchFamily="18" charset="0"/>
              <a:tabLst>
                <a:tab pos="449263" algn="l"/>
                <a:tab pos="898525" algn="l"/>
                <a:tab pos="1347788" algn="l"/>
                <a:tab pos="1797050" algn="l"/>
              </a:tabLst>
              <a:defRPr sz="2000">
                <a:solidFill>
                  <a:srgbClr val="000000"/>
                </a:solidFill>
                <a:latin typeface="Frutiger LT Com 55 Roman" pitchFamily="1" charset="0"/>
                <a:ea typeface="DejaVu Sans" pitchFamily="34" charset="0"/>
                <a:cs typeface="DejaVu Sans" pitchFamily="34" charset="0"/>
              </a:defRPr>
            </a:lvl6pPr>
            <a:lvl7pPr marL="2971800" indent="-228600" defTabSz="449263" eaLnBrk="0" fontAlgn="base" hangingPunct="0">
              <a:lnSpc>
                <a:spcPct val="97000"/>
              </a:lnSpc>
              <a:spcBef>
                <a:spcPct val="0"/>
              </a:spcBef>
              <a:spcAft>
                <a:spcPts val="288"/>
              </a:spcAft>
              <a:buClr>
                <a:srgbClr val="000000"/>
              </a:buClr>
              <a:buSzPct val="100000"/>
              <a:buFont typeface="Times New Roman" panose="02020603050405020304" pitchFamily="18" charset="0"/>
              <a:tabLst>
                <a:tab pos="449263" algn="l"/>
                <a:tab pos="898525" algn="l"/>
                <a:tab pos="1347788" algn="l"/>
                <a:tab pos="1797050" algn="l"/>
              </a:tabLst>
              <a:defRPr sz="2000">
                <a:solidFill>
                  <a:srgbClr val="000000"/>
                </a:solidFill>
                <a:latin typeface="Frutiger LT Com 55 Roman" pitchFamily="1" charset="0"/>
                <a:ea typeface="DejaVu Sans" pitchFamily="34" charset="0"/>
                <a:cs typeface="DejaVu Sans" pitchFamily="34" charset="0"/>
              </a:defRPr>
            </a:lvl7pPr>
            <a:lvl8pPr marL="3429000" indent="-228600" defTabSz="449263" eaLnBrk="0" fontAlgn="base" hangingPunct="0">
              <a:lnSpc>
                <a:spcPct val="97000"/>
              </a:lnSpc>
              <a:spcBef>
                <a:spcPct val="0"/>
              </a:spcBef>
              <a:spcAft>
                <a:spcPts val="288"/>
              </a:spcAft>
              <a:buClr>
                <a:srgbClr val="000000"/>
              </a:buClr>
              <a:buSzPct val="100000"/>
              <a:buFont typeface="Times New Roman" panose="02020603050405020304" pitchFamily="18" charset="0"/>
              <a:tabLst>
                <a:tab pos="449263" algn="l"/>
                <a:tab pos="898525" algn="l"/>
                <a:tab pos="1347788" algn="l"/>
                <a:tab pos="1797050" algn="l"/>
              </a:tabLst>
              <a:defRPr sz="2000">
                <a:solidFill>
                  <a:srgbClr val="000000"/>
                </a:solidFill>
                <a:latin typeface="Frutiger LT Com 55 Roman" pitchFamily="1" charset="0"/>
                <a:ea typeface="DejaVu Sans" pitchFamily="34" charset="0"/>
                <a:cs typeface="DejaVu Sans" pitchFamily="34" charset="0"/>
              </a:defRPr>
            </a:lvl8pPr>
            <a:lvl9pPr marL="3886200" indent="-228600" defTabSz="449263" eaLnBrk="0" fontAlgn="base" hangingPunct="0">
              <a:lnSpc>
                <a:spcPct val="97000"/>
              </a:lnSpc>
              <a:spcBef>
                <a:spcPct val="0"/>
              </a:spcBef>
              <a:spcAft>
                <a:spcPts val="288"/>
              </a:spcAft>
              <a:buClr>
                <a:srgbClr val="000000"/>
              </a:buClr>
              <a:buSzPct val="100000"/>
              <a:buFont typeface="Times New Roman" panose="02020603050405020304" pitchFamily="18" charset="0"/>
              <a:tabLst>
                <a:tab pos="449263" algn="l"/>
                <a:tab pos="898525" algn="l"/>
                <a:tab pos="1347788" algn="l"/>
                <a:tab pos="1797050" algn="l"/>
              </a:tabLst>
              <a:defRPr sz="2000">
                <a:solidFill>
                  <a:srgbClr val="000000"/>
                </a:solidFill>
                <a:latin typeface="Frutiger LT Com 55 Roman" pitchFamily="1" charset="0"/>
                <a:ea typeface="DejaVu Sans" pitchFamily="34" charset="0"/>
                <a:cs typeface="DejaVu Sans" pitchFamily="34" charset="0"/>
              </a:defRPr>
            </a:lvl9pPr>
          </a:lstStyle>
          <a:p>
            <a:pPr>
              <a:lnSpc>
                <a:spcPct val="100000"/>
              </a:lnSpc>
              <a:spcAft>
                <a:spcPct val="0"/>
              </a:spcAft>
            </a:pPr>
            <a:fld id="{F0973FCE-0C9A-4405-B44E-7725F66F1126}" type="slidenum">
              <a:rPr lang="en-US" altLang="en-US">
                <a:solidFill>
                  <a:srgbClr val="B2B2B2"/>
                </a:solidFill>
              </a:rPr>
              <a:pPr>
                <a:lnSpc>
                  <a:spcPct val="100000"/>
                </a:lnSpc>
                <a:spcAft>
                  <a:spcPct val="0"/>
                </a:spcAft>
              </a:pPr>
              <a:t>24</a:t>
            </a:fld>
            <a:endParaRPr lang="en-US" altLang="en-US">
              <a:solidFill>
                <a:srgbClr val="B2B2B2"/>
              </a:solidFill>
            </a:endParaRPr>
          </a:p>
        </p:txBody>
      </p:sp>
      <p:sp>
        <p:nvSpPr>
          <p:cNvPr id="9220" name="Rectangle 95"/>
          <p:cNvSpPr>
            <a:spLocks noChangeArrowheads="1"/>
          </p:cNvSpPr>
          <p:nvPr/>
        </p:nvSpPr>
        <p:spPr bwMode="auto">
          <a:xfrm>
            <a:off x="4686300" y="2222500"/>
            <a:ext cx="1588"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1">
              <a:lnSpc>
                <a:spcPct val="93000"/>
              </a:lnSpc>
              <a:buClr>
                <a:srgbClr val="000000"/>
              </a:buClr>
              <a:buSzPct val="100000"/>
              <a:buFont typeface="Times New Roman" panose="02020603050405020304" pitchFamily="18" charset="0"/>
              <a:buNone/>
            </a:pPr>
            <a:endParaRPr lang="en-US" altLang="en-US" sz="2400"/>
          </a:p>
        </p:txBody>
      </p:sp>
      <p:sp>
        <p:nvSpPr>
          <p:cNvPr id="9221" name="Rectangle 96"/>
          <p:cNvSpPr>
            <a:spLocks noChangeArrowheads="1"/>
          </p:cNvSpPr>
          <p:nvPr/>
        </p:nvSpPr>
        <p:spPr bwMode="auto">
          <a:xfrm>
            <a:off x="5087938" y="2220913"/>
            <a:ext cx="1587"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1">
              <a:lnSpc>
                <a:spcPct val="93000"/>
              </a:lnSpc>
              <a:buClr>
                <a:srgbClr val="000000"/>
              </a:buClr>
              <a:buSzPct val="100000"/>
              <a:buFont typeface="Times New Roman" panose="02020603050405020304" pitchFamily="18" charset="0"/>
              <a:buNone/>
            </a:pPr>
            <a:endParaRPr lang="en-US" altLang="en-US" sz="2400"/>
          </a:p>
        </p:txBody>
      </p:sp>
      <p:sp>
        <p:nvSpPr>
          <p:cNvPr id="9222" name="Rectangle 97"/>
          <p:cNvSpPr>
            <a:spLocks noChangeArrowheads="1"/>
          </p:cNvSpPr>
          <p:nvPr/>
        </p:nvSpPr>
        <p:spPr bwMode="auto">
          <a:xfrm>
            <a:off x="5164138" y="2220913"/>
            <a:ext cx="1587"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1">
              <a:lnSpc>
                <a:spcPct val="93000"/>
              </a:lnSpc>
              <a:buClr>
                <a:srgbClr val="000000"/>
              </a:buClr>
              <a:buSzPct val="100000"/>
              <a:buFont typeface="Times New Roman" panose="02020603050405020304" pitchFamily="18" charset="0"/>
              <a:buNone/>
            </a:pPr>
            <a:endParaRPr lang="en-US" altLang="en-US" sz="2400"/>
          </a:p>
        </p:txBody>
      </p:sp>
      <p:sp>
        <p:nvSpPr>
          <p:cNvPr id="9223" name="Rectangle 98"/>
          <p:cNvSpPr>
            <a:spLocks noChangeArrowheads="1"/>
          </p:cNvSpPr>
          <p:nvPr/>
        </p:nvSpPr>
        <p:spPr bwMode="auto">
          <a:xfrm>
            <a:off x="5699125" y="2220913"/>
            <a:ext cx="1588"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1">
              <a:lnSpc>
                <a:spcPct val="93000"/>
              </a:lnSpc>
              <a:buClr>
                <a:srgbClr val="000000"/>
              </a:buClr>
              <a:buSzPct val="100000"/>
              <a:buFont typeface="Times New Roman" panose="02020603050405020304" pitchFamily="18" charset="0"/>
              <a:buNone/>
            </a:pPr>
            <a:endParaRPr lang="en-US" altLang="en-US" sz="2400"/>
          </a:p>
        </p:txBody>
      </p:sp>
      <p:sp>
        <p:nvSpPr>
          <p:cNvPr id="9224" name="Rectangle 99"/>
          <p:cNvSpPr>
            <a:spLocks noChangeArrowheads="1"/>
          </p:cNvSpPr>
          <p:nvPr/>
        </p:nvSpPr>
        <p:spPr bwMode="auto">
          <a:xfrm>
            <a:off x="5786438" y="2220913"/>
            <a:ext cx="1587"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1">
              <a:lnSpc>
                <a:spcPct val="93000"/>
              </a:lnSpc>
              <a:buClr>
                <a:srgbClr val="000000"/>
              </a:buClr>
              <a:buSzPct val="100000"/>
              <a:buFont typeface="Times New Roman" panose="02020603050405020304" pitchFamily="18" charset="0"/>
              <a:buNone/>
            </a:pPr>
            <a:endParaRPr lang="en-US" altLang="en-US" sz="2400"/>
          </a:p>
        </p:txBody>
      </p:sp>
      <p:sp>
        <p:nvSpPr>
          <p:cNvPr id="9225" name="Rectangle 101"/>
          <p:cNvSpPr>
            <a:spLocks noChangeArrowheads="1"/>
          </p:cNvSpPr>
          <p:nvPr/>
        </p:nvSpPr>
        <p:spPr bwMode="auto">
          <a:xfrm>
            <a:off x="4327525" y="4945063"/>
            <a:ext cx="1588"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1">
              <a:lnSpc>
                <a:spcPct val="93000"/>
              </a:lnSpc>
              <a:buClr>
                <a:srgbClr val="000000"/>
              </a:buClr>
              <a:buSzPct val="100000"/>
              <a:buFont typeface="Times New Roman" panose="02020603050405020304" pitchFamily="18" charset="0"/>
              <a:buNone/>
            </a:pPr>
            <a:endParaRPr lang="en-US" altLang="en-US" sz="2400"/>
          </a:p>
        </p:txBody>
      </p:sp>
      <p:sp>
        <p:nvSpPr>
          <p:cNvPr id="9226" name="Rectangle 102"/>
          <p:cNvSpPr>
            <a:spLocks noChangeArrowheads="1"/>
          </p:cNvSpPr>
          <p:nvPr/>
        </p:nvSpPr>
        <p:spPr bwMode="auto">
          <a:xfrm>
            <a:off x="4379913" y="4945063"/>
            <a:ext cx="1587"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1">
              <a:lnSpc>
                <a:spcPct val="93000"/>
              </a:lnSpc>
              <a:buClr>
                <a:srgbClr val="000000"/>
              </a:buClr>
              <a:buSzPct val="100000"/>
              <a:buFont typeface="Times New Roman" panose="02020603050405020304" pitchFamily="18" charset="0"/>
              <a:buNone/>
            </a:pPr>
            <a:endParaRPr lang="en-US" altLang="en-US" sz="2400"/>
          </a:p>
        </p:txBody>
      </p:sp>
      <p:sp>
        <p:nvSpPr>
          <p:cNvPr id="9227" name="Rectangle 103"/>
          <p:cNvSpPr>
            <a:spLocks noChangeArrowheads="1"/>
          </p:cNvSpPr>
          <p:nvPr/>
        </p:nvSpPr>
        <p:spPr bwMode="auto">
          <a:xfrm>
            <a:off x="4454525" y="4945063"/>
            <a:ext cx="1588"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1">
              <a:lnSpc>
                <a:spcPct val="93000"/>
              </a:lnSpc>
              <a:buClr>
                <a:srgbClr val="000000"/>
              </a:buClr>
              <a:buSzPct val="100000"/>
              <a:buFont typeface="Times New Roman" panose="02020603050405020304" pitchFamily="18" charset="0"/>
              <a:buNone/>
            </a:pPr>
            <a:endParaRPr lang="en-US" altLang="en-US" sz="2400"/>
          </a:p>
        </p:txBody>
      </p:sp>
      <p:sp>
        <p:nvSpPr>
          <p:cNvPr id="9228" name="Rectangle 104"/>
          <p:cNvSpPr>
            <a:spLocks noChangeArrowheads="1"/>
          </p:cNvSpPr>
          <p:nvPr/>
        </p:nvSpPr>
        <p:spPr bwMode="auto">
          <a:xfrm>
            <a:off x="4506913" y="4945063"/>
            <a:ext cx="1587"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1">
              <a:lnSpc>
                <a:spcPct val="93000"/>
              </a:lnSpc>
              <a:buClr>
                <a:srgbClr val="000000"/>
              </a:buClr>
              <a:buSzPct val="100000"/>
              <a:buFont typeface="Times New Roman" panose="02020603050405020304" pitchFamily="18" charset="0"/>
              <a:buNone/>
            </a:pPr>
            <a:endParaRPr lang="en-US" altLang="en-US" sz="2400"/>
          </a:p>
        </p:txBody>
      </p:sp>
      <p:sp>
        <p:nvSpPr>
          <p:cNvPr id="9229" name="Rectangle 105"/>
          <p:cNvSpPr>
            <a:spLocks noChangeArrowheads="1"/>
          </p:cNvSpPr>
          <p:nvPr/>
        </p:nvSpPr>
        <p:spPr bwMode="auto">
          <a:xfrm>
            <a:off x="4619625" y="4945063"/>
            <a:ext cx="1588"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1">
              <a:lnSpc>
                <a:spcPct val="93000"/>
              </a:lnSpc>
              <a:buClr>
                <a:srgbClr val="000000"/>
              </a:buClr>
              <a:buSzPct val="100000"/>
              <a:buFont typeface="Times New Roman" panose="02020603050405020304" pitchFamily="18" charset="0"/>
              <a:buNone/>
            </a:pPr>
            <a:endParaRPr lang="en-US" altLang="en-US" sz="2400"/>
          </a:p>
        </p:txBody>
      </p:sp>
      <p:sp>
        <p:nvSpPr>
          <p:cNvPr id="9230" name="Rectangle 106"/>
          <p:cNvSpPr>
            <a:spLocks noChangeArrowheads="1"/>
          </p:cNvSpPr>
          <p:nvPr/>
        </p:nvSpPr>
        <p:spPr bwMode="auto">
          <a:xfrm>
            <a:off x="4668838" y="4945063"/>
            <a:ext cx="1587"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1">
              <a:lnSpc>
                <a:spcPct val="93000"/>
              </a:lnSpc>
              <a:buClr>
                <a:srgbClr val="000000"/>
              </a:buClr>
              <a:buSzPct val="100000"/>
              <a:buFont typeface="Times New Roman" panose="02020603050405020304" pitchFamily="18" charset="0"/>
              <a:buNone/>
            </a:pPr>
            <a:endParaRPr lang="en-US" altLang="en-US" sz="2400"/>
          </a:p>
        </p:txBody>
      </p:sp>
      <p:sp>
        <p:nvSpPr>
          <p:cNvPr id="9231" name="Rectangle 107"/>
          <p:cNvSpPr>
            <a:spLocks noChangeArrowheads="1"/>
          </p:cNvSpPr>
          <p:nvPr/>
        </p:nvSpPr>
        <p:spPr bwMode="auto">
          <a:xfrm>
            <a:off x="4748213" y="4945063"/>
            <a:ext cx="1587"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1">
              <a:lnSpc>
                <a:spcPct val="93000"/>
              </a:lnSpc>
              <a:buClr>
                <a:srgbClr val="000000"/>
              </a:buClr>
              <a:buSzPct val="100000"/>
              <a:buFont typeface="Times New Roman" panose="02020603050405020304" pitchFamily="18" charset="0"/>
              <a:buNone/>
            </a:pPr>
            <a:endParaRPr lang="en-US" altLang="en-US" sz="2400"/>
          </a:p>
        </p:txBody>
      </p:sp>
      <p:sp>
        <p:nvSpPr>
          <p:cNvPr id="9232" name="Rectangle 108"/>
          <p:cNvSpPr>
            <a:spLocks noChangeArrowheads="1"/>
          </p:cNvSpPr>
          <p:nvPr/>
        </p:nvSpPr>
        <p:spPr bwMode="auto">
          <a:xfrm>
            <a:off x="4835525" y="4945063"/>
            <a:ext cx="1588"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1">
              <a:lnSpc>
                <a:spcPct val="93000"/>
              </a:lnSpc>
              <a:buClr>
                <a:srgbClr val="000000"/>
              </a:buClr>
              <a:buSzPct val="100000"/>
              <a:buFont typeface="Times New Roman" panose="02020603050405020304" pitchFamily="18" charset="0"/>
              <a:buNone/>
            </a:pPr>
            <a:endParaRPr lang="en-US" altLang="en-US" sz="2400"/>
          </a:p>
        </p:txBody>
      </p:sp>
      <p:sp>
        <p:nvSpPr>
          <p:cNvPr id="9233" name="Rectangle 109"/>
          <p:cNvSpPr>
            <a:spLocks noChangeArrowheads="1"/>
          </p:cNvSpPr>
          <p:nvPr/>
        </p:nvSpPr>
        <p:spPr bwMode="auto">
          <a:xfrm>
            <a:off x="4935538" y="4945063"/>
            <a:ext cx="1587"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1">
              <a:lnSpc>
                <a:spcPct val="93000"/>
              </a:lnSpc>
              <a:buClr>
                <a:srgbClr val="000000"/>
              </a:buClr>
              <a:buSzPct val="100000"/>
              <a:buFont typeface="Times New Roman" panose="02020603050405020304" pitchFamily="18" charset="0"/>
              <a:buNone/>
            </a:pPr>
            <a:endParaRPr lang="en-US" altLang="en-US" sz="2400"/>
          </a:p>
        </p:txBody>
      </p:sp>
      <p:sp>
        <p:nvSpPr>
          <p:cNvPr id="9234" name="Rectangle 110"/>
          <p:cNvSpPr>
            <a:spLocks noChangeArrowheads="1"/>
          </p:cNvSpPr>
          <p:nvPr/>
        </p:nvSpPr>
        <p:spPr bwMode="auto">
          <a:xfrm>
            <a:off x="4986338" y="4945063"/>
            <a:ext cx="1587"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1">
              <a:lnSpc>
                <a:spcPct val="93000"/>
              </a:lnSpc>
              <a:buClr>
                <a:srgbClr val="000000"/>
              </a:buClr>
              <a:buSzPct val="100000"/>
              <a:buFont typeface="Times New Roman" panose="02020603050405020304" pitchFamily="18" charset="0"/>
              <a:buNone/>
            </a:pPr>
            <a:endParaRPr lang="en-US" altLang="en-US" sz="2400"/>
          </a:p>
        </p:txBody>
      </p:sp>
      <p:sp>
        <p:nvSpPr>
          <p:cNvPr id="9235" name="Rectangle 1"/>
          <p:cNvSpPr>
            <a:spLocks noGrp="1" noChangeArrowheads="1"/>
          </p:cNvSpPr>
          <p:nvPr>
            <p:ph type="title" idx="4294967295"/>
          </p:nvPr>
        </p:nvSpPr>
        <p:spPr>
          <a:xfrm>
            <a:off x="460375" y="534988"/>
            <a:ext cx="8223250" cy="914400"/>
          </a:xfrm>
        </p:spPr>
        <p:txBody>
          <a:bodyPr/>
          <a:lstStyle/>
          <a:p>
            <a:pPr eaLnBrk="1">
              <a:lnSpc>
                <a:spcPct val="100000"/>
              </a:lnSpc>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pPr>
            <a:r>
              <a:rPr lang="de-DE" altLang="en-US" b="1" dirty="0">
                <a:latin typeface="Frutiger LT Com 45 Light" charset="0"/>
              </a:rPr>
              <a:t>3.1. </a:t>
            </a:r>
            <a:r>
              <a:rPr lang="de-DE" altLang="en-US" b="1" dirty="0" err="1">
                <a:latin typeface="Frutiger LT Com 45 Light" charset="0"/>
              </a:rPr>
              <a:t>Available</a:t>
            </a:r>
            <a:r>
              <a:rPr lang="de-DE" altLang="en-US" b="1" dirty="0">
                <a:latin typeface="Frutiger LT Com 45 Light" charset="0"/>
              </a:rPr>
              <a:t> HDLs</a:t>
            </a:r>
          </a:p>
        </p:txBody>
      </p:sp>
      <p:sp>
        <p:nvSpPr>
          <p:cNvPr id="9236" name="Rectangle 94"/>
          <p:cNvSpPr>
            <a:spLocks noChangeArrowheads="1"/>
          </p:cNvSpPr>
          <p:nvPr/>
        </p:nvSpPr>
        <p:spPr bwMode="auto">
          <a:xfrm>
            <a:off x="5872163" y="4129088"/>
            <a:ext cx="2946400" cy="1814512"/>
          </a:xfrm>
          <a:prstGeom prst="rect">
            <a:avLst/>
          </a:prstGeom>
          <a:solidFill>
            <a:srgbClr val="D4E0F3"/>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a:lnSpc>
                <a:spcPct val="93000"/>
              </a:lnSpc>
              <a:buClr>
                <a:srgbClr val="000000"/>
              </a:buClr>
              <a:buSzPct val="100000"/>
              <a:buFont typeface="Times New Roman" panose="02020603050405020304" pitchFamily="18" charset="0"/>
              <a:buNone/>
            </a:pPr>
            <a:endParaRPr lang="en-US" altLang="en-US"/>
          </a:p>
        </p:txBody>
      </p:sp>
      <p:sp>
        <p:nvSpPr>
          <p:cNvPr id="9237" name="Line 119"/>
          <p:cNvSpPr>
            <a:spLocks noChangeShapeType="1"/>
          </p:cNvSpPr>
          <p:nvPr/>
        </p:nvSpPr>
        <p:spPr bwMode="auto">
          <a:xfrm flipV="1">
            <a:off x="5048250" y="4945063"/>
            <a:ext cx="971550" cy="0"/>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GB"/>
          </a:p>
        </p:txBody>
      </p:sp>
      <p:sp>
        <p:nvSpPr>
          <p:cNvPr id="9238" name="Text Box 153"/>
          <p:cNvSpPr txBox="1">
            <a:spLocks noChangeArrowheads="1"/>
          </p:cNvSpPr>
          <p:nvPr/>
        </p:nvSpPr>
        <p:spPr bwMode="auto">
          <a:xfrm>
            <a:off x="6037263" y="4208463"/>
            <a:ext cx="2486025" cy="165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p>
            <a:pPr eaLnBrk="1">
              <a:lnSpc>
                <a:spcPct val="90000"/>
              </a:lnSpc>
              <a:buClr>
                <a:srgbClr val="000000"/>
              </a:buClr>
              <a:buSzPct val="100000"/>
              <a:buFont typeface="Times New Roman" panose="02020603050405020304" pitchFamily="18" charset="0"/>
              <a:buNone/>
            </a:pPr>
            <a:r>
              <a:rPr lang="en-US" altLang="en-US" sz="1200" b="1" dirty="0">
                <a:latin typeface="Courier New" panose="02070309020205020404" pitchFamily="49" charset="0"/>
              </a:rPr>
              <a:t>module </a:t>
            </a:r>
            <a:r>
              <a:rPr lang="en-US" altLang="en-US" sz="1200" b="1" dirty="0" err="1">
                <a:latin typeface="Courier New" panose="02070309020205020404" pitchFamily="49" charset="0"/>
              </a:rPr>
              <a:t>DoorOpener</a:t>
            </a:r>
            <a:r>
              <a:rPr lang="en-US" altLang="en-US" sz="1200" b="1" dirty="0">
                <a:latin typeface="Courier New" panose="02070309020205020404" pitchFamily="49" charset="0"/>
              </a:rPr>
              <a:t>(C,H,P,F);</a:t>
            </a:r>
          </a:p>
          <a:p>
            <a:pPr eaLnBrk="1">
              <a:lnSpc>
                <a:spcPct val="90000"/>
              </a:lnSpc>
              <a:buClr>
                <a:srgbClr val="000000"/>
              </a:buClr>
              <a:buSzPct val="100000"/>
              <a:buFont typeface="Times New Roman" panose="02020603050405020304" pitchFamily="18" charset="0"/>
              <a:buNone/>
            </a:pPr>
            <a:r>
              <a:rPr lang="en-US" altLang="en-US" sz="1200" b="1" dirty="0">
                <a:latin typeface="Courier New" panose="02070309020205020404" pitchFamily="49" charset="0"/>
              </a:rPr>
              <a:t>   input C, H, P;</a:t>
            </a:r>
          </a:p>
          <a:p>
            <a:pPr eaLnBrk="1">
              <a:lnSpc>
                <a:spcPct val="90000"/>
              </a:lnSpc>
              <a:buClr>
                <a:srgbClr val="000000"/>
              </a:buClr>
              <a:buSzPct val="100000"/>
              <a:buFont typeface="Times New Roman" panose="02020603050405020304" pitchFamily="18" charset="0"/>
              <a:buNone/>
            </a:pPr>
            <a:r>
              <a:rPr lang="en-US" altLang="en-US" sz="1200" b="1" dirty="0">
                <a:latin typeface="Courier New" panose="02070309020205020404" pitchFamily="49" charset="0"/>
              </a:rPr>
              <a:t>   output F;</a:t>
            </a:r>
          </a:p>
          <a:p>
            <a:pPr eaLnBrk="1">
              <a:lnSpc>
                <a:spcPct val="90000"/>
              </a:lnSpc>
              <a:buClr>
                <a:srgbClr val="000000"/>
              </a:buClr>
              <a:buSzPct val="100000"/>
              <a:buFont typeface="Times New Roman" panose="02020603050405020304" pitchFamily="18" charset="0"/>
              <a:buNone/>
            </a:pPr>
            <a:r>
              <a:rPr lang="en-US" altLang="en-US" sz="1200" b="1" dirty="0">
                <a:latin typeface="Courier New" panose="02070309020205020404" pitchFamily="49" charset="0"/>
              </a:rPr>
              <a:t>   reg F;</a:t>
            </a:r>
          </a:p>
          <a:p>
            <a:pPr eaLnBrk="1">
              <a:lnSpc>
                <a:spcPct val="90000"/>
              </a:lnSpc>
              <a:buClr>
                <a:srgbClr val="000000"/>
              </a:buClr>
              <a:buSzPct val="100000"/>
              <a:buFont typeface="Times New Roman" panose="02020603050405020304" pitchFamily="18" charset="0"/>
              <a:buNone/>
            </a:pPr>
            <a:endParaRPr lang="en-US" altLang="en-US" sz="1200" b="1" dirty="0">
              <a:latin typeface="Courier New" panose="02070309020205020404" pitchFamily="49" charset="0"/>
            </a:endParaRPr>
          </a:p>
          <a:p>
            <a:pPr eaLnBrk="1">
              <a:lnSpc>
                <a:spcPct val="90000"/>
              </a:lnSpc>
              <a:buClr>
                <a:srgbClr val="000000"/>
              </a:buClr>
              <a:buSzPct val="100000"/>
              <a:buFont typeface="Times New Roman" panose="02020603050405020304" pitchFamily="18" charset="0"/>
              <a:buNone/>
            </a:pPr>
            <a:r>
              <a:rPr lang="en-US" altLang="en-US" sz="1200" b="1" dirty="0">
                <a:latin typeface="Courier New" panose="02070309020205020404" pitchFamily="49" charset="0"/>
              </a:rPr>
              <a:t>   always @(C,H,P)</a:t>
            </a:r>
          </a:p>
          <a:p>
            <a:pPr eaLnBrk="1">
              <a:lnSpc>
                <a:spcPct val="90000"/>
              </a:lnSpc>
              <a:buClr>
                <a:srgbClr val="000000"/>
              </a:buClr>
              <a:buSzPct val="100000"/>
              <a:buFont typeface="Times New Roman" panose="02020603050405020304" pitchFamily="18" charset="0"/>
              <a:buNone/>
            </a:pPr>
            <a:r>
              <a:rPr lang="en-US" altLang="en-US" sz="1200" b="1" dirty="0">
                <a:latin typeface="Courier New" panose="02070309020205020404" pitchFamily="49" charset="0"/>
              </a:rPr>
              <a:t>   begin</a:t>
            </a:r>
          </a:p>
          <a:p>
            <a:pPr eaLnBrk="1">
              <a:lnSpc>
                <a:spcPct val="90000"/>
              </a:lnSpc>
              <a:buClr>
                <a:srgbClr val="000000"/>
              </a:buClr>
              <a:buSzPct val="100000"/>
              <a:buFont typeface="Times New Roman" panose="02020603050405020304" pitchFamily="18" charset="0"/>
              <a:buNone/>
            </a:pPr>
            <a:r>
              <a:rPr lang="en-US" altLang="en-US" sz="1200" b="1" dirty="0">
                <a:latin typeface="Courier New" panose="02070309020205020404" pitchFamily="49" charset="0"/>
              </a:rPr>
              <a:t>      F &lt;= (~C) &amp; (H | P);</a:t>
            </a:r>
          </a:p>
          <a:p>
            <a:pPr eaLnBrk="1">
              <a:lnSpc>
                <a:spcPct val="90000"/>
              </a:lnSpc>
              <a:buClr>
                <a:srgbClr val="000000"/>
              </a:buClr>
              <a:buSzPct val="100000"/>
              <a:buFont typeface="Times New Roman" panose="02020603050405020304" pitchFamily="18" charset="0"/>
              <a:buNone/>
            </a:pPr>
            <a:r>
              <a:rPr lang="en-US" altLang="en-US" sz="1200" b="1" dirty="0">
                <a:latin typeface="Courier New" panose="02070309020205020404" pitchFamily="49" charset="0"/>
              </a:rPr>
              <a:t>   end</a:t>
            </a:r>
          </a:p>
          <a:p>
            <a:pPr eaLnBrk="1">
              <a:lnSpc>
                <a:spcPct val="90000"/>
              </a:lnSpc>
              <a:buClr>
                <a:srgbClr val="000000"/>
              </a:buClr>
              <a:buSzPct val="100000"/>
              <a:buFont typeface="Times New Roman" panose="02020603050405020304" pitchFamily="18" charset="0"/>
              <a:buNone/>
            </a:pPr>
            <a:r>
              <a:rPr lang="en-US" altLang="en-US" sz="1200" b="1" dirty="0" err="1">
                <a:latin typeface="Courier New" panose="02070309020205020404" pitchFamily="49" charset="0"/>
              </a:rPr>
              <a:t>endmodule</a:t>
            </a:r>
            <a:endParaRPr lang="en-US" altLang="en-US" sz="1200" b="1" dirty="0">
              <a:latin typeface="Courier New" panose="02070309020205020404" pitchFamily="49" charset="0"/>
            </a:endParaRPr>
          </a:p>
        </p:txBody>
      </p:sp>
      <p:sp>
        <p:nvSpPr>
          <p:cNvPr id="9239" name="Rectangle 192"/>
          <p:cNvSpPr>
            <a:spLocks noChangeArrowheads="1"/>
          </p:cNvSpPr>
          <p:nvPr/>
        </p:nvSpPr>
        <p:spPr bwMode="auto">
          <a:xfrm>
            <a:off x="5108575" y="1652588"/>
            <a:ext cx="3959225" cy="2309812"/>
          </a:xfrm>
          <a:prstGeom prst="rect">
            <a:avLst/>
          </a:prstGeom>
          <a:solidFill>
            <a:srgbClr val="D4E0F3"/>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a:lnSpc>
                <a:spcPct val="93000"/>
              </a:lnSpc>
              <a:buClr>
                <a:srgbClr val="000000"/>
              </a:buClr>
              <a:buSzPct val="100000"/>
              <a:buFont typeface="Times New Roman" panose="02020603050405020304" pitchFamily="18" charset="0"/>
              <a:buNone/>
            </a:pPr>
            <a:endParaRPr lang="en-US" altLang="en-US"/>
          </a:p>
        </p:txBody>
      </p:sp>
      <p:sp>
        <p:nvSpPr>
          <p:cNvPr id="9240" name="Text Box 191"/>
          <p:cNvSpPr txBox="1">
            <a:spLocks noChangeArrowheads="1"/>
          </p:cNvSpPr>
          <p:nvPr/>
        </p:nvSpPr>
        <p:spPr bwMode="auto">
          <a:xfrm>
            <a:off x="5159375" y="1701800"/>
            <a:ext cx="3908425" cy="2212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p>
            <a:pPr eaLnBrk="1">
              <a:lnSpc>
                <a:spcPct val="85000"/>
              </a:lnSpc>
              <a:buClr>
                <a:srgbClr val="000000"/>
              </a:buClr>
              <a:buSzPct val="100000"/>
              <a:buFont typeface="Times New Roman" panose="02020603050405020304" pitchFamily="18" charset="0"/>
              <a:buNone/>
            </a:pPr>
            <a:r>
              <a:rPr lang="en-US" altLang="en-US" sz="1000" b="1" dirty="0">
                <a:latin typeface="Courier New" panose="02070309020205020404" pitchFamily="49" charset="0"/>
              </a:rPr>
              <a:t>#include "</a:t>
            </a:r>
            <a:r>
              <a:rPr lang="en-US" altLang="en-US" sz="1000" b="1" dirty="0" err="1">
                <a:latin typeface="Courier New" panose="02070309020205020404" pitchFamily="49" charset="0"/>
              </a:rPr>
              <a:t>systemc.h</a:t>
            </a:r>
            <a:r>
              <a:rPr lang="en-US" altLang="en-US" sz="1000" b="1" dirty="0">
                <a:latin typeface="Courier New" panose="02070309020205020404" pitchFamily="49" charset="0"/>
              </a:rPr>
              <a:t>"</a:t>
            </a:r>
          </a:p>
          <a:p>
            <a:pPr eaLnBrk="1">
              <a:lnSpc>
                <a:spcPct val="85000"/>
              </a:lnSpc>
              <a:buClr>
                <a:srgbClr val="000000"/>
              </a:buClr>
              <a:buSzPct val="100000"/>
              <a:buFont typeface="Times New Roman" panose="02020603050405020304" pitchFamily="18" charset="0"/>
              <a:buNone/>
            </a:pPr>
            <a:r>
              <a:rPr lang="en-US" altLang="en-US" sz="1000" b="1" dirty="0">
                <a:latin typeface="Courier New" panose="02070309020205020404" pitchFamily="49" charset="0"/>
              </a:rPr>
              <a:t>SC_MODULE(</a:t>
            </a:r>
            <a:r>
              <a:rPr lang="en-US" altLang="en-US" sz="1000" b="1" dirty="0" err="1">
                <a:latin typeface="Courier New" panose="02070309020205020404" pitchFamily="49" charset="0"/>
              </a:rPr>
              <a:t>DoorOpener</a:t>
            </a:r>
            <a:r>
              <a:rPr lang="en-US" altLang="en-US" sz="1000" b="1" dirty="0">
                <a:latin typeface="Courier New" panose="02070309020205020404" pitchFamily="49" charset="0"/>
              </a:rPr>
              <a:t>)</a:t>
            </a:r>
          </a:p>
          <a:p>
            <a:pPr eaLnBrk="1">
              <a:lnSpc>
                <a:spcPct val="85000"/>
              </a:lnSpc>
              <a:buClr>
                <a:srgbClr val="000000"/>
              </a:buClr>
              <a:buSzPct val="100000"/>
              <a:buFont typeface="Times New Roman" panose="02020603050405020304" pitchFamily="18" charset="0"/>
              <a:buNone/>
            </a:pPr>
            <a:r>
              <a:rPr lang="en-US" altLang="en-US" sz="1000" b="1" dirty="0">
                <a:latin typeface="Courier New" panose="02070309020205020404" pitchFamily="49" charset="0"/>
              </a:rPr>
              <a:t>{</a:t>
            </a:r>
          </a:p>
          <a:p>
            <a:pPr eaLnBrk="1">
              <a:lnSpc>
                <a:spcPct val="85000"/>
              </a:lnSpc>
              <a:buClr>
                <a:srgbClr val="000000"/>
              </a:buClr>
              <a:buSzPct val="100000"/>
              <a:buFont typeface="Times New Roman" panose="02020603050405020304" pitchFamily="18" charset="0"/>
              <a:buNone/>
            </a:pPr>
            <a:r>
              <a:rPr lang="en-US" altLang="en-US" sz="1000" b="1" dirty="0">
                <a:latin typeface="Courier New" panose="02070309020205020404" pitchFamily="49" charset="0"/>
              </a:rPr>
              <a:t>   </a:t>
            </a:r>
            <a:r>
              <a:rPr lang="en-US" altLang="en-US" sz="1000" b="1" dirty="0" err="1">
                <a:latin typeface="Courier New" panose="02070309020205020404" pitchFamily="49" charset="0"/>
              </a:rPr>
              <a:t>sc_in</a:t>
            </a:r>
            <a:r>
              <a:rPr lang="en-US" altLang="en-US" sz="1000" b="1" dirty="0">
                <a:latin typeface="Courier New" panose="02070309020205020404" pitchFamily="49" charset="0"/>
              </a:rPr>
              <a:t>&lt;</a:t>
            </a:r>
            <a:r>
              <a:rPr lang="en-US" altLang="en-US" sz="1000" b="1" dirty="0" err="1">
                <a:latin typeface="Courier New" panose="02070309020205020404" pitchFamily="49" charset="0"/>
              </a:rPr>
              <a:t>sc_logic</a:t>
            </a:r>
            <a:r>
              <a:rPr lang="en-US" altLang="en-US" sz="1000" b="1" dirty="0">
                <a:latin typeface="Courier New" panose="02070309020205020404" pitchFamily="49" charset="0"/>
              </a:rPr>
              <a:t>&gt; c, h, p;</a:t>
            </a:r>
          </a:p>
          <a:p>
            <a:pPr eaLnBrk="1">
              <a:lnSpc>
                <a:spcPct val="85000"/>
              </a:lnSpc>
              <a:buClr>
                <a:srgbClr val="000000"/>
              </a:buClr>
              <a:buSzPct val="100000"/>
              <a:buFont typeface="Times New Roman" panose="02020603050405020304" pitchFamily="18" charset="0"/>
              <a:buNone/>
            </a:pPr>
            <a:r>
              <a:rPr lang="en-US" altLang="en-US" sz="1000" b="1" dirty="0">
                <a:latin typeface="Courier New" panose="02070309020205020404" pitchFamily="49" charset="0"/>
              </a:rPr>
              <a:t>   </a:t>
            </a:r>
            <a:r>
              <a:rPr lang="en-US" altLang="en-US" sz="1000" b="1" dirty="0" err="1">
                <a:latin typeface="Courier New" panose="02070309020205020404" pitchFamily="49" charset="0"/>
              </a:rPr>
              <a:t>sc_out</a:t>
            </a:r>
            <a:r>
              <a:rPr lang="en-US" altLang="en-US" sz="1000" b="1" dirty="0">
                <a:latin typeface="Courier New" panose="02070309020205020404" pitchFamily="49" charset="0"/>
              </a:rPr>
              <a:t>&lt;</a:t>
            </a:r>
            <a:r>
              <a:rPr lang="en-US" altLang="en-US" sz="1000" b="1" dirty="0" err="1">
                <a:latin typeface="Courier New" panose="02070309020205020404" pitchFamily="49" charset="0"/>
              </a:rPr>
              <a:t>sc_logic</a:t>
            </a:r>
            <a:r>
              <a:rPr lang="en-US" altLang="en-US" sz="1000" b="1" dirty="0">
                <a:latin typeface="Courier New" panose="02070309020205020404" pitchFamily="49" charset="0"/>
              </a:rPr>
              <a:t>&gt; f;</a:t>
            </a:r>
          </a:p>
          <a:p>
            <a:pPr eaLnBrk="1">
              <a:lnSpc>
                <a:spcPct val="85000"/>
              </a:lnSpc>
              <a:buClr>
                <a:srgbClr val="000000"/>
              </a:buClr>
              <a:buSzPct val="100000"/>
              <a:buFont typeface="Times New Roman" panose="02020603050405020304" pitchFamily="18" charset="0"/>
              <a:buNone/>
            </a:pPr>
            <a:endParaRPr lang="en-US" altLang="en-US" sz="1000" b="1" dirty="0">
              <a:latin typeface="Courier New" panose="02070309020205020404" pitchFamily="49" charset="0"/>
            </a:endParaRPr>
          </a:p>
          <a:p>
            <a:pPr eaLnBrk="1">
              <a:lnSpc>
                <a:spcPct val="85000"/>
              </a:lnSpc>
              <a:buClr>
                <a:srgbClr val="000000"/>
              </a:buClr>
              <a:buSzPct val="100000"/>
              <a:buFont typeface="Times New Roman" panose="02020603050405020304" pitchFamily="18" charset="0"/>
              <a:buNone/>
            </a:pPr>
            <a:r>
              <a:rPr lang="en-US" altLang="en-US" sz="1000" b="1" dirty="0">
                <a:latin typeface="Courier New" panose="02070309020205020404" pitchFamily="49" charset="0"/>
              </a:rPr>
              <a:t>   SC_CTOR(</a:t>
            </a:r>
            <a:r>
              <a:rPr lang="en-US" altLang="en-US" sz="1000" b="1" dirty="0" err="1">
                <a:latin typeface="Courier New" panose="02070309020205020404" pitchFamily="49" charset="0"/>
              </a:rPr>
              <a:t>DoorOpener</a:t>
            </a:r>
            <a:r>
              <a:rPr lang="en-US" altLang="en-US" sz="1000" b="1" dirty="0">
                <a:latin typeface="Courier New" panose="02070309020205020404" pitchFamily="49" charset="0"/>
              </a:rPr>
              <a:t>)</a:t>
            </a:r>
          </a:p>
          <a:p>
            <a:pPr eaLnBrk="1">
              <a:lnSpc>
                <a:spcPct val="85000"/>
              </a:lnSpc>
              <a:buClr>
                <a:srgbClr val="000000"/>
              </a:buClr>
              <a:buSzPct val="100000"/>
              <a:buFont typeface="Times New Roman" panose="02020603050405020304" pitchFamily="18" charset="0"/>
              <a:buNone/>
            </a:pPr>
            <a:r>
              <a:rPr lang="en-US" altLang="en-US" sz="1000" b="1" dirty="0">
                <a:latin typeface="Courier New" panose="02070309020205020404" pitchFamily="49" charset="0"/>
              </a:rPr>
              <a:t>   {</a:t>
            </a:r>
          </a:p>
          <a:p>
            <a:pPr eaLnBrk="1">
              <a:lnSpc>
                <a:spcPct val="85000"/>
              </a:lnSpc>
              <a:buClr>
                <a:srgbClr val="000000"/>
              </a:buClr>
              <a:buSzPct val="100000"/>
              <a:buFont typeface="Times New Roman" panose="02020603050405020304" pitchFamily="18" charset="0"/>
              <a:buNone/>
            </a:pPr>
            <a:r>
              <a:rPr lang="en-US" altLang="en-US" sz="1000" b="1" dirty="0">
                <a:latin typeface="Courier New" panose="02070309020205020404" pitchFamily="49" charset="0"/>
              </a:rPr>
              <a:t>      SC_METHOD(</a:t>
            </a:r>
            <a:r>
              <a:rPr lang="en-US" altLang="en-US" sz="1000" b="1" dirty="0" err="1">
                <a:latin typeface="Courier New" panose="02070309020205020404" pitchFamily="49" charset="0"/>
              </a:rPr>
              <a:t>comblogic</a:t>
            </a:r>
            <a:r>
              <a:rPr lang="en-US" altLang="en-US" sz="1000" b="1" dirty="0">
                <a:latin typeface="Courier New" panose="02070309020205020404" pitchFamily="49" charset="0"/>
              </a:rPr>
              <a:t>);</a:t>
            </a:r>
          </a:p>
          <a:p>
            <a:pPr eaLnBrk="1">
              <a:lnSpc>
                <a:spcPct val="85000"/>
              </a:lnSpc>
              <a:buClr>
                <a:srgbClr val="000000"/>
              </a:buClr>
              <a:buSzPct val="100000"/>
              <a:buFont typeface="Times New Roman" panose="02020603050405020304" pitchFamily="18" charset="0"/>
              <a:buNone/>
            </a:pPr>
            <a:r>
              <a:rPr lang="en-US" altLang="en-US" sz="1000" b="1" dirty="0">
                <a:latin typeface="Courier New" panose="02070309020205020404" pitchFamily="49" charset="0"/>
              </a:rPr>
              <a:t>      sensitive &lt;&lt; c &lt;&lt; h &lt;&lt; p;</a:t>
            </a:r>
          </a:p>
          <a:p>
            <a:pPr eaLnBrk="1">
              <a:lnSpc>
                <a:spcPct val="85000"/>
              </a:lnSpc>
              <a:buClr>
                <a:srgbClr val="000000"/>
              </a:buClr>
              <a:buSzPct val="100000"/>
              <a:buFont typeface="Times New Roman" panose="02020603050405020304" pitchFamily="18" charset="0"/>
              <a:buNone/>
            </a:pPr>
            <a:r>
              <a:rPr lang="en-US" altLang="en-US" sz="1000" b="1" dirty="0">
                <a:latin typeface="Courier New" panose="02070309020205020404" pitchFamily="49" charset="0"/>
              </a:rPr>
              <a:t>   }</a:t>
            </a:r>
          </a:p>
          <a:p>
            <a:pPr eaLnBrk="1">
              <a:lnSpc>
                <a:spcPct val="85000"/>
              </a:lnSpc>
              <a:buClr>
                <a:srgbClr val="000000"/>
              </a:buClr>
              <a:buSzPct val="100000"/>
              <a:buFont typeface="Times New Roman" panose="02020603050405020304" pitchFamily="18" charset="0"/>
              <a:buNone/>
            </a:pPr>
            <a:endParaRPr lang="en-US" altLang="en-US" sz="1000" b="1" dirty="0">
              <a:latin typeface="Courier New" panose="02070309020205020404" pitchFamily="49" charset="0"/>
            </a:endParaRPr>
          </a:p>
          <a:p>
            <a:pPr eaLnBrk="1">
              <a:lnSpc>
                <a:spcPct val="85000"/>
              </a:lnSpc>
              <a:buClr>
                <a:srgbClr val="000000"/>
              </a:buClr>
              <a:buSzPct val="100000"/>
              <a:buFont typeface="Times New Roman" panose="02020603050405020304" pitchFamily="18" charset="0"/>
              <a:buNone/>
            </a:pPr>
            <a:r>
              <a:rPr lang="en-US" altLang="en-US" sz="1000" b="1" dirty="0">
                <a:latin typeface="Courier New" panose="02070309020205020404" pitchFamily="49" charset="0"/>
              </a:rPr>
              <a:t>   void </a:t>
            </a:r>
            <a:r>
              <a:rPr lang="en-US" altLang="en-US" sz="1000" b="1" dirty="0" err="1">
                <a:latin typeface="Courier New" panose="02070309020205020404" pitchFamily="49" charset="0"/>
              </a:rPr>
              <a:t>comblogic</a:t>
            </a:r>
            <a:r>
              <a:rPr lang="en-US" altLang="en-US" sz="1000" b="1" dirty="0">
                <a:latin typeface="Courier New" panose="02070309020205020404" pitchFamily="49" charset="0"/>
              </a:rPr>
              <a:t>()</a:t>
            </a:r>
          </a:p>
          <a:p>
            <a:pPr eaLnBrk="1">
              <a:lnSpc>
                <a:spcPct val="85000"/>
              </a:lnSpc>
              <a:buClr>
                <a:srgbClr val="000000"/>
              </a:buClr>
              <a:buSzPct val="100000"/>
              <a:buFont typeface="Times New Roman" panose="02020603050405020304" pitchFamily="18" charset="0"/>
              <a:buNone/>
            </a:pPr>
            <a:r>
              <a:rPr lang="en-US" altLang="en-US" sz="1000" b="1" dirty="0">
                <a:latin typeface="Courier New" panose="02070309020205020404" pitchFamily="49" charset="0"/>
              </a:rPr>
              <a:t>   {</a:t>
            </a:r>
          </a:p>
          <a:p>
            <a:pPr eaLnBrk="1">
              <a:lnSpc>
                <a:spcPct val="85000"/>
              </a:lnSpc>
              <a:buClr>
                <a:srgbClr val="000000"/>
              </a:buClr>
              <a:buSzPct val="100000"/>
              <a:buFont typeface="Times New Roman" panose="02020603050405020304" pitchFamily="18" charset="0"/>
              <a:buNone/>
            </a:pPr>
            <a:r>
              <a:rPr lang="en-US" altLang="en-US" sz="1000" b="1" dirty="0">
                <a:latin typeface="Courier New" panose="02070309020205020404" pitchFamily="49" charset="0"/>
              </a:rPr>
              <a:t>      </a:t>
            </a:r>
            <a:r>
              <a:rPr lang="en-US" altLang="en-US" sz="1000" b="1" dirty="0" err="1">
                <a:latin typeface="Courier New" panose="02070309020205020404" pitchFamily="49" charset="0"/>
              </a:rPr>
              <a:t>f.write</a:t>
            </a:r>
            <a:r>
              <a:rPr lang="en-US" altLang="en-US" sz="1000" b="1" dirty="0">
                <a:latin typeface="Courier New" panose="02070309020205020404" pitchFamily="49" charset="0"/>
              </a:rPr>
              <a:t>((~</a:t>
            </a:r>
            <a:r>
              <a:rPr lang="en-US" altLang="en-US" sz="1000" b="1" dirty="0" err="1">
                <a:latin typeface="Courier New" panose="02070309020205020404" pitchFamily="49" charset="0"/>
              </a:rPr>
              <a:t>c.read</a:t>
            </a:r>
            <a:r>
              <a:rPr lang="en-US" altLang="en-US" sz="1000" b="1" dirty="0">
                <a:latin typeface="Courier New" panose="02070309020205020404" pitchFamily="49" charset="0"/>
              </a:rPr>
              <a:t>()) &amp; (</a:t>
            </a:r>
            <a:r>
              <a:rPr lang="en-US" altLang="en-US" sz="1000" b="1" dirty="0" err="1">
                <a:latin typeface="Courier New" panose="02070309020205020404" pitchFamily="49" charset="0"/>
              </a:rPr>
              <a:t>h.read</a:t>
            </a:r>
            <a:r>
              <a:rPr lang="en-US" altLang="en-US" sz="1000" b="1" dirty="0">
                <a:latin typeface="Courier New" panose="02070309020205020404" pitchFamily="49" charset="0"/>
              </a:rPr>
              <a:t>() | </a:t>
            </a:r>
            <a:r>
              <a:rPr lang="en-US" altLang="en-US" sz="1000" b="1" dirty="0" err="1">
                <a:latin typeface="Courier New" panose="02070309020205020404" pitchFamily="49" charset="0"/>
              </a:rPr>
              <a:t>p.read</a:t>
            </a:r>
            <a:r>
              <a:rPr lang="en-US" altLang="en-US" sz="1000" b="1" dirty="0">
                <a:latin typeface="Courier New" panose="02070309020205020404" pitchFamily="49" charset="0"/>
              </a:rPr>
              <a:t>()));</a:t>
            </a:r>
          </a:p>
          <a:p>
            <a:pPr eaLnBrk="1">
              <a:lnSpc>
                <a:spcPct val="85000"/>
              </a:lnSpc>
              <a:buClr>
                <a:srgbClr val="000000"/>
              </a:buClr>
              <a:buSzPct val="100000"/>
              <a:buFont typeface="Times New Roman" panose="02020603050405020304" pitchFamily="18" charset="0"/>
              <a:buNone/>
            </a:pPr>
            <a:r>
              <a:rPr lang="en-US" altLang="en-US" sz="1000" b="1" dirty="0">
                <a:latin typeface="Courier New" panose="02070309020205020404" pitchFamily="49" charset="0"/>
              </a:rPr>
              <a:t>   }</a:t>
            </a:r>
          </a:p>
          <a:p>
            <a:pPr eaLnBrk="1">
              <a:lnSpc>
                <a:spcPct val="85000"/>
              </a:lnSpc>
              <a:buClr>
                <a:srgbClr val="000000"/>
              </a:buClr>
              <a:buSzPct val="100000"/>
              <a:buFont typeface="Times New Roman" panose="02020603050405020304" pitchFamily="18" charset="0"/>
              <a:buNone/>
            </a:pPr>
            <a:r>
              <a:rPr lang="en-US" altLang="en-US" sz="1000" b="1" dirty="0">
                <a:latin typeface="Courier New" panose="02070309020205020404" pitchFamily="49" charset="0"/>
              </a:rPr>
              <a:t>};</a:t>
            </a:r>
          </a:p>
        </p:txBody>
      </p:sp>
      <p:sp>
        <p:nvSpPr>
          <p:cNvPr id="9241" name="Line 117"/>
          <p:cNvSpPr>
            <a:spLocks noChangeShapeType="1"/>
          </p:cNvSpPr>
          <p:nvPr/>
        </p:nvSpPr>
        <p:spPr bwMode="auto">
          <a:xfrm flipV="1">
            <a:off x="4573588" y="2590800"/>
            <a:ext cx="684212" cy="0"/>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GB"/>
          </a:p>
        </p:txBody>
      </p:sp>
    </p:spTree>
    <p:extLst>
      <p:ext uri="{BB962C8B-B14F-4D97-AF65-F5344CB8AC3E}">
        <p14:creationId xmlns:p14="http://schemas.microsoft.com/office/powerpoint/2010/main" val="3669430811"/>
      </p:ext>
    </p:extLst>
  </p:cSld>
  <p:clrMapOvr>
    <a:masterClrMapping/>
  </p:clrMapOvr>
  <mc:AlternateContent xmlns:mc="http://schemas.openxmlformats.org/markup-compatibility/2006" xmlns:p14="http://schemas.microsoft.com/office/powerpoint/2010/main">
    <mc:Choice Requires="p14">
      <p:transition spd="slow" p14:dur="2000" advTm="37310"/>
    </mc:Choice>
    <mc:Fallback xmlns="">
      <p:transition spd="slow" advTm="37310"/>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eaLnBrk="1">
              <a:lnSpc>
                <a:spcPct val="100000"/>
              </a:lnSpc>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a:pPr>
            <a:r>
              <a:rPr lang="de-DE" kern="1200" dirty="0">
                <a:latin typeface="Frutiger LT Com 45 Light" charset="0"/>
              </a:rPr>
              <a:t>Summary</a:t>
            </a:r>
            <a:endParaRPr lang="en-GB" b="1" kern="1200" dirty="0">
              <a:latin typeface="Frutiger LT Com 45 Light" charset="0"/>
            </a:endParaRPr>
          </a:p>
        </p:txBody>
      </p:sp>
      <p:sp>
        <p:nvSpPr>
          <p:cNvPr id="54275" name="Content Placeholder 2"/>
          <p:cNvSpPr>
            <a:spLocks noGrp="1"/>
          </p:cNvSpPr>
          <p:nvPr>
            <p:ph idx="1"/>
          </p:nvPr>
        </p:nvSpPr>
        <p:spPr/>
        <p:txBody>
          <a:bodyPr/>
          <a:lstStyle/>
          <a:p>
            <a:pPr marL="0" lvl="1" indent="0">
              <a:buClr>
                <a:srgbClr val="00B050"/>
              </a:buClr>
            </a:pPr>
            <a:r>
              <a:rPr lang="en-US" altLang="en-US" sz="2000" dirty="0"/>
              <a:t> Familiarity with Electronic Design Automation (EDA) Tools</a:t>
            </a:r>
          </a:p>
          <a:p>
            <a:pPr marL="0" lvl="1" indent="0">
              <a:lnSpc>
                <a:spcPct val="100000"/>
              </a:lnSpc>
              <a:spcAft>
                <a:spcPct val="40000"/>
              </a:spcAft>
              <a:buClr>
                <a:srgbClr val="00B050"/>
              </a:buClr>
              <a:buSzTx/>
              <a:buFont typeface="Wingdings" panose="05000000000000000000" pitchFamily="2" charset="2"/>
              <a:buChar char="n"/>
            </a:pPr>
            <a:r>
              <a:rPr lang="en-US" altLang="en-US" sz="2000" dirty="0"/>
              <a:t> Steps of digital design using Quartus Prime software</a:t>
            </a:r>
          </a:p>
          <a:p>
            <a:pPr marL="0" lvl="1" indent="0">
              <a:buClr>
                <a:srgbClr val="00B050"/>
              </a:buClr>
              <a:buFont typeface="Wingdings" panose="05000000000000000000" pitchFamily="2" charset="2"/>
              <a:buChar char="n"/>
            </a:pPr>
            <a:r>
              <a:rPr lang="en-US" altLang="en-US" sz="2000" dirty="0"/>
              <a:t> Introducing the concept of Hardware </a:t>
            </a:r>
            <a:r>
              <a:rPr lang="en-US" altLang="en-US" sz="2000"/>
              <a:t>Description Language</a:t>
            </a:r>
            <a:endParaRPr lang="en-US" altLang="en-US" sz="2000" dirty="0"/>
          </a:p>
          <a:p>
            <a:pPr marL="0" lvl="1" indent="0">
              <a:buClr>
                <a:srgbClr val="00B050"/>
              </a:buClr>
              <a:buNone/>
            </a:pPr>
            <a:endParaRPr lang="en-US" altLang="en-US" dirty="0"/>
          </a:p>
        </p:txBody>
      </p:sp>
      <p:sp>
        <p:nvSpPr>
          <p:cNvPr id="5" name="Slide Number Placeholder 3"/>
          <p:cNvSpPr>
            <a:spLocks noGrp="1"/>
          </p:cNvSpPr>
          <p:nvPr>
            <p:ph type="sldNum" sz="quarter" idx="4"/>
          </p:nvPr>
        </p:nvSpPr>
        <p:spPr>
          <a:xfrm>
            <a:off x="3505907" y="6322681"/>
            <a:ext cx="2133600" cy="365125"/>
          </a:xfrm>
        </p:spPr>
        <p:txBody>
          <a:bodyPr/>
          <a:lstStyle/>
          <a:p>
            <a:fld id="{678EF7AC-325E-49D0-8897-E637594B55B4}" type="slidenum">
              <a:rPr lang="de-DE" smtClean="0"/>
              <a:pPr/>
              <a:t>25</a:t>
            </a:fld>
            <a:endParaRPr lang="de-DE" dirty="0"/>
          </a:p>
        </p:txBody>
      </p:sp>
    </p:spTree>
    <p:extLst>
      <p:ext uri="{BB962C8B-B14F-4D97-AF65-F5344CB8AC3E}">
        <p14:creationId xmlns:p14="http://schemas.microsoft.com/office/powerpoint/2010/main" val="4154585496"/>
      </p:ext>
    </p:extLst>
  </p:cSld>
  <p:clrMapOvr>
    <a:masterClrMapping/>
  </p:clrMapOvr>
  <mc:AlternateContent xmlns:mc="http://schemas.openxmlformats.org/markup-compatibility/2006" xmlns:p14="http://schemas.microsoft.com/office/powerpoint/2010/main">
    <mc:Choice Requires="p14">
      <p:transition spd="slow" p14:dur="2000" advTm="21284"/>
    </mc:Choice>
    <mc:Fallback xmlns="">
      <p:transition spd="slow" advTm="21284"/>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TIMING" val="|60.2"/>
</p:tagLst>
</file>

<file path=ppt/tags/tag2.xml><?xml version="1.0" encoding="utf-8"?>
<p:tagLst xmlns:a="http://schemas.openxmlformats.org/drawingml/2006/main" xmlns:r="http://schemas.openxmlformats.org/officeDocument/2006/relationships" xmlns:p="http://schemas.openxmlformats.org/presentationml/2006/main">
  <p:tag name="TIMING" val="|0.9"/>
</p:tagLst>
</file>

<file path=ppt/theme/theme1.xml><?xml version="1.0" encoding="utf-8"?>
<a:theme xmlns:a="http://schemas.openxmlformats.org/drawingml/2006/main" name="Standarddesign">
  <a:themeElements>
    <a:clrScheme name="">
      <a:dk1>
        <a:srgbClr val="000000"/>
      </a:dk1>
      <a:lt1>
        <a:srgbClr val="FFFFFF"/>
      </a:lt1>
      <a:dk2>
        <a:srgbClr val="179C7D"/>
      </a:dk2>
      <a:lt2>
        <a:srgbClr val="A8AFAF"/>
      </a:lt2>
      <a:accent1>
        <a:srgbClr val="EB6A0A"/>
      </a:accent1>
      <a:accent2>
        <a:srgbClr val="006E92"/>
      </a:accent2>
      <a:accent3>
        <a:srgbClr val="FFFFFF"/>
      </a:accent3>
      <a:accent4>
        <a:srgbClr val="000000"/>
      </a:accent4>
      <a:accent5>
        <a:srgbClr val="F3B9AA"/>
      </a:accent5>
      <a:accent6>
        <a:srgbClr val="006384"/>
      </a:accent6>
      <a:hlink>
        <a:srgbClr val="25BAE2"/>
      </a:hlink>
      <a:folHlink>
        <a:srgbClr val="B1C800"/>
      </a:folHlink>
    </a:clrScheme>
    <a:fontScheme name="Standarddesign">
      <a:majorFont>
        <a:latin typeface="Frutiger LT Com 45 Light"/>
        <a:ea typeface=""/>
        <a:cs typeface=""/>
      </a:majorFont>
      <a:minorFont>
        <a:latin typeface="Frutiger LT Com 55 Roman"/>
        <a:ea typeface=""/>
        <a:cs typeface=""/>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Standard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Standard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Standard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Standard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Standard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Standard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Standard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Standard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Standard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Standard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Standard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Standard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
      <a:clrScheme name="Standarddesign 13">
        <a:dk1>
          <a:srgbClr val="000000"/>
        </a:dk1>
        <a:lt1>
          <a:srgbClr val="FFFFFF"/>
        </a:lt1>
        <a:dk2>
          <a:srgbClr val="000000"/>
        </a:dk2>
        <a:lt2>
          <a:srgbClr val="A8AFAF"/>
        </a:lt2>
        <a:accent1>
          <a:srgbClr val="009475"/>
        </a:accent1>
        <a:accent2>
          <a:srgbClr val="333399"/>
        </a:accent2>
        <a:accent3>
          <a:srgbClr val="FFFFFF"/>
        </a:accent3>
        <a:accent4>
          <a:srgbClr val="000000"/>
        </a:accent4>
        <a:accent5>
          <a:srgbClr val="AAC8BD"/>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Standarddesign 14">
        <a:dk1>
          <a:srgbClr val="000000"/>
        </a:dk1>
        <a:lt1>
          <a:srgbClr val="FFFFFF"/>
        </a:lt1>
        <a:dk2>
          <a:srgbClr val="000000"/>
        </a:dk2>
        <a:lt2>
          <a:srgbClr val="A8AFAF"/>
        </a:lt2>
        <a:accent1>
          <a:srgbClr val="009475"/>
        </a:accent1>
        <a:accent2>
          <a:srgbClr val="009475"/>
        </a:accent2>
        <a:accent3>
          <a:srgbClr val="FFFFFF"/>
        </a:accent3>
        <a:accent4>
          <a:srgbClr val="000000"/>
        </a:accent4>
        <a:accent5>
          <a:srgbClr val="AAC8BD"/>
        </a:accent5>
        <a:accent6>
          <a:srgbClr val="008669"/>
        </a:accent6>
        <a:hlink>
          <a:srgbClr val="009475"/>
        </a:hlink>
        <a:folHlink>
          <a:srgbClr val="009475"/>
        </a:folHlink>
      </a:clrScheme>
      <a:clrMap bg1="lt1" tx1="dk1" bg2="lt2" tx2="dk2" accent1="accent1" accent2="accent2" accent3="accent3" accent4="accent4" accent5="accent5" accent6="accent6" hlink="hlink" folHlink="folHlink"/>
    </a:extraClrScheme>
    <a:extraClrScheme>
      <a:clrScheme name="Standarddesign 15">
        <a:dk1>
          <a:srgbClr val="000000"/>
        </a:dk1>
        <a:lt1>
          <a:srgbClr val="FFFFFF"/>
        </a:lt1>
        <a:dk2>
          <a:srgbClr val="009475"/>
        </a:dk2>
        <a:lt2>
          <a:srgbClr val="A8AFAF"/>
        </a:lt2>
        <a:accent1>
          <a:srgbClr val="25BAE2"/>
        </a:accent1>
        <a:accent2>
          <a:srgbClr val="006E92"/>
        </a:accent2>
        <a:accent3>
          <a:srgbClr val="FFFFFF"/>
        </a:accent3>
        <a:accent4>
          <a:srgbClr val="000000"/>
        </a:accent4>
        <a:accent5>
          <a:srgbClr val="ACD9EE"/>
        </a:accent5>
        <a:accent6>
          <a:srgbClr val="006384"/>
        </a:accent6>
        <a:hlink>
          <a:srgbClr val="4C636F"/>
        </a:hlink>
        <a:folHlink>
          <a:srgbClr val="9E1C22"/>
        </a:folHlink>
      </a:clrScheme>
      <a:clrMap bg1="lt1" tx1="dk1" bg2="lt2" tx2="dk2" accent1="accent1" accent2="accent2" accent3="accent3" accent4="accent4" accent5="accent5" accent6="accent6" hlink="hlink" folHlink="folHlink"/>
    </a:extraClrScheme>
    <a:extraClrScheme>
      <a:clrScheme name="Standarddesign 16">
        <a:dk1>
          <a:srgbClr val="000000"/>
        </a:dk1>
        <a:lt1>
          <a:srgbClr val="FFFFFF"/>
        </a:lt1>
        <a:dk2>
          <a:srgbClr val="009475"/>
        </a:dk2>
        <a:lt2>
          <a:srgbClr val="25BAE2"/>
        </a:lt2>
        <a:accent1>
          <a:srgbClr val="009475"/>
        </a:accent1>
        <a:accent2>
          <a:srgbClr val="006E92"/>
        </a:accent2>
        <a:accent3>
          <a:srgbClr val="FFFFFF"/>
        </a:accent3>
        <a:accent4>
          <a:srgbClr val="000000"/>
        </a:accent4>
        <a:accent5>
          <a:srgbClr val="AAC8BD"/>
        </a:accent5>
        <a:accent6>
          <a:srgbClr val="006384"/>
        </a:accent6>
        <a:hlink>
          <a:srgbClr val="4C636F"/>
        </a:hlink>
        <a:folHlink>
          <a:srgbClr val="9E1C2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1_Standarddesign">
  <a:themeElements>
    <a:clrScheme name="">
      <a:dk1>
        <a:srgbClr val="000000"/>
      </a:dk1>
      <a:lt1>
        <a:srgbClr val="FFFFFF"/>
      </a:lt1>
      <a:dk2>
        <a:srgbClr val="179C7D"/>
      </a:dk2>
      <a:lt2>
        <a:srgbClr val="A8AFAF"/>
      </a:lt2>
      <a:accent1>
        <a:srgbClr val="EB6A0A"/>
      </a:accent1>
      <a:accent2>
        <a:srgbClr val="006E92"/>
      </a:accent2>
      <a:accent3>
        <a:srgbClr val="FFFFFF"/>
      </a:accent3>
      <a:accent4>
        <a:srgbClr val="000000"/>
      </a:accent4>
      <a:accent5>
        <a:srgbClr val="F3B9AA"/>
      </a:accent5>
      <a:accent6>
        <a:srgbClr val="006384"/>
      </a:accent6>
      <a:hlink>
        <a:srgbClr val="25BAE2"/>
      </a:hlink>
      <a:folHlink>
        <a:srgbClr val="B1C800"/>
      </a:folHlink>
    </a:clrScheme>
    <a:fontScheme name="1_Standarddesign">
      <a:majorFont>
        <a:latin typeface="Frutiger LT Com 45 Light"/>
        <a:ea typeface=""/>
        <a:cs typeface=""/>
      </a:majorFont>
      <a:minorFont>
        <a:latin typeface="Frutiger LT Com 55 Roman"/>
        <a:ea typeface=""/>
        <a:cs typeface=""/>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1_Standard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1_Standard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1_Standard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1_Standard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1_Standard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1_Standard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1_Standard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1_Standard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1_Standard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1_Standard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1_Standard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1_Standard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
      <a:clrScheme name="1_Standarddesign 13">
        <a:dk1>
          <a:srgbClr val="000000"/>
        </a:dk1>
        <a:lt1>
          <a:srgbClr val="FFFFFF"/>
        </a:lt1>
        <a:dk2>
          <a:srgbClr val="000000"/>
        </a:dk2>
        <a:lt2>
          <a:srgbClr val="A8AFAF"/>
        </a:lt2>
        <a:accent1>
          <a:srgbClr val="009475"/>
        </a:accent1>
        <a:accent2>
          <a:srgbClr val="333399"/>
        </a:accent2>
        <a:accent3>
          <a:srgbClr val="FFFFFF"/>
        </a:accent3>
        <a:accent4>
          <a:srgbClr val="000000"/>
        </a:accent4>
        <a:accent5>
          <a:srgbClr val="AAC8BD"/>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1_Standarddesign 14">
        <a:dk1>
          <a:srgbClr val="000000"/>
        </a:dk1>
        <a:lt1>
          <a:srgbClr val="FFFFFF"/>
        </a:lt1>
        <a:dk2>
          <a:srgbClr val="000000"/>
        </a:dk2>
        <a:lt2>
          <a:srgbClr val="A8AFAF"/>
        </a:lt2>
        <a:accent1>
          <a:srgbClr val="009475"/>
        </a:accent1>
        <a:accent2>
          <a:srgbClr val="009475"/>
        </a:accent2>
        <a:accent3>
          <a:srgbClr val="FFFFFF"/>
        </a:accent3>
        <a:accent4>
          <a:srgbClr val="000000"/>
        </a:accent4>
        <a:accent5>
          <a:srgbClr val="AAC8BD"/>
        </a:accent5>
        <a:accent6>
          <a:srgbClr val="008669"/>
        </a:accent6>
        <a:hlink>
          <a:srgbClr val="009475"/>
        </a:hlink>
        <a:folHlink>
          <a:srgbClr val="009475"/>
        </a:folHlink>
      </a:clrScheme>
      <a:clrMap bg1="lt1" tx1="dk1" bg2="lt2" tx2="dk2" accent1="accent1" accent2="accent2" accent3="accent3" accent4="accent4" accent5="accent5" accent6="accent6" hlink="hlink" folHlink="folHlink"/>
    </a:extraClrScheme>
    <a:extraClrScheme>
      <a:clrScheme name="1_Standarddesign 15">
        <a:dk1>
          <a:srgbClr val="000000"/>
        </a:dk1>
        <a:lt1>
          <a:srgbClr val="FFFFFF"/>
        </a:lt1>
        <a:dk2>
          <a:srgbClr val="009475"/>
        </a:dk2>
        <a:lt2>
          <a:srgbClr val="A8AFAF"/>
        </a:lt2>
        <a:accent1>
          <a:srgbClr val="25BAE2"/>
        </a:accent1>
        <a:accent2>
          <a:srgbClr val="006E92"/>
        </a:accent2>
        <a:accent3>
          <a:srgbClr val="FFFFFF"/>
        </a:accent3>
        <a:accent4>
          <a:srgbClr val="000000"/>
        </a:accent4>
        <a:accent5>
          <a:srgbClr val="ACD9EE"/>
        </a:accent5>
        <a:accent6>
          <a:srgbClr val="006384"/>
        </a:accent6>
        <a:hlink>
          <a:srgbClr val="4C636F"/>
        </a:hlink>
        <a:folHlink>
          <a:srgbClr val="9E1C22"/>
        </a:folHlink>
      </a:clrScheme>
      <a:clrMap bg1="lt1" tx1="dk1" bg2="lt2" tx2="dk2" accent1="accent1" accent2="accent2" accent3="accent3" accent4="accent4" accent5="accent5" accent6="accent6" hlink="hlink" folHlink="folHlink"/>
    </a:extraClrScheme>
    <a:extraClrScheme>
      <a:clrScheme name="1_Standarddesign 16">
        <a:dk1>
          <a:srgbClr val="000000"/>
        </a:dk1>
        <a:lt1>
          <a:srgbClr val="FFFFFF"/>
        </a:lt1>
        <a:dk2>
          <a:srgbClr val="009475"/>
        </a:dk2>
        <a:lt2>
          <a:srgbClr val="25BAE2"/>
        </a:lt2>
        <a:accent1>
          <a:srgbClr val="009475"/>
        </a:accent1>
        <a:accent2>
          <a:srgbClr val="006E92"/>
        </a:accent2>
        <a:accent3>
          <a:srgbClr val="FFFFFF"/>
        </a:accent3>
        <a:accent4>
          <a:srgbClr val="000000"/>
        </a:accent4>
        <a:accent5>
          <a:srgbClr val="AAC8BD"/>
        </a:accent5>
        <a:accent6>
          <a:srgbClr val="006384"/>
        </a:accent6>
        <a:hlink>
          <a:srgbClr val="4C636F"/>
        </a:hlink>
        <a:folHlink>
          <a:srgbClr val="9E1C22"/>
        </a:folHlink>
      </a:clrScheme>
      <a:clrMap bg1="lt1" tx1="dk1" bg2="lt2" tx2="dk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Larissa">
  <a:themeElements>
    <a:clrScheme name="Larissa">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Larissa">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61528</TotalTime>
  <Words>1887</Words>
  <Application>Microsoft Macintosh PowerPoint</Application>
  <PresentationFormat>全屏显示(4:3)</PresentationFormat>
  <Paragraphs>389</Paragraphs>
  <Slides>25</Slides>
  <Notes>15</Notes>
  <HiddenSlides>0</HiddenSlides>
  <MMClips>0</MMClips>
  <ScaleCrop>false</ScaleCrop>
  <HeadingPairs>
    <vt:vector size="6" baseType="variant">
      <vt:variant>
        <vt:lpstr>已用的字体</vt:lpstr>
      </vt:variant>
      <vt:variant>
        <vt:i4>8</vt:i4>
      </vt:variant>
      <vt:variant>
        <vt:lpstr>主题</vt:lpstr>
      </vt:variant>
      <vt:variant>
        <vt:i4>2</vt:i4>
      </vt:variant>
      <vt:variant>
        <vt:lpstr>幻灯片标题</vt:lpstr>
      </vt:variant>
      <vt:variant>
        <vt:i4>25</vt:i4>
      </vt:variant>
    </vt:vector>
  </HeadingPairs>
  <TitlesOfParts>
    <vt:vector size="35" baseType="lpstr">
      <vt:lpstr>Frutiger LT Com 45 Light</vt:lpstr>
      <vt:lpstr>Frutiger LT Com 55 Roman</vt:lpstr>
      <vt:lpstr>Myriad Roman</vt:lpstr>
      <vt:lpstr>Calibri</vt:lpstr>
      <vt:lpstr>Cambria Math</vt:lpstr>
      <vt:lpstr>Courier New</vt:lpstr>
      <vt:lpstr>Times New Roman</vt:lpstr>
      <vt:lpstr>Wingdings</vt:lpstr>
      <vt:lpstr>Standarddesign</vt:lpstr>
      <vt:lpstr>1_Standarddesign</vt:lpstr>
      <vt:lpstr>PowerPoint 演示文稿</vt:lpstr>
      <vt:lpstr>Objectives</vt:lpstr>
      <vt:lpstr>1. Electronic Design Automation (EDA) Tools</vt:lpstr>
      <vt:lpstr>1. Electronic Design Automation (EDA) Tools</vt:lpstr>
      <vt:lpstr>1. Electronic Design Automation (EDA) Tools (Abstraction levels)</vt:lpstr>
      <vt:lpstr>1. Electronic Design Automation (EDA) Tools (Abstraction levels)</vt:lpstr>
      <vt:lpstr>1. Electronic Design Automation (EDA) Tools (Abstraction levels)</vt:lpstr>
      <vt:lpstr>1. Electronic Design Automation (EDA) Tools (Behavioural vs. Structural)</vt:lpstr>
      <vt:lpstr>1. Electronic Design Automation (EDA) Tools (Behavioural vs. Structural)</vt:lpstr>
      <vt:lpstr>1. Electronic Design Automation (EDA) Tools</vt:lpstr>
      <vt:lpstr>1. Electronic Design Automation (EDA) Tools</vt:lpstr>
      <vt:lpstr>2. Quartus Prime CAD Software</vt:lpstr>
      <vt:lpstr>Step 1 - Design Entry</vt:lpstr>
      <vt:lpstr>Step 1 - Design Entry</vt:lpstr>
      <vt:lpstr>Step 2 - Synthesis</vt:lpstr>
      <vt:lpstr>Step 2 - Synthesis</vt:lpstr>
      <vt:lpstr>Step 3 - Physical Design-Fitting</vt:lpstr>
      <vt:lpstr>Step 3 - Physical Design-Fitting</vt:lpstr>
      <vt:lpstr>Step 4 - Verification</vt:lpstr>
      <vt:lpstr>Step 5 - Testing</vt:lpstr>
      <vt:lpstr>3. Digital Systems and HDLs</vt:lpstr>
      <vt:lpstr>3. Digital Systems and HDLs</vt:lpstr>
      <vt:lpstr>3.1. Available HDLs</vt:lpstr>
      <vt:lpstr>3.1. Available HDLs</vt:lpstr>
      <vt:lpstr>Summary</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Folie 1</dc:title>
  <dc:creator>"KLIMALA programmierung"</dc:creator>
  <cp:lastModifiedBy>Zhang, Zhongming</cp:lastModifiedBy>
  <cp:revision>1732</cp:revision>
  <cp:lastPrinted>2016-04-28T02:25:47Z</cp:lastPrinted>
  <dcterms:created xsi:type="dcterms:W3CDTF">2009-05-22T06:46:16Z</dcterms:created>
  <dcterms:modified xsi:type="dcterms:W3CDTF">2024-09-09T02:32:00Z</dcterms:modified>
</cp:coreProperties>
</file>