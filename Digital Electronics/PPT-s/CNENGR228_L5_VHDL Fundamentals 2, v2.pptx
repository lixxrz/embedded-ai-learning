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tags/tag1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2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tags/tag3.xml" ContentType="application/vnd.openxmlformats-officedocument.presentationml.tag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tags/tag4.xml" ContentType="application/vnd.openxmlformats-officedocument.presentationml.tags+xml"/>
  <Override PartName="/ppt/notesSlides/notesSlide23.xml" ContentType="application/vnd.openxmlformats-officedocument.presentationml.notesSlide+xml"/>
  <Override PartName="/ppt/tags/tag5.xml" ContentType="application/vnd.openxmlformats-officedocument.presentationml.tags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  <p:sldMasterId id="2147483649" r:id="rId2"/>
    <p:sldMasterId id="2147483650" r:id="rId3"/>
  </p:sldMasterIdLst>
  <p:notesMasterIdLst>
    <p:notesMasterId r:id="rId29"/>
  </p:notesMasterIdLst>
  <p:sldIdLst>
    <p:sldId id="256" r:id="rId4"/>
    <p:sldId id="381" r:id="rId5"/>
    <p:sldId id="257" r:id="rId6"/>
    <p:sldId id="358" r:id="rId7"/>
    <p:sldId id="356" r:id="rId8"/>
    <p:sldId id="360" r:id="rId9"/>
    <p:sldId id="359" r:id="rId10"/>
    <p:sldId id="361" r:id="rId11"/>
    <p:sldId id="362" r:id="rId12"/>
    <p:sldId id="364" r:id="rId13"/>
    <p:sldId id="365" r:id="rId14"/>
    <p:sldId id="355" r:id="rId15"/>
    <p:sldId id="268" r:id="rId16"/>
    <p:sldId id="374" r:id="rId17"/>
    <p:sldId id="366" r:id="rId18"/>
    <p:sldId id="367" r:id="rId19"/>
    <p:sldId id="369" r:id="rId20"/>
    <p:sldId id="377" r:id="rId21"/>
    <p:sldId id="373" r:id="rId22"/>
    <p:sldId id="375" r:id="rId23"/>
    <p:sldId id="379" r:id="rId24"/>
    <p:sldId id="380" r:id="rId25"/>
    <p:sldId id="382" r:id="rId26"/>
    <p:sldId id="390" r:id="rId27"/>
    <p:sldId id="353" r:id="rId28"/>
  </p:sldIdLst>
  <p:sldSz cx="9144000" cy="6858000" type="screen4x3"/>
  <p:notesSz cx="7099300" cy="10234613"/>
  <p:defaultTextStyle>
    <a:defPPr>
      <a:defRPr lang="en-GB"/>
    </a:defPPr>
    <a:lvl1pPr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DejaVu Sans" pitchFamily="34" charset="0"/>
        <a:cs typeface="DejaVu Sans" pitchFamily="34" charset="0"/>
      </a:defRPr>
    </a:lvl1pPr>
    <a:lvl2pPr marL="742950" indent="-28575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DejaVu Sans" pitchFamily="34" charset="0"/>
        <a:cs typeface="DejaVu Sans" pitchFamily="34" charset="0"/>
      </a:defRPr>
    </a:lvl2pPr>
    <a:lvl3pPr marL="1143000" indent="-2286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DejaVu Sans" pitchFamily="34" charset="0"/>
        <a:cs typeface="DejaVu Sans" pitchFamily="34" charset="0"/>
      </a:defRPr>
    </a:lvl3pPr>
    <a:lvl4pPr marL="1600200" indent="-2286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DejaVu Sans" pitchFamily="34" charset="0"/>
        <a:cs typeface="DejaVu Sans" pitchFamily="34" charset="0"/>
      </a:defRPr>
    </a:lvl4pPr>
    <a:lvl5pPr marL="2057400" indent="-228600" algn="l" defTabSz="449263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DejaVu Sans" pitchFamily="34" charset="0"/>
        <a:cs typeface="DejaVu Sans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DejaVu Sans" pitchFamily="34" charset="0"/>
        <a:cs typeface="DejaVu Sans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DejaVu Sans" pitchFamily="34" charset="0"/>
        <a:cs typeface="DejaVu Sans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DejaVu Sans" pitchFamily="34" charset="0"/>
        <a:cs typeface="DejaVu Sans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DejaVu Sans" pitchFamily="34" charset="0"/>
        <a:cs typeface="DejaVu Sans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271B10-C6DF-F542-B43E-5C1AA69E19D3}" v="18" dt="2026-10-11T14:36:55.59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282" autoAdjust="0"/>
    <p:restoredTop sz="60709" autoAdjust="0"/>
  </p:normalViewPr>
  <p:slideViewPr>
    <p:cSldViewPr>
      <p:cViewPr varScale="1">
        <p:scale>
          <a:sx n="67" d="100"/>
          <a:sy n="67" d="100"/>
        </p:scale>
        <p:origin x="2728" y="176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microsoft.com/office/2016/11/relationships/changesInfo" Target="changesInfos/changesInfo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ng, Zhongming" userId="57b61de0-a4db-46da-bbdf-d2c5d7242f33" providerId="ADAL" clId="{A9EB9BFE-B47A-40D3-8DDA-B5F2A69EBB51}"/>
    <pc:docChg chg="modSld">
      <pc:chgData name="Zhang, Zhongming" userId="57b61de0-a4db-46da-bbdf-d2c5d7242f33" providerId="ADAL" clId="{A9EB9BFE-B47A-40D3-8DDA-B5F2A69EBB51}" dt="2024-10-12T04:06:28.854" v="94" actId="20577"/>
      <pc:docMkLst>
        <pc:docMk/>
      </pc:docMkLst>
      <pc:sldChg chg="modSp mod modNotesTx">
        <pc:chgData name="Zhang, Zhongming" userId="57b61de0-a4db-46da-bbdf-d2c5d7242f33" providerId="ADAL" clId="{A9EB9BFE-B47A-40D3-8DDA-B5F2A69EBB51}" dt="2024-10-12T04:06:28.854" v="94" actId="20577"/>
        <pc:sldMkLst>
          <pc:docMk/>
          <pc:sldMk cId="0" sldId="359"/>
        </pc:sldMkLst>
      </pc:sldChg>
    </pc:docChg>
  </pc:docChgLst>
  <pc:docChgLst>
    <pc:chgData name="Zhang, Zhongming" userId="57b61de0-a4db-46da-bbdf-d2c5d7242f33" providerId="ADAL" clId="{0CDA5CF6-992C-4747-B5CD-20B147AB5DD8}"/>
    <pc:docChg chg="modSld">
      <pc:chgData name="Zhang, Zhongming" userId="57b61de0-a4db-46da-bbdf-d2c5d7242f33" providerId="ADAL" clId="{0CDA5CF6-992C-4747-B5CD-20B147AB5DD8}" dt="2023-10-09T02:03:05.671" v="364" actId="1076"/>
      <pc:docMkLst>
        <pc:docMk/>
      </pc:docMkLst>
      <pc:sldChg chg="modSp mod">
        <pc:chgData name="Zhang, Zhongming" userId="57b61de0-a4db-46da-bbdf-d2c5d7242f33" providerId="ADAL" clId="{0CDA5CF6-992C-4747-B5CD-20B147AB5DD8}" dt="2023-10-09T02:03:05.671" v="364" actId="1076"/>
        <pc:sldMkLst>
          <pc:docMk/>
          <pc:sldMk cId="0" sldId="256"/>
        </pc:sldMkLst>
      </pc:sldChg>
      <pc:sldChg chg="modNotesTx">
        <pc:chgData name="Zhang, Zhongming" userId="57b61de0-a4db-46da-bbdf-d2c5d7242f33" providerId="ADAL" clId="{0CDA5CF6-992C-4747-B5CD-20B147AB5DD8}" dt="2023-10-08T14:13:14.133" v="285" actId="20577"/>
        <pc:sldMkLst>
          <pc:docMk/>
          <pc:sldMk cId="0" sldId="359"/>
        </pc:sldMkLst>
      </pc:sldChg>
      <pc:sldChg chg="modSp modNotesTx">
        <pc:chgData name="Zhang, Zhongming" userId="57b61de0-a4db-46da-bbdf-d2c5d7242f33" providerId="ADAL" clId="{0CDA5CF6-992C-4747-B5CD-20B147AB5DD8}" dt="2023-10-08T14:08:50.185" v="129" actId="20577"/>
        <pc:sldMkLst>
          <pc:docMk/>
          <pc:sldMk cId="0" sldId="360"/>
        </pc:sldMkLst>
      </pc:sldChg>
      <pc:sldChg chg="modNotesTx">
        <pc:chgData name="Zhang, Zhongming" userId="57b61de0-a4db-46da-bbdf-d2c5d7242f33" providerId="ADAL" clId="{0CDA5CF6-992C-4747-B5CD-20B147AB5DD8}" dt="2023-10-08T14:51:03.696" v="289" actId="20577"/>
        <pc:sldMkLst>
          <pc:docMk/>
          <pc:sldMk cId="0" sldId="362"/>
        </pc:sldMkLst>
      </pc:sldChg>
      <pc:sldChg chg="modNotesTx">
        <pc:chgData name="Zhang, Zhongming" userId="57b61de0-a4db-46da-bbdf-d2c5d7242f33" providerId="ADAL" clId="{0CDA5CF6-992C-4747-B5CD-20B147AB5DD8}" dt="2023-10-08T15:02:17.960" v="363" actId="20577"/>
        <pc:sldMkLst>
          <pc:docMk/>
          <pc:sldMk cId="0" sldId="380"/>
        </pc:sldMkLst>
      </pc:sldChg>
      <pc:sldChg chg="modNotesTx">
        <pc:chgData name="Zhang, Zhongming" userId="57b61de0-a4db-46da-bbdf-d2c5d7242f33" providerId="ADAL" clId="{0CDA5CF6-992C-4747-B5CD-20B147AB5DD8}" dt="2023-10-08T13:33:44.276" v="3" actId="20577"/>
        <pc:sldMkLst>
          <pc:docMk/>
          <pc:sldMk cId="0" sldId="381"/>
        </pc:sldMkLst>
      </pc:sldChg>
    </pc:docChg>
  </pc:docChgLst>
  <pc:docChgLst>
    <pc:chgData name="Zhang, Zhongming" userId="57b61de0-a4db-46da-bbdf-d2c5d7242f33" providerId="ADAL" clId="{5AD39F2D-AE94-BD42-A10C-CEA20ED249B4}"/>
    <pc:docChg chg="undo custSel modSld">
      <pc:chgData name="Zhang, Zhongming" userId="57b61de0-a4db-46da-bbdf-d2c5d7242f33" providerId="ADAL" clId="{5AD39F2D-AE94-BD42-A10C-CEA20ED249B4}" dt="2022-10-23T17:49:45.145" v="30" actId="20577"/>
      <pc:docMkLst>
        <pc:docMk/>
      </pc:docMkLst>
      <pc:sldChg chg="modSp mod">
        <pc:chgData name="Zhang, Zhongming" userId="57b61de0-a4db-46da-bbdf-d2c5d7242f33" providerId="ADAL" clId="{5AD39F2D-AE94-BD42-A10C-CEA20ED249B4}" dt="2022-10-19T08:48:28.005" v="15" actId="20577"/>
        <pc:sldMkLst>
          <pc:docMk/>
          <pc:sldMk cId="0" sldId="359"/>
        </pc:sldMkLst>
      </pc:sldChg>
      <pc:sldChg chg="modSp modAnim modNotesTx">
        <pc:chgData name="Zhang, Zhongming" userId="57b61de0-a4db-46da-bbdf-d2c5d7242f33" providerId="ADAL" clId="{5AD39F2D-AE94-BD42-A10C-CEA20ED249B4}" dt="2022-10-23T17:49:45.145" v="30" actId="20577"/>
        <pc:sldMkLst>
          <pc:docMk/>
          <pc:sldMk cId="0" sldId="360"/>
        </pc:sldMkLst>
      </pc:sldChg>
    </pc:docChg>
  </pc:docChgLst>
  <pc:docChgLst>
    <pc:chgData name="Ahmed, Hasan" userId="b26a53e6-1b14-49fb-9c2c-35c761fe83ca" providerId="ADAL" clId="{36BE30BD-8611-4646-89B1-BB903A42D72E}"/>
    <pc:docChg chg="custSel modSld">
      <pc:chgData name="Ahmed, Hasan" userId="b26a53e6-1b14-49fb-9c2c-35c761fe83ca" providerId="ADAL" clId="{36BE30BD-8611-4646-89B1-BB903A42D72E}" dt="2021-10-10T17:36:33.828" v="1"/>
      <pc:docMkLst>
        <pc:docMk/>
      </pc:docMkLst>
      <pc:sldChg chg="addSp delSp modSp mod">
        <pc:chgData name="Ahmed, Hasan" userId="b26a53e6-1b14-49fb-9c2c-35c761fe83ca" providerId="ADAL" clId="{36BE30BD-8611-4646-89B1-BB903A42D72E}" dt="2021-10-10T17:36:33.828" v="1"/>
        <pc:sldMkLst>
          <pc:docMk/>
          <pc:sldMk cId="0" sldId="256"/>
        </pc:sldMkLst>
      </pc:sldChg>
    </pc:docChg>
  </pc:docChgLst>
  <pc:docChgLst>
    <pc:chgData name="Zhang, Zhongming" userId="57b61de0-a4db-46da-bbdf-d2c5d7242f33" providerId="ADAL" clId="{A6271B10-C6DF-F542-B43E-5C1AA69E19D3}"/>
    <pc:docChg chg="modSld">
      <pc:chgData name="Zhang, Zhongming" userId="57b61de0-a4db-46da-bbdf-d2c5d7242f33" providerId="ADAL" clId="{A6271B10-C6DF-F542-B43E-5C1AA69E19D3}" dt="2026-10-11T14:46:27.070" v="37" actId="20577"/>
      <pc:docMkLst>
        <pc:docMk/>
      </pc:docMkLst>
      <pc:sldChg chg="delSp modSp">
        <pc:chgData name="Zhang, Zhongming" userId="57b61de0-a4db-46da-bbdf-d2c5d7242f33" providerId="ADAL" clId="{A6271B10-C6DF-F542-B43E-5C1AA69E19D3}" dt="2026-10-11T14:36:55.596" v="34" actId="1037"/>
        <pc:sldMkLst>
          <pc:docMk/>
          <pc:sldMk cId="0" sldId="268"/>
        </pc:sldMkLst>
        <pc:cxnChg chg="mod">
          <ac:chgData name="Zhang, Zhongming" userId="57b61de0-a4db-46da-bbdf-d2c5d7242f33" providerId="ADAL" clId="{A6271B10-C6DF-F542-B43E-5C1AA69E19D3}" dt="2026-10-11T14:36:55.596" v="34" actId="1037"/>
          <ac:cxnSpMkLst>
            <pc:docMk/>
            <pc:sldMk cId="0" sldId="268"/>
            <ac:cxnSpMk id="16396" creationId="{66E09EC7-5F72-D640-A8DB-8A4CC46956F7}"/>
          </ac:cxnSpMkLst>
        </pc:cxnChg>
        <pc:cxnChg chg="del mod">
          <ac:chgData name="Zhang, Zhongming" userId="57b61de0-a4db-46da-bbdf-d2c5d7242f33" providerId="ADAL" clId="{A6271B10-C6DF-F542-B43E-5C1AA69E19D3}" dt="2026-10-11T14:36:52.659" v="31" actId="478"/>
          <ac:cxnSpMkLst>
            <pc:docMk/>
            <pc:sldMk cId="0" sldId="268"/>
            <ac:cxnSpMk id="16397" creationId="{E3F5D71B-98AE-CB41-93CE-95D11EB7CDA7}"/>
          </ac:cxnSpMkLst>
        </pc:cxnChg>
      </pc:sldChg>
      <pc:sldChg chg="modNotesTx">
        <pc:chgData name="Zhang, Zhongming" userId="57b61de0-a4db-46da-bbdf-d2c5d7242f33" providerId="ADAL" clId="{A6271B10-C6DF-F542-B43E-5C1AA69E19D3}" dt="2026-10-11T14:35:59.768" v="16" actId="20577"/>
        <pc:sldMkLst>
          <pc:docMk/>
          <pc:sldMk cId="0" sldId="355"/>
        </pc:sldMkLst>
      </pc:sldChg>
      <pc:sldChg chg="modNotesTx">
        <pc:chgData name="Zhang, Zhongming" userId="57b61de0-a4db-46da-bbdf-d2c5d7242f33" providerId="ADAL" clId="{A6271B10-C6DF-F542-B43E-5C1AA69E19D3}" dt="2026-10-11T14:24:52.035" v="1" actId="20577"/>
        <pc:sldMkLst>
          <pc:docMk/>
          <pc:sldMk cId="0" sldId="356"/>
        </pc:sldMkLst>
      </pc:sldChg>
      <pc:sldChg chg="modNotesTx">
        <pc:chgData name="Zhang, Zhongming" userId="57b61de0-a4db-46da-bbdf-d2c5d7242f33" providerId="ADAL" clId="{A6271B10-C6DF-F542-B43E-5C1AA69E19D3}" dt="2026-10-11T14:28:05.494" v="5" actId="20577"/>
        <pc:sldMkLst>
          <pc:docMk/>
          <pc:sldMk cId="0" sldId="362"/>
        </pc:sldMkLst>
      </pc:sldChg>
      <pc:sldChg chg="modNotesTx">
        <pc:chgData name="Zhang, Zhongming" userId="57b61de0-a4db-46da-bbdf-d2c5d7242f33" providerId="ADAL" clId="{A6271B10-C6DF-F542-B43E-5C1AA69E19D3}" dt="2026-10-11T14:35:01.255" v="11" actId="20577"/>
        <pc:sldMkLst>
          <pc:docMk/>
          <pc:sldMk cId="0" sldId="365"/>
        </pc:sldMkLst>
      </pc:sldChg>
      <pc:sldChg chg="modNotesTx">
        <pc:chgData name="Zhang, Zhongming" userId="57b61de0-a4db-46da-bbdf-d2c5d7242f33" providerId="ADAL" clId="{A6271B10-C6DF-F542-B43E-5C1AA69E19D3}" dt="2026-10-11T14:46:27.070" v="37" actId="20577"/>
        <pc:sldMkLst>
          <pc:docMk/>
          <pc:sldMk cId="0" sldId="377"/>
        </pc:sldMkLst>
      </pc:sldChg>
    </pc:docChg>
  </pc:docChgLst>
  <pc:docChgLst>
    <pc:chgData name="Zhang, Zhongming" userId="57b61de0-a4db-46da-bbdf-d2c5d7242f33" providerId="ADAL" clId="{B6867953-6F86-B444-A9B9-44DFC6021FD9}"/>
    <pc:docChg chg="modSld">
      <pc:chgData name="Zhang, Zhongming" userId="57b61de0-a4db-46da-bbdf-d2c5d7242f33" providerId="ADAL" clId="{B6867953-6F86-B444-A9B9-44DFC6021FD9}" dt="2025-10-16T03:51:01.681" v="36" actId="20577"/>
      <pc:docMkLst>
        <pc:docMk/>
      </pc:docMkLst>
      <pc:sldChg chg="modNotesTx">
        <pc:chgData name="Zhang, Zhongming" userId="57b61de0-a4db-46da-bbdf-d2c5d7242f33" providerId="ADAL" clId="{B6867953-6F86-B444-A9B9-44DFC6021FD9}" dt="2025-10-13T12:05:36.975" v="10" actId="20577"/>
        <pc:sldMkLst>
          <pc:docMk/>
          <pc:sldMk cId="0" sldId="268"/>
        </pc:sldMkLst>
      </pc:sldChg>
      <pc:sldChg chg="modNotesTx">
        <pc:chgData name="Zhang, Zhongming" userId="57b61de0-a4db-46da-bbdf-d2c5d7242f33" providerId="ADAL" clId="{B6867953-6F86-B444-A9B9-44DFC6021FD9}" dt="2025-10-13T11:12:35.342" v="1" actId="20577"/>
        <pc:sldMkLst>
          <pc:docMk/>
          <pc:sldMk cId="0" sldId="360"/>
        </pc:sldMkLst>
      </pc:sldChg>
      <pc:sldChg chg="modNotesTx">
        <pc:chgData name="Zhang, Zhongming" userId="57b61de0-a4db-46da-bbdf-d2c5d7242f33" providerId="ADAL" clId="{B6867953-6F86-B444-A9B9-44DFC6021FD9}" dt="2025-10-16T03:51:01.681" v="36" actId="20577"/>
        <pc:sldMkLst>
          <pc:docMk/>
          <pc:sldMk cId="0" sldId="362"/>
        </pc:sldMkLst>
      </pc:sldChg>
      <pc:sldChg chg="modNotesTx">
        <pc:chgData name="Zhang, Zhongming" userId="57b61de0-a4db-46da-bbdf-d2c5d7242f33" providerId="ADAL" clId="{B6867953-6F86-B444-A9B9-44DFC6021FD9}" dt="2025-10-13T12:07:21.455" v="18" actId="20577"/>
        <pc:sldMkLst>
          <pc:docMk/>
          <pc:sldMk cId="0" sldId="366"/>
        </pc:sldMkLst>
      </pc:sldChg>
      <pc:sldChg chg="modNotesTx">
        <pc:chgData name="Zhang, Zhongming" userId="57b61de0-a4db-46da-bbdf-d2c5d7242f33" providerId="ADAL" clId="{B6867953-6F86-B444-A9B9-44DFC6021FD9}" dt="2025-10-13T12:07:39.772" v="24" actId="20577"/>
        <pc:sldMkLst>
          <pc:docMk/>
          <pc:sldMk cId="0" sldId="367"/>
        </pc:sldMkLst>
      </pc:sldChg>
      <pc:sldChg chg="modNotesTx">
        <pc:chgData name="Zhang, Zhongming" userId="57b61de0-a4db-46da-bbdf-d2c5d7242f33" providerId="ADAL" clId="{B6867953-6F86-B444-A9B9-44DFC6021FD9}" dt="2025-10-13T12:09:09.463" v="30" actId="20577"/>
        <pc:sldMkLst>
          <pc:docMk/>
          <pc:sldMk cId="0" sldId="377"/>
        </pc:sldMkLst>
      </pc:sldChg>
      <pc:sldChg chg="modNotesTx">
        <pc:chgData name="Zhang, Zhongming" userId="57b61de0-a4db-46da-bbdf-d2c5d7242f33" providerId="ADAL" clId="{B6867953-6F86-B444-A9B9-44DFC6021FD9}" dt="2025-10-13T12:10:48.732" v="31" actId="20577"/>
        <pc:sldMkLst>
          <pc:docMk/>
          <pc:sldMk cId="0" sldId="380"/>
        </pc:sldMkLst>
      </pc:sldChg>
    </pc:docChg>
  </pc:docChgLst>
  <pc:docChgLst>
    <pc:chgData name="Zhang, Zhongming" userId="57b61de0-a4db-46da-bbdf-d2c5d7242f33" providerId="ADAL" clId="{509B447F-EDA5-E840-BD2D-3458ED26DE88}"/>
    <pc:docChg chg="modSld">
      <pc:chgData name="Zhang, Zhongming" userId="57b61de0-a4db-46da-bbdf-d2c5d7242f33" providerId="ADAL" clId="{509B447F-EDA5-E840-BD2D-3458ED26DE88}" dt="2026-10-12T04:00:10.716" v="22" actId="20577"/>
      <pc:docMkLst>
        <pc:docMk/>
      </pc:docMkLst>
      <pc:sldChg chg="modNotesTx">
        <pc:chgData name="Zhang, Zhongming" userId="57b61de0-a4db-46da-bbdf-d2c5d7242f33" providerId="ADAL" clId="{509B447F-EDA5-E840-BD2D-3458ED26DE88}" dt="2026-10-12T03:59:17.699" v="1" actId="20577"/>
        <pc:sldMkLst>
          <pc:docMk/>
          <pc:sldMk cId="0" sldId="257"/>
        </pc:sldMkLst>
      </pc:sldChg>
      <pc:sldChg chg="modNotesTx">
        <pc:chgData name="Zhang, Zhongming" userId="57b61de0-a4db-46da-bbdf-d2c5d7242f33" providerId="ADAL" clId="{509B447F-EDA5-E840-BD2D-3458ED26DE88}" dt="2026-10-12T03:59:45.269" v="11" actId="20577"/>
        <pc:sldMkLst>
          <pc:docMk/>
          <pc:sldMk cId="0" sldId="268"/>
        </pc:sldMkLst>
      </pc:sldChg>
      <pc:sldChg chg="modNotesTx">
        <pc:chgData name="Zhang, Zhongming" userId="57b61de0-a4db-46da-bbdf-d2c5d7242f33" providerId="ADAL" clId="{509B447F-EDA5-E840-BD2D-3458ED26DE88}" dt="2026-10-12T03:59:41.475" v="10" actId="20577"/>
        <pc:sldMkLst>
          <pc:docMk/>
          <pc:sldMk cId="0" sldId="355"/>
        </pc:sldMkLst>
      </pc:sldChg>
      <pc:sldChg chg="modNotesTx">
        <pc:chgData name="Zhang, Zhongming" userId="57b61de0-a4db-46da-bbdf-d2c5d7242f33" providerId="ADAL" clId="{509B447F-EDA5-E840-BD2D-3458ED26DE88}" dt="2026-10-12T03:59:25.196" v="3" actId="20577"/>
        <pc:sldMkLst>
          <pc:docMk/>
          <pc:sldMk cId="0" sldId="356"/>
        </pc:sldMkLst>
      </pc:sldChg>
      <pc:sldChg chg="modNotesTx">
        <pc:chgData name="Zhang, Zhongming" userId="57b61de0-a4db-46da-bbdf-d2c5d7242f33" providerId="ADAL" clId="{509B447F-EDA5-E840-BD2D-3458ED26DE88}" dt="2026-10-12T03:59:19.705" v="2" actId="20577"/>
        <pc:sldMkLst>
          <pc:docMk/>
          <pc:sldMk cId="0" sldId="358"/>
        </pc:sldMkLst>
      </pc:sldChg>
      <pc:sldChg chg="modNotesTx">
        <pc:chgData name="Zhang, Zhongming" userId="57b61de0-a4db-46da-bbdf-d2c5d7242f33" providerId="ADAL" clId="{509B447F-EDA5-E840-BD2D-3458ED26DE88}" dt="2026-10-12T03:59:31.108" v="5" actId="20577"/>
        <pc:sldMkLst>
          <pc:docMk/>
          <pc:sldMk cId="0" sldId="359"/>
        </pc:sldMkLst>
      </pc:sldChg>
      <pc:sldChg chg="modNotesTx">
        <pc:chgData name="Zhang, Zhongming" userId="57b61de0-a4db-46da-bbdf-d2c5d7242f33" providerId="ADAL" clId="{509B447F-EDA5-E840-BD2D-3458ED26DE88}" dt="2026-10-12T03:59:27.012" v="4" actId="20577"/>
        <pc:sldMkLst>
          <pc:docMk/>
          <pc:sldMk cId="0" sldId="360"/>
        </pc:sldMkLst>
      </pc:sldChg>
      <pc:sldChg chg="modNotesTx">
        <pc:chgData name="Zhang, Zhongming" userId="57b61de0-a4db-46da-bbdf-d2c5d7242f33" providerId="ADAL" clId="{509B447F-EDA5-E840-BD2D-3458ED26DE88}" dt="2026-10-12T03:59:32.907" v="6" actId="20577"/>
        <pc:sldMkLst>
          <pc:docMk/>
          <pc:sldMk cId="0" sldId="361"/>
        </pc:sldMkLst>
      </pc:sldChg>
      <pc:sldChg chg="modNotesTx">
        <pc:chgData name="Zhang, Zhongming" userId="57b61de0-a4db-46da-bbdf-d2c5d7242f33" providerId="ADAL" clId="{509B447F-EDA5-E840-BD2D-3458ED26DE88}" dt="2026-10-12T03:59:34.625" v="7" actId="20577"/>
        <pc:sldMkLst>
          <pc:docMk/>
          <pc:sldMk cId="0" sldId="362"/>
        </pc:sldMkLst>
      </pc:sldChg>
      <pc:sldChg chg="modNotesTx">
        <pc:chgData name="Zhang, Zhongming" userId="57b61de0-a4db-46da-bbdf-d2c5d7242f33" providerId="ADAL" clId="{509B447F-EDA5-E840-BD2D-3458ED26DE88}" dt="2026-10-12T03:59:37.264" v="8" actId="20577"/>
        <pc:sldMkLst>
          <pc:docMk/>
          <pc:sldMk cId="0" sldId="364"/>
        </pc:sldMkLst>
      </pc:sldChg>
      <pc:sldChg chg="modNotesTx">
        <pc:chgData name="Zhang, Zhongming" userId="57b61de0-a4db-46da-bbdf-d2c5d7242f33" providerId="ADAL" clId="{509B447F-EDA5-E840-BD2D-3458ED26DE88}" dt="2026-10-12T03:59:38.968" v="9" actId="20577"/>
        <pc:sldMkLst>
          <pc:docMk/>
          <pc:sldMk cId="0" sldId="365"/>
        </pc:sldMkLst>
      </pc:sldChg>
      <pc:sldChg chg="modNotesTx">
        <pc:chgData name="Zhang, Zhongming" userId="57b61de0-a4db-46da-bbdf-d2c5d7242f33" providerId="ADAL" clId="{509B447F-EDA5-E840-BD2D-3458ED26DE88}" dt="2026-10-12T03:59:48.752" v="13" actId="20577"/>
        <pc:sldMkLst>
          <pc:docMk/>
          <pc:sldMk cId="0" sldId="366"/>
        </pc:sldMkLst>
      </pc:sldChg>
      <pc:sldChg chg="modNotesTx">
        <pc:chgData name="Zhang, Zhongming" userId="57b61de0-a4db-46da-bbdf-d2c5d7242f33" providerId="ADAL" clId="{509B447F-EDA5-E840-BD2D-3458ED26DE88}" dt="2026-10-12T03:59:52.073" v="14" actId="20577"/>
        <pc:sldMkLst>
          <pc:docMk/>
          <pc:sldMk cId="0" sldId="367"/>
        </pc:sldMkLst>
      </pc:sldChg>
      <pc:sldChg chg="modNotesTx">
        <pc:chgData name="Zhang, Zhongming" userId="57b61de0-a4db-46da-bbdf-d2c5d7242f33" providerId="ADAL" clId="{509B447F-EDA5-E840-BD2D-3458ED26DE88}" dt="2026-10-12T03:59:53.734" v="15" actId="20577"/>
        <pc:sldMkLst>
          <pc:docMk/>
          <pc:sldMk cId="0" sldId="369"/>
        </pc:sldMkLst>
      </pc:sldChg>
      <pc:sldChg chg="modNotesTx">
        <pc:chgData name="Zhang, Zhongming" userId="57b61de0-a4db-46da-bbdf-d2c5d7242f33" providerId="ADAL" clId="{509B447F-EDA5-E840-BD2D-3458ED26DE88}" dt="2026-10-12T03:59:59.318" v="17" actId="20577"/>
        <pc:sldMkLst>
          <pc:docMk/>
          <pc:sldMk cId="0" sldId="373"/>
        </pc:sldMkLst>
      </pc:sldChg>
      <pc:sldChg chg="modNotesTx">
        <pc:chgData name="Zhang, Zhongming" userId="57b61de0-a4db-46da-bbdf-d2c5d7242f33" providerId="ADAL" clId="{509B447F-EDA5-E840-BD2D-3458ED26DE88}" dt="2026-10-12T03:59:47.169" v="12" actId="20577"/>
        <pc:sldMkLst>
          <pc:docMk/>
          <pc:sldMk cId="0" sldId="374"/>
        </pc:sldMkLst>
      </pc:sldChg>
      <pc:sldChg chg="modNotesTx">
        <pc:chgData name="Zhang, Zhongming" userId="57b61de0-a4db-46da-bbdf-d2c5d7242f33" providerId="ADAL" clId="{509B447F-EDA5-E840-BD2D-3458ED26DE88}" dt="2026-10-12T04:00:01.982" v="18" actId="20577"/>
        <pc:sldMkLst>
          <pc:docMk/>
          <pc:sldMk cId="0" sldId="375"/>
        </pc:sldMkLst>
      </pc:sldChg>
      <pc:sldChg chg="modNotesTx">
        <pc:chgData name="Zhang, Zhongming" userId="57b61de0-a4db-46da-bbdf-d2c5d7242f33" providerId="ADAL" clId="{509B447F-EDA5-E840-BD2D-3458ED26DE88}" dt="2026-10-12T03:59:57.613" v="16" actId="20577"/>
        <pc:sldMkLst>
          <pc:docMk/>
          <pc:sldMk cId="0" sldId="377"/>
        </pc:sldMkLst>
      </pc:sldChg>
      <pc:sldChg chg="modNotesTx">
        <pc:chgData name="Zhang, Zhongming" userId="57b61de0-a4db-46da-bbdf-d2c5d7242f33" providerId="ADAL" clId="{509B447F-EDA5-E840-BD2D-3458ED26DE88}" dt="2026-10-12T04:00:03.501" v="19" actId="20577"/>
        <pc:sldMkLst>
          <pc:docMk/>
          <pc:sldMk cId="0" sldId="379"/>
        </pc:sldMkLst>
      </pc:sldChg>
      <pc:sldChg chg="modNotesTx">
        <pc:chgData name="Zhang, Zhongming" userId="57b61de0-a4db-46da-bbdf-d2c5d7242f33" providerId="ADAL" clId="{509B447F-EDA5-E840-BD2D-3458ED26DE88}" dt="2026-10-12T04:00:05.184" v="20" actId="20577"/>
        <pc:sldMkLst>
          <pc:docMk/>
          <pc:sldMk cId="0" sldId="380"/>
        </pc:sldMkLst>
      </pc:sldChg>
      <pc:sldChg chg="modNotesTx">
        <pc:chgData name="Zhang, Zhongming" userId="57b61de0-a4db-46da-bbdf-d2c5d7242f33" providerId="ADAL" clId="{509B447F-EDA5-E840-BD2D-3458ED26DE88}" dt="2026-10-12T03:59:15.238" v="0" actId="20577"/>
        <pc:sldMkLst>
          <pc:docMk/>
          <pc:sldMk cId="0" sldId="381"/>
        </pc:sldMkLst>
      </pc:sldChg>
      <pc:sldChg chg="modNotesTx">
        <pc:chgData name="Zhang, Zhongming" userId="57b61de0-a4db-46da-bbdf-d2c5d7242f33" providerId="ADAL" clId="{509B447F-EDA5-E840-BD2D-3458ED26DE88}" dt="2026-10-12T04:00:07.950" v="21" actId="20577"/>
        <pc:sldMkLst>
          <pc:docMk/>
          <pc:sldMk cId="0" sldId="382"/>
        </pc:sldMkLst>
      </pc:sldChg>
      <pc:sldChg chg="modNotesTx">
        <pc:chgData name="Zhang, Zhongming" userId="57b61de0-a4db-46da-bbdf-d2c5d7242f33" providerId="ADAL" clId="{509B447F-EDA5-E840-BD2D-3458ED26DE88}" dt="2026-10-12T04:00:10.716" v="22" actId="20577"/>
        <pc:sldMkLst>
          <pc:docMk/>
          <pc:sldMk cId="1784929083" sldId="390"/>
        </pc:sldMkLst>
      </pc:sldChg>
    </pc:docChg>
  </pc:docChgLst>
  <pc:docChgLst>
    <pc:chgData name="Zhang, Zhongming" userId="57b61de0-a4db-46da-bbdf-d2c5d7242f33" providerId="ADAL" clId="{F3C7B4C9-F31D-714A-BA79-9E539210E228}"/>
    <pc:docChg chg="undo custSel modSld modShowInfo">
      <pc:chgData name="Zhang, Zhongming" userId="57b61de0-a4db-46da-bbdf-d2c5d7242f33" providerId="ADAL" clId="{F3C7B4C9-F31D-714A-BA79-9E539210E228}" dt="2022-09-27T10:21:31.904" v="1331" actId="20577"/>
      <pc:docMkLst>
        <pc:docMk/>
      </pc:docMkLst>
      <pc:sldChg chg="modNotesTx">
        <pc:chgData name="Zhang, Zhongming" userId="57b61de0-a4db-46da-bbdf-d2c5d7242f33" providerId="ADAL" clId="{F3C7B4C9-F31D-714A-BA79-9E539210E228}" dt="2022-09-16T21:52:25.237" v="39" actId="20577"/>
        <pc:sldMkLst>
          <pc:docMk/>
          <pc:sldMk cId="0" sldId="257"/>
        </pc:sldMkLst>
      </pc:sldChg>
      <pc:sldChg chg="modNotesTx">
        <pc:chgData name="Zhang, Zhongming" userId="57b61de0-a4db-46da-bbdf-d2c5d7242f33" providerId="ADAL" clId="{F3C7B4C9-F31D-714A-BA79-9E539210E228}" dt="2022-09-23T19:40:18.881" v="828"/>
        <pc:sldMkLst>
          <pc:docMk/>
          <pc:sldMk cId="0" sldId="268"/>
        </pc:sldMkLst>
      </pc:sldChg>
      <pc:sldChg chg="modNotesTx">
        <pc:chgData name="Zhang, Zhongming" userId="57b61de0-a4db-46da-bbdf-d2c5d7242f33" providerId="ADAL" clId="{F3C7B4C9-F31D-714A-BA79-9E539210E228}" dt="2022-09-26T16:04:12.901" v="1323" actId="20577"/>
        <pc:sldMkLst>
          <pc:docMk/>
          <pc:sldMk cId="0" sldId="355"/>
        </pc:sldMkLst>
      </pc:sldChg>
      <pc:sldChg chg="modNotesTx">
        <pc:chgData name="Zhang, Zhongming" userId="57b61de0-a4db-46da-bbdf-d2c5d7242f33" providerId="ADAL" clId="{F3C7B4C9-F31D-714A-BA79-9E539210E228}" dt="2022-09-16T21:57:26.985" v="62" actId="20577"/>
        <pc:sldMkLst>
          <pc:docMk/>
          <pc:sldMk cId="0" sldId="356"/>
        </pc:sldMkLst>
      </pc:sldChg>
      <pc:sldChg chg="modNotesTx">
        <pc:chgData name="Zhang, Zhongming" userId="57b61de0-a4db-46da-bbdf-d2c5d7242f33" providerId="ADAL" clId="{F3C7B4C9-F31D-714A-BA79-9E539210E228}" dt="2022-09-16T21:53:02.393" v="44" actId="20577"/>
        <pc:sldMkLst>
          <pc:docMk/>
          <pc:sldMk cId="0" sldId="358"/>
        </pc:sldMkLst>
      </pc:sldChg>
      <pc:sldChg chg="modNotesTx">
        <pc:chgData name="Zhang, Zhongming" userId="57b61de0-a4db-46da-bbdf-d2c5d7242f33" providerId="ADAL" clId="{F3C7B4C9-F31D-714A-BA79-9E539210E228}" dt="2022-09-16T22:17:39.803" v="539" actId="20577"/>
        <pc:sldMkLst>
          <pc:docMk/>
          <pc:sldMk cId="0" sldId="359"/>
        </pc:sldMkLst>
      </pc:sldChg>
      <pc:sldChg chg="modSp mod modNotesTx">
        <pc:chgData name="Zhang, Zhongming" userId="57b61de0-a4db-46da-bbdf-d2c5d7242f33" providerId="ADAL" clId="{F3C7B4C9-F31D-714A-BA79-9E539210E228}" dt="2022-09-27T10:21:31.904" v="1331" actId="20577"/>
        <pc:sldMkLst>
          <pc:docMk/>
          <pc:sldMk cId="0" sldId="360"/>
        </pc:sldMkLst>
      </pc:sldChg>
      <pc:sldChg chg="modNotesTx">
        <pc:chgData name="Zhang, Zhongming" userId="57b61de0-a4db-46da-bbdf-d2c5d7242f33" providerId="ADAL" clId="{F3C7B4C9-F31D-714A-BA79-9E539210E228}" dt="2022-09-16T22:28:56.264" v="606" actId="20577"/>
        <pc:sldMkLst>
          <pc:docMk/>
          <pc:sldMk cId="0" sldId="361"/>
        </pc:sldMkLst>
      </pc:sldChg>
      <pc:sldChg chg="modNotesTx">
        <pc:chgData name="Zhang, Zhongming" userId="57b61de0-a4db-46da-bbdf-d2c5d7242f33" providerId="ADAL" clId="{F3C7B4C9-F31D-714A-BA79-9E539210E228}" dt="2022-09-26T15:55:33.833" v="1267" actId="20577"/>
        <pc:sldMkLst>
          <pc:docMk/>
          <pc:sldMk cId="0" sldId="362"/>
        </pc:sldMkLst>
      </pc:sldChg>
      <pc:sldChg chg="modNotesTx">
        <pc:chgData name="Zhang, Zhongming" userId="57b61de0-a4db-46da-bbdf-d2c5d7242f33" providerId="ADAL" clId="{F3C7B4C9-F31D-714A-BA79-9E539210E228}" dt="2022-09-16T22:40:48.538" v="711" actId="20577"/>
        <pc:sldMkLst>
          <pc:docMk/>
          <pc:sldMk cId="0" sldId="364"/>
        </pc:sldMkLst>
      </pc:sldChg>
      <pc:sldChg chg="modNotesTx">
        <pc:chgData name="Zhang, Zhongming" userId="57b61de0-a4db-46da-bbdf-d2c5d7242f33" providerId="ADAL" clId="{F3C7B4C9-F31D-714A-BA79-9E539210E228}" dt="2022-09-23T19:25:37.673" v="799" actId="20577"/>
        <pc:sldMkLst>
          <pc:docMk/>
          <pc:sldMk cId="0" sldId="365"/>
        </pc:sldMkLst>
      </pc:sldChg>
      <pc:sldChg chg="modNotesTx">
        <pc:chgData name="Zhang, Zhongming" userId="57b61de0-a4db-46da-bbdf-d2c5d7242f33" providerId="ADAL" clId="{F3C7B4C9-F31D-714A-BA79-9E539210E228}" dt="2022-09-23T19:52:06.895" v="1138" actId="20577"/>
        <pc:sldMkLst>
          <pc:docMk/>
          <pc:sldMk cId="0" sldId="366"/>
        </pc:sldMkLst>
      </pc:sldChg>
      <pc:sldChg chg="modNotesTx">
        <pc:chgData name="Zhang, Zhongming" userId="57b61de0-a4db-46da-bbdf-d2c5d7242f33" providerId="ADAL" clId="{F3C7B4C9-F31D-714A-BA79-9E539210E228}" dt="2022-09-24T19:04:35.654" v="1139"/>
        <pc:sldMkLst>
          <pc:docMk/>
          <pc:sldMk cId="0" sldId="367"/>
        </pc:sldMkLst>
      </pc:sldChg>
      <pc:sldChg chg="modNotesTx">
        <pc:chgData name="Zhang, Zhongming" userId="57b61de0-a4db-46da-bbdf-d2c5d7242f33" providerId="ADAL" clId="{F3C7B4C9-F31D-714A-BA79-9E539210E228}" dt="2022-09-24T19:04:49.185" v="1140"/>
        <pc:sldMkLst>
          <pc:docMk/>
          <pc:sldMk cId="0" sldId="369"/>
        </pc:sldMkLst>
      </pc:sldChg>
      <pc:sldChg chg="modNotesTx">
        <pc:chgData name="Zhang, Zhongming" userId="57b61de0-a4db-46da-bbdf-d2c5d7242f33" providerId="ADAL" clId="{F3C7B4C9-F31D-714A-BA79-9E539210E228}" dt="2022-09-24T19:05:31.154" v="1149"/>
        <pc:sldMkLst>
          <pc:docMk/>
          <pc:sldMk cId="0" sldId="373"/>
        </pc:sldMkLst>
      </pc:sldChg>
      <pc:sldChg chg="modNotesTx">
        <pc:chgData name="Zhang, Zhongming" userId="57b61de0-a4db-46da-bbdf-d2c5d7242f33" providerId="ADAL" clId="{F3C7B4C9-F31D-714A-BA79-9E539210E228}" dt="2022-09-23T19:41:40.415" v="1023" actId="313"/>
        <pc:sldMkLst>
          <pc:docMk/>
          <pc:sldMk cId="0" sldId="374"/>
        </pc:sldMkLst>
      </pc:sldChg>
      <pc:sldChg chg="modNotesTx">
        <pc:chgData name="Zhang, Zhongming" userId="57b61de0-a4db-46da-bbdf-d2c5d7242f33" providerId="ADAL" clId="{F3C7B4C9-F31D-714A-BA79-9E539210E228}" dt="2022-09-24T19:05:43.976" v="1150"/>
        <pc:sldMkLst>
          <pc:docMk/>
          <pc:sldMk cId="0" sldId="375"/>
        </pc:sldMkLst>
      </pc:sldChg>
      <pc:sldChg chg="modNotesTx">
        <pc:chgData name="Zhang, Zhongming" userId="57b61de0-a4db-46da-bbdf-d2c5d7242f33" providerId="ADAL" clId="{F3C7B4C9-F31D-714A-BA79-9E539210E228}" dt="2022-09-26T16:58:06.548" v="1327" actId="20577"/>
        <pc:sldMkLst>
          <pc:docMk/>
          <pc:sldMk cId="0" sldId="377"/>
        </pc:sldMkLst>
      </pc:sldChg>
      <pc:sldChg chg="modNotesTx">
        <pc:chgData name="Zhang, Zhongming" userId="57b61de0-a4db-46da-bbdf-d2c5d7242f33" providerId="ADAL" clId="{F3C7B4C9-F31D-714A-BA79-9E539210E228}" dt="2022-09-24T19:05:56.726" v="1151"/>
        <pc:sldMkLst>
          <pc:docMk/>
          <pc:sldMk cId="0" sldId="379"/>
        </pc:sldMkLst>
      </pc:sldChg>
      <pc:sldChg chg="modNotesTx">
        <pc:chgData name="Zhang, Zhongming" userId="57b61de0-a4db-46da-bbdf-d2c5d7242f33" providerId="ADAL" clId="{F3C7B4C9-F31D-714A-BA79-9E539210E228}" dt="2022-09-24T19:06:12.866" v="1152"/>
        <pc:sldMkLst>
          <pc:docMk/>
          <pc:sldMk cId="0" sldId="380"/>
        </pc:sldMkLst>
      </pc:sldChg>
      <pc:sldChg chg="modNotesTx">
        <pc:chgData name="Zhang, Zhongming" userId="57b61de0-a4db-46da-bbdf-d2c5d7242f33" providerId="ADAL" clId="{F3C7B4C9-F31D-714A-BA79-9E539210E228}" dt="2022-09-26T12:23:15.434" v="1155" actId="20577"/>
        <pc:sldMkLst>
          <pc:docMk/>
          <pc:sldMk cId="0" sldId="381"/>
        </pc:sldMkLst>
      </pc:sldChg>
      <pc:sldChg chg="modNotesTx">
        <pc:chgData name="Zhang, Zhongming" userId="57b61de0-a4db-46da-bbdf-d2c5d7242f33" providerId="ADAL" clId="{F3C7B4C9-F31D-714A-BA79-9E539210E228}" dt="2022-09-24T19:06:27.352" v="1153"/>
        <pc:sldMkLst>
          <pc:docMk/>
          <pc:sldMk cId="0" sldId="382"/>
        </pc:sldMkLst>
      </pc:sldChg>
      <pc:sldChg chg="modNotesTx">
        <pc:chgData name="Zhang, Zhongming" userId="57b61de0-a4db-46da-bbdf-d2c5d7242f33" providerId="ADAL" clId="{F3C7B4C9-F31D-714A-BA79-9E539210E228}" dt="2022-09-24T19:06:38.203" v="1154"/>
        <pc:sldMkLst>
          <pc:docMk/>
          <pc:sldMk cId="1784929083" sldId="390"/>
        </pc:sldMkLst>
      </pc:sldChg>
    </pc:docChg>
  </pc:docChgLst>
  <pc:docChgLst>
    <pc:chgData name="Zhang, Zhongming" userId="57b61de0-a4db-46da-bbdf-d2c5d7242f33" providerId="ADAL" clId="{1436C16F-410C-2E40-83D6-6D449ED14936}"/>
    <pc:docChg chg="modSld">
      <pc:chgData name="Zhang, Zhongming" userId="57b61de0-a4db-46da-bbdf-d2c5d7242f33" providerId="ADAL" clId="{1436C16F-410C-2E40-83D6-6D449ED14936}" dt="2024-10-08T07:09:03.771" v="231" actId="20577"/>
      <pc:docMkLst>
        <pc:docMk/>
      </pc:docMkLst>
      <pc:sldChg chg="modSp mod">
        <pc:chgData name="Zhang, Zhongming" userId="57b61de0-a4db-46da-bbdf-d2c5d7242f33" providerId="ADAL" clId="{1436C16F-410C-2E40-83D6-6D449ED14936}" dt="2024-10-07T13:18:07.574" v="35" actId="1076"/>
        <pc:sldMkLst>
          <pc:docMk/>
          <pc:sldMk cId="0" sldId="256"/>
        </pc:sldMkLst>
      </pc:sldChg>
      <pc:sldChg chg="modNotesTx">
        <pc:chgData name="Zhang, Zhongming" userId="57b61de0-a4db-46da-bbdf-d2c5d7242f33" providerId="ADAL" clId="{1436C16F-410C-2E40-83D6-6D449ED14936}" dt="2024-10-07T13:39:10.187" v="53" actId="20577"/>
        <pc:sldMkLst>
          <pc:docMk/>
          <pc:sldMk cId="0" sldId="359"/>
        </pc:sldMkLst>
      </pc:sldChg>
      <pc:sldChg chg="modNotesTx">
        <pc:chgData name="Zhang, Zhongming" userId="57b61de0-a4db-46da-bbdf-d2c5d7242f33" providerId="ADAL" clId="{1436C16F-410C-2E40-83D6-6D449ED14936}" dt="2024-10-07T13:37:32.336" v="50" actId="20577"/>
        <pc:sldMkLst>
          <pc:docMk/>
          <pc:sldMk cId="0" sldId="360"/>
        </pc:sldMkLst>
      </pc:sldChg>
      <pc:sldChg chg="modNotesTx">
        <pc:chgData name="Zhang, Zhongming" userId="57b61de0-a4db-46da-bbdf-d2c5d7242f33" providerId="ADAL" clId="{1436C16F-410C-2E40-83D6-6D449ED14936}" dt="2024-10-08T07:09:03.771" v="231" actId="20577"/>
        <pc:sldMkLst>
          <pc:docMk/>
          <pc:sldMk cId="0" sldId="362"/>
        </pc:sldMkLst>
      </pc:sldChg>
      <pc:sldChg chg="modNotesTx">
        <pc:chgData name="Zhang, Zhongming" userId="57b61de0-a4db-46da-bbdf-d2c5d7242f33" providerId="ADAL" clId="{1436C16F-410C-2E40-83D6-6D449ED14936}" dt="2024-10-07T14:14:41.913" v="121" actId="20577"/>
        <pc:sldMkLst>
          <pc:docMk/>
          <pc:sldMk cId="0" sldId="365"/>
        </pc:sldMkLst>
      </pc:sldChg>
      <pc:sldChg chg="modNotesTx">
        <pc:chgData name="Zhang, Zhongming" userId="57b61de0-a4db-46da-bbdf-d2c5d7242f33" providerId="ADAL" clId="{1436C16F-410C-2E40-83D6-6D449ED14936}" dt="2024-10-07T14:20:45.334" v="125" actId="20577"/>
        <pc:sldMkLst>
          <pc:docMk/>
          <pc:sldMk cId="0" sldId="367"/>
        </pc:sldMkLst>
      </pc:sldChg>
      <pc:sldChg chg="modNotesTx">
        <pc:chgData name="Zhang, Zhongming" userId="57b61de0-a4db-46da-bbdf-d2c5d7242f33" providerId="ADAL" clId="{1436C16F-410C-2E40-83D6-6D449ED14936}" dt="2024-09-25T12:42:24.093" v="34" actId="20577"/>
        <pc:sldMkLst>
          <pc:docMk/>
          <pc:sldMk cId="1784929083" sldId="39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">
            <a:extLst>
              <a:ext uri="{FF2B5EF4-FFF2-40B4-BE49-F238E27FC236}">
                <a16:creationId xmlns:a16="http://schemas.microsoft.com/office/drawing/2014/main" id="{F94B0CA2-CB7D-6447-9446-DF070E08BA3B}"/>
              </a:ext>
            </a:extLst>
          </p:cNvPr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1106488" y="812800"/>
            <a:ext cx="5343525" cy="4006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6A851FD3-8205-F545-8B54-01F252DCE831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 bwMode="auto">
          <a:xfrm>
            <a:off x="755650" y="5078413"/>
            <a:ext cx="6046788" cy="4810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9DE5C81F-ED7B-0E4F-92B0-8AE76E6029D1}"/>
              </a:ext>
            </a:extLst>
          </p:cNvPr>
          <p:cNvSpPr>
            <a:spLocks noGrp="1" noChangeArrowheads="1"/>
          </p:cNvSpPr>
          <p:nvPr>
            <p:ph type="hdr"/>
          </p:nvPr>
        </p:nvSpPr>
        <p:spPr bwMode="auto">
          <a:xfrm>
            <a:off x="0" y="0"/>
            <a:ext cx="3278188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4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0B4C27ED-8865-AF4A-B447-FC9820916E1A}"/>
              </a:ext>
            </a:extLst>
          </p:cNvPr>
          <p:cNvSpPr>
            <a:spLocks noGrp="1" noChangeArrowheads="1"/>
          </p:cNvSpPr>
          <p:nvPr>
            <p:ph type="dt"/>
          </p:nvPr>
        </p:nvSpPr>
        <p:spPr bwMode="auto">
          <a:xfrm>
            <a:off x="4279900" y="0"/>
            <a:ext cx="3278188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4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D1FA63A7-E265-D246-BE2E-1A16AF36F163}"/>
              </a:ext>
            </a:extLst>
          </p:cNvPr>
          <p:cNvSpPr>
            <a:spLocks noGrp="1" noChangeArrowheads="1"/>
          </p:cNvSpPr>
          <p:nvPr>
            <p:ph type="ftr"/>
          </p:nvPr>
        </p:nvSpPr>
        <p:spPr bwMode="auto">
          <a:xfrm>
            <a:off x="0" y="10156825"/>
            <a:ext cx="3278188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400">
                <a:solidFill>
                  <a:srgbClr val="000000"/>
                </a:solidFill>
                <a:latin typeface="Times New Roman" pitchFamily="16" charset="0"/>
                <a:ea typeface="DejaVu Sans" charset="0"/>
                <a:cs typeface="DejaVu Sans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22595FB4-58CE-B342-A7A7-BAF009071486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4279900" y="10156825"/>
            <a:ext cx="3278188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4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</a:lstStyle>
          <a:p>
            <a:fld id="{96BDD4E2-3F12-DF46-8F0C-E9277AF00963}" type="slidenum">
              <a:rPr lang="de-DE" altLang="en-US"/>
              <a:pPr/>
              <a:t>‹#›</a:t>
            </a:fld>
            <a:endParaRPr lang="de-DE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anose="02020603050405020304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6">
            <a:extLst>
              <a:ext uri="{FF2B5EF4-FFF2-40B4-BE49-F238E27FC236}">
                <a16:creationId xmlns:a16="http://schemas.microsoft.com/office/drawing/2014/main" id="{84E7D56A-F711-6748-8E4C-DD6650A71D6D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E371763-BF43-3241-B699-A8F5E8C6207E}" type="slidenum">
              <a:rPr lang="de-DE" altLang="en-US" sz="1400"/>
              <a:pPr>
                <a:spcBef>
                  <a:spcPct val="0"/>
                </a:spcBef>
              </a:pPr>
              <a:t>1</a:t>
            </a:fld>
            <a:endParaRPr lang="de-DE" altLang="en-US" sz="1400"/>
          </a:p>
        </p:txBody>
      </p:sp>
      <p:sp>
        <p:nvSpPr>
          <p:cNvPr id="29699" name="Rectangle 1">
            <a:extLst>
              <a:ext uri="{FF2B5EF4-FFF2-40B4-BE49-F238E27FC236}">
                <a16:creationId xmlns:a16="http://schemas.microsoft.com/office/drawing/2014/main" id="{EF6979AF-69FF-1F4F-84B7-71079DADC5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9700" name="Rectangle 2">
            <a:extLst>
              <a:ext uri="{FF2B5EF4-FFF2-40B4-BE49-F238E27FC236}">
                <a16:creationId xmlns:a16="http://schemas.microsoft.com/office/drawing/2014/main" id="{6D6CC44E-C432-DB41-82DC-649A12FA5F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6">
            <a:extLst>
              <a:ext uri="{FF2B5EF4-FFF2-40B4-BE49-F238E27FC236}">
                <a16:creationId xmlns:a16="http://schemas.microsoft.com/office/drawing/2014/main" id="{54E28CE4-824D-6840-BC2B-0527115C95A3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7056E5B-A9D8-6742-BDBE-B145CB30A9C5}" type="slidenum">
              <a:rPr lang="de-DE" altLang="en-US" sz="1400"/>
              <a:pPr>
                <a:spcBef>
                  <a:spcPct val="0"/>
                </a:spcBef>
              </a:pPr>
              <a:t>2</a:t>
            </a:fld>
            <a:endParaRPr lang="de-DE" altLang="en-US" sz="1400"/>
          </a:p>
        </p:txBody>
      </p:sp>
      <p:sp>
        <p:nvSpPr>
          <p:cNvPr id="30723" name="Rectangle 1">
            <a:extLst>
              <a:ext uri="{FF2B5EF4-FFF2-40B4-BE49-F238E27FC236}">
                <a16:creationId xmlns:a16="http://schemas.microsoft.com/office/drawing/2014/main" id="{B8E79CEC-5018-3640-869B-5D30288BF40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0724" name="Rectangle 2">
            <a:extLst>
              <a:ext uri="{FF2B5EF4-FFF2-40B4-BE49-F238E27FC236}">
                <a16:creationId xmlns:a16="http://schemas.microsoft.com/office/drawing/2014/main" id="{26F607CA-41BE-4D48-BE9F-B5BDDECC54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6">
            <a:extLst>
              <a:ext uri="{FF2B5EF4-FFF2-40B4-BE49-F238E27FC236}">
                <a16:creationId xmlns:a16="http://schemas.microsoft.com/office/drawing/2014/main" id="{2FF5F6BC-9500-684C-BF24-95D2E878DBFF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724A77B-F790-B849-8C55-105AA1A750CA}" type="slidenum">
              <a:rPr lang="de-DE" altLang="en-US" sz="1400"/>
              <a:pPr>
                <a:spcBef>
                  <a:spcPct val="0"/>
                </a:spcBef>
              </a:pPr>
              <a:t>3</a:t>
            </a:fld>
            <a:endParaRPr lang="de-DE" altLang="en-US" sz="1400"/>
          </a:p>
        </p:txBody>
      </p:sp>
      <p:sp>
        <p:nvSpPr>
          <p:cNvPr id="31747" name="Rectangle 1">
            <a:extLst>
              <a:ext uri="{FF2B5EF4-FFF2-40B4-BE49-F238E27FC236}">
                <a16:creationId xmlns:a16="http://schemas.microsoft.com/office/drawing/2014/main" id="{B3EEBAE7-E061-B043-A0B7-172D4F618B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id="{23E0C5D7-BADD-DA4A-9A34-CFED95B2F6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96BDD4E2-3F12-DF46-8F0C-E9277AF00963}" type="slidenum">
              <a:rPr lang="de-DE" altLang="en-US" smtClean="0"/>
              <a:pPr/>
              <a:t>4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39296613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96BDD4E2-3F12-DF46-8F0C-E9277AF00963}" type="slidenum">
              <a:rPr lang="de-DE" altLang="en-US" smtClean="0"/>
              <a:pPr/>
              <a:t>5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10523424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96BDD4E2-3F12-DF46-8F0C-E9277AF00963}" type="slidenum">
              <a:rPr lang="de-DE" altLang="en-US" smtClean="0"/>
              <a:pPr/>
              <a:t>6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39226255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96BDD4E2-3F12-DF46-8F0C-E9277AF00963}" type="slidenum">
              <a:rPr lang="de-DE" altLang="en-US" smtClean="0"/>
              <a:pPr/>
              <a:t>7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6005506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96BDD4E2-3F12-DF46-8F0C-E9277AF00963}" type="slidenum">
              <a:rPr lang="de-DE" altLang="en-US" smtClean="0"/>
              <a:pPr/>
              <a:t>8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24968519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200" b="0" i="0" u="none" strike="noStrike" kern="12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96BDD4E2-3F12-DF46-8F0C-E9277AF00963}" type="slidenum">
              <a:rPr lang="de-DE" altLang="en-US" smtClean="0"/>
              <a:pPr/>
              <a:t>9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3938522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200" b="0" i="0" u="none" strike="noStrike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96BDD4E2-3F12-DF46-8F0C-E9277AF00963}" type="slidenum">
              <a:rPr lang="de-DE" altLang="en-US" smtClean="0"/>
              <a:pPr/>
              <a:t>10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39388826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96BDD4E2-3F12-DF46-8F0C-E9277AF00963}" type="slidenum">
              <a:rPr lang="de-DE" altLang="en-US" smtClean="0"/>
              <a:pPr/>
              <a:t>11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32811391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200" b="0" i="0" u="none" strike="noStrike" kern="12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96BDD4E2-3F12-DF46-8F0C-E9277AF00963}" type="slidenum">
              <a:rPr lang="de-DE" altLang="en-US" smtClean="0"/>
              <a:pPr/>
              <a:t>12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16527704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6">
            <a:extLst>
              <a:ext uri="{FF2B5EF4-FFF2-40B4-BE49-F238E27FC236}">
                <a16:creationId xmlns:a16="http://schemas.microsoft.com/office/drawing/2014/main" id="{80246588-1F08-774D-A7B3-C3CAAAA3CEC4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449263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50F19A1-2BFB-CB44-BBF4-FB1216C574A8}" type="slidenum">
              <a:rPr lang="de-DE" altLang="en-US" sz="1400"/>
              <a:pPr>
                <a:spcBef>
                  <a:spcPct val="0"/>
                </a:spcBef>
              </a:pPr>
              <a:t>13</a:t>
            </a:fld>
            <a:endParaRPr lang="de-DE" altLang="en-US" sz="1400"/>
          </a:p>
        </p:txBody>
      </p:sp>
      <p:sp>
        <p:nvSpPr>
          <p:cNvPr id="32771" name="Rectangle 1">
            <a:extLst>
              <a:ext uri="{FF2B5EF4-FFF2-40B4-BE49-F238E27FC236}">
                <a16:creationId xmlns:a16="http://schemas.microsoft.com/office/drawing/2014/main" id="{DABD438D-500A-C048-AE79-E9CAB1437A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06488" y="812800"/>
            <a:ext cx="5345112" cy="4008438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2772" name="Rectangle 2">
            <a:extLst>
              <a:ext uri="{FF2B5EF4-FFF2-40B4-BE49-F238E27FC236}">
                <a16:creationId xmlns:a16="http://schemas.microsoft.com/office/drawing/2014/main" id="{D17078B1-D60A-1B44-B278-D16A80AA3E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55650" y="5078413"/>
            <a:ext cx="6048375" cy="4811712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96BDD4E2-3F12-DF46-8F0C-E9277AF00963}" type="slidenum">
              <a:rPr lang="de-DE" altLang="en-US" smtClean="0"/>
              <a:pPr/>
              <a:t>14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20237413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96BDD4E2-3F12-DF46-8F0C-E9277AF00963}" type="slidenum">
              <a:rPr lang="de-DE" altLang="en-US" smtClean="0"/>
              <a:pPr/>
              <a:t>15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36119171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61EAA581-6C4A-B347-BCE6-300BF0F7A0E8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defTabSz="966788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defTabSz="966788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defTabSz="966788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defTabSz="966788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hangingPunct="1">
              <a:spcBef>
                <a:spcPct val="0"/>
              </a:spcBef>
            </a:pPr>
            <a:fld id="{255DFFC2-F5F8-B84E-A0B8-FE51387DA95B}" type="slidenum">
              <a:rPr lang="en-US" altLang="en-US" sz="1300">
                <a:solidFill>
                  <a:schemeClr val="tx1"/>
                </a:solidFill>
              </a:rPr>
              <a:pPr hangingPunct="1">
                <a:spcBef>
                  <a:spcPct val="0"/>
                </a:spcBef>
              </a:pPr>
              <a:t>16</a:t>
            </a:fld>
            <a:endParaRPr lang="en-US" altLang="en-US" sz="1300">
              <a:solidFill>
                <a:schemeClr val="tx1"/>
              </a:solidFill>
            </a:endParaRPr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A2AC322C-926B-8B4B-B5BC-2A9925833F1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A42BF7A3-AF05-964F-B397-DFDA9ED136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None/>
            </a:pPr>
            <a:endParaRPr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>
            <a:extLst>
              <a:ext uri="{FF2B5EF4-FFF2-40B4-BE49-F238E27FC236}">
                <a16:creationId xmlns:a16="http://schemas.microsoft.com/office/drawing/2014/main" id="{2A0DF7C6-4BE2-FD44-AEC0-4BC99B95C18A}"/>
              </a:ext>
            </a:extLst>
          </p:cNvPr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1pPr>
            <a:lvl2pPr defTabSz="966788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2pPr>
            <a:lvl3pPr defTabSz="966788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3pPr>
            <a:lvl4pPr defTabSz="966788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4pPr>
            <a:lvl5pPr defTabSz="966788"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</a:defRPr>
            </a:lvl9pPr>
          </a:lstStyle>
          <a:p>
            <a:pPr hangingPunct="1">
              <a:spcBef>
                <a:spcPct val="0"/>
              </a:spcBef>
            </a:pPr>
            <a:fld id="{7C3B3D3F-4720-6E44-AC02-5DA82371F7FA}" type="slidenum">
              <a:rPr lang="en-US" altLang="en-US" sz="1300">
                <a:solidFill>
                  <a:schemeClr val="tx1"/>
                </a:solidFill>
              </a:rPr>
              <a:pPr hangingPunct="1">
                <a:spcBef>
                  <a:spcPct val="0"/>
                </a:spcBef>
              </a:pPr>
              <a:t>17</a:t>
            </a:fld>
            <a:endParaRPr lang="en-US" altLang="en-US" sz="1300">
              <a:solidFill>
                <a:schemeClr val="tx1"/>
              </a:solidFill>
            </a:endParaRPr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C0A1136B-6813-3142-833B-82F02DF2E47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34820" name="Rectangle 3">
            <a:extLst>
              <a:ext uri="{FF2B5EF4-FFF2-40B4-BE49-F238E27FC236}">
                <a16:creationId xmlns:a16="http://schemas.microsoft.com/office/drawing/2014/main" id="{CDE7FB7B-FF54-E440-A419-924F36997A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None/>
            </a:pPr>
            <a:endParaRPr dirty="0"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sz="1200" b="0" i="0" u="none" strike="noStrike" kern="1200" dirty="0">
              <a:solidFill>
                <a:srgbClr val="000000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96BDD4E2-3F12-DF46-8F0C-E9277AF00963}" type="slidenum">
              <a:rPr lang="de-DE" altLang="en-US" smtClean="0"/>
              <a:pPr/>
              <a:t>18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216242025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96BDD4E2-3F12-DF46-8F0C-E9277AF00963}" type="slidenum">
              <a:rPr lang="de-DE" altLang="en-US" smtClean="0"/>
              <a:pPr/>
              <a:t>19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8926407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96BDD4E2-3F12-DF46-8F0C-E9277AF00963}" type="slidenum">
              <a:rPr lang="de-DE" altLang="en-US" smtClean="0"/>
              <a:pPr/>
              <a:t>20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23476247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96BDD4E2-3F12-DF46-8F0C-E9277AF00963}" type="slidenum">
              <a:rPr lang="de-DE" altLang="en-US" smtClean="0"/>
              <a:pPr/>
              <a:t>21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30788463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96BDD4E2-3F12-DF46-8F0C-E9277AF00963}" type="slidenum">
              <a:rPr lang="de-DE" altLang="en-US" smtClean="0"/>
              <a:pPr/>
              <a:t>22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149833349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96BDD4E2-3F12-DF46-8F0C-E9277AF00963}" type="slidenum">
              <a:rPr lang="de-DE" altLang="en-US" smtClean="0"/>
              <a:pPr/>
              <a:t>23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15297292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96BDD4E2-3F12-DF46-8F0C-E9277AF00963}" type="slidenum">
              <a:rPr lang="de-DE" altLang="en-US" smtClean="0"/>
              <a:pPr/>
              <a:t>24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189801201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fld id="{96BDD4E2-3F12-DF46-8F0C-E9277AF00963}" type="slidenum">
              <a:rPr lang="de-DE" altLang="en-US" smtClean="0"/>
              <a:pPr/>
              <a:t>25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32619020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F293BB36-81C6-9C47-B1B1-3397AF04F4A7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7FD3644-A027-6F48-A655-66B61595180D}" type="slidenum">
              <a:rPr lang="de-DE" altLang="en-US"/>
              <a:pPr/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313648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9BB42B0C-F3CB-CA4E-B778-567CA2DE79EB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38E21FC-F1AC-404C-B147-0AB17525467F}" type="slidenum">
              <a:rPr lang="de-DE" altLang="en-US"/>
              <a:pPr/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496116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851E171A-CE01-5940-93E9-650C8A6C0FA3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756449D-713A-B64A-A760-1F018E239BD0}" type="slidenum">
              <a:rPr lang="de-DE" altLang="en-US"/>
              <a:pPr/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29148671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4963"/>
            <a:ext cx="4037013" cy="3975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604963"/>
            <a:ext cx="4038600" cy="3975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CFEF93DD-AF7E-6141-BE89-C7B0E0AC19E4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0D7B5D-5704-7649-B392-2AE2CA106B12}" type="slidenum">
              <a:rPr lang="de-DE" altLang="en-US"/>
              <a:pPr/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383451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7BCC81FE-314D-3645-B88C-A7D29E9DC31B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F62556D-B59E-6D4B-B4A8-8AA9052E1177}" type="slidenum">
              <a:rPr lang="de-DE" altLang="en-US"/>
              <a:pPr/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3005241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B0F194A3-F7F0-534F-9F22-C8FDBC9CD3F1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9D9025F-FF06-5E46-A26F-03D0472B4440}" type="slidenum">
              <a:rPr lang="de-DE" altLang="en-US"/>
              <a:pPr/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3900753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4DF1823E-0AA9-F340-8AE1-8883DBB63E50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A19B9A7-41D9-1C45-82EB-FF10DBD8D5EE}" type="slidenum">
              <a:rPr lang="de-DE" altLang="en-US"/>
              <a:pPr/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2796209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190ED29F-EAA9-574C-9397-49FFD2F3958F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DC21A25-3535-0841-B154-742BC53359CF}" type="slidenum">
              <a:rPr lang="de-DE" altLang="en-US"/>
              <a:pPr/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1508103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3F671A04-C536-8843-BCDD-61F2030498ED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1D08F3E-D90F-3245-A099-B0CC96F9B4B9}" type="slidenum">
              <a:rPr lang="de-DE" altLang="en-US"/>
              <a:pPr/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41641925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150FD82E-D5F0-124D-A3B5-45773ED6BF2A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CCE1482-2E07-504A-A506-9C1CC20D7496}" type="slidenum">
              <a:rPr lang="de-DE" altLang="en-US"/>
              <a:pPr/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100280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534988"/>
            <a:ext cx="2055813" cy="504507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534988"/>
            <a:ext cx="6019800" cy="50450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6A790AE9-E54A-B649-98EB-4BBF9B51C257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3C60C0D-902B-7147-8756-91492C2C3543}" type="slidenum">
              <a:rPr lang="de-DE" altLang="en-US"/>
              <a:pPr/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1626190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0375" y="534988"/>
            <a:ext cx="8221663" cy="10429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F5898CFE-3A0C-1E4F-A353-E3A8C475E736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C99EEEA-C322-794C-985D-D59C7478E0E2}" type="slidenum">
              <a:rPr lang="de-DE" altLang="en-US"/>
              <a:pPr/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34609098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FAA0235E-DBFB-BE47-B10A-DBDB676BCCE0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6791D7A-0021-5A41-A170-C3FCAB68E799}" type="slidenum">
              <a:rPr lang="de-DE" altLang="en-US"/>
              <a:pPr/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8060224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168B33A9-5C84-DD4F-8462-8249EA17CC7A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F10682B-AA2D-9D4F-B06D-CF0E65C18232}" type="slidenum">
              <a:rPr lang="de-DE" altLang="en-US"/>
              <a:pPr/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37859808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58304A42-CAFD-E04E-89C9-197B33926035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5A0C1B-38F5-F142-80A3-C5605D0A1455}" type="slidenum">
              <a:rPr lang="de-DE" altLang="en-US"/>
              <a:pPr/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16008155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60375" y="1906588"/>
            <a:ext cx="4033838" cy="39576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906588"/>
            <a:ext cx="4035425" cy="39576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163BE8A8-BBDC-CD42-8102-E1524405A544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659FC7B-88C1-494D-95FD-002F1304D51F}" type="slidenum">
              <a:rPr lang="de-DE" altLang="en-US"/>
              <a:pPr/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82122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96FBBA67-B624-354D-B282-45099F3FB7A1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AA9CA4-A945-6F41-89BE-D3F0448B0E2A}" type="slidenum">
              <a:rPr lang="de-DE" altLang="en-US"/>
              <a:pPr/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206223128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47B493BE-21F9-A244-A5FC-0BC0DA5188B7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614F05-551C-4245-83DF-404CF8AD67B6}" type="slidenum">
              <a:rPr lang="de-DE" altLang="en-US"/>
              <a:pPr/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42027116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>
            <a:extLst>
              <a:ext uri="{FF2B5EF4-FFF2-40B4-BE49-F238E27FC236}">
                <a16:creationId xmlns:a16="http://schemas.microsoft.com/office/drawing/2014/main" id="{F72071D8-6173-1941-8DA1-9A67C72D1FBF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1611EA2-AA8E-2F44-822C-85B5914852B6}" type="slidenum">
              <a:rPr lang="de-DE" altLang="en-US"/>
              <a:pPr/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42065681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87CAD180-3AD0-6B45-A3F0-274DF5E599B9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5916E89-402E-2144-91D2-95D006291D01}" type="slidenum">
              <a:rPr lang="de-DE" altLang="en-US"/>
              <a:pPr/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187742737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2421D18C-3962-B249-B64C-5FE88A016031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94CC179-5497-D548-AF48-A8377B1EF6A9}" type="slidenum">
              <a:rPr lang="de-DE" altLang="en-US"/>
              <a:pPr/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37078090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F3B07D53-7F91-4A4D-9E3E-6C9DB40A25E5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EA5D5E-55BF-8F4C-B327-978FD9D42A9D}" type="slidenum">
              <a:rPr lang="de-DE" altLang="en-US"/>
              <a:pPr/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5008484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7813" y="534988"/>
            <a:ext cx="2054225" cy="532923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60375" y="534988"/>
            <a:ext cx="6015038" cy="532923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25E736B5-E943-1D48-8BC1-88136BA29173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A292475-441B-D244-ACE9-B8B0F4085FB3}" type="slidenum">
              <a:rPr lang="de-DE" altLang="en-US"/>
              <a:pPr/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103987705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B607642-4C55-374F-9291-FD4842907AFA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AF21686-BB1C-AA43-A47B-A95CD72A6D73}" type="slidenum">
              <a:rPr lang="de-DE" altLang="en-US"/>
              <a:pPr/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305657929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07DB940-DA9A-AF40-9EFB-68F7D8FD718A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28D7756-F7EA-1D49-BEEF-578EAB763D4C}" type="slidenum">
              <a:rPr lang="de-DE" altLang="en-US"/>
              <a:pPr/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340299168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7B69789-184B-EE4A-9D4F-AF34CC82346D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33471E7-918D-8640-A9F8-94120BBDFA4C}" type="slidenum">
              <a:rPr lang="de-DE" altLang="en-US"/>
              <a:pPr/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22664585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4963"/>
            <a:ext cx="4037013" cy="3975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3" y="1604963"/>
            <a:ext cx="4038600" cy="39751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46CCF84-8DAF-A145-989B-EEA66D3E84C9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DB2B879-16B7-F041-A34B-0E1E88344E63}" type="slidenum">
              <a:rPr lang="de-DE" altLang="en-US"/>
              <a:pPr/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352693149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6F5CC72-6DE0-164D-8483-54832B269577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D6C013-896B-0541-9EDA-B27F32ED8FF9}" type="slidenum">
              <a:rPr lang="de-DE" altLang="en-US"/>
              <a:pPr/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242047667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194B92DB-7754-F145-A64C-A3205EB3FB61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FF053C3-9996-C146-ABC7-F88CFB4D2E5A}" type="slidenum">
              <a:rPr lang="de-DE" altLang="en-US"/>
              <a:pPr/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347027518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7F040266-8A20-6644-9E83-1183C36542E4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3B8FD8E-C20C-A446-952D-127CC739CFF7}" type="slidenum">
              <a:rPr lang="de-DE" altLang="en-US"/>
              <a:pPr/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59905391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BD0F473-F104-664D-8C08-18A72DF05467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31D888-8512-2B4A-A966-5E569DEE954F}" type="slidenum">
              <a:rPr lang="de-DE" altLang="en-US"/>
              <a:pPr/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398678918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63FC982-3D96-9A4C-86F7-9E35E931BFE1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8F9806-0845-0F4E-9824-C77E2926E597}" type="slidenum">
              <a:rPr lang="de-DE" altLang="en-US"/>
              <a:pPr/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142033758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7D483484-5C01-314D-A0EA-3E1EB8129BF0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6F2AD8-70CA-744A-B543-4D605AECA9BE}" type="slidenum">
              <a:rPr lang="de-DE" altLang="en-US"/>
              <a:pPr/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94169781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3050"/>
            <a:ext cx="2055813" cy="53070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3050"/>
            <a:ext cx="6019800" cy="53070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5239F32-5656-1743-B432-A3C49C124177}"/>
              </a:ext>
            </a:extLst>
          </p:cNvPr>
          <p:cNvSpPr>
            <a:spLocks noGrp="1" noChangeArrowheads="1"/>
          </p:cNvSpPr>
          <p:nvPr>
            <p:ph type="sldNum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DA1758-0D42-9940-959E-84B6B743AA8F}" type="slidenum">
              <a:rPr lang="de-DE" altLang="en-US"/>
              <a:pPr/>
              <a:t>‹#›</a:t>
            </a:fld>
            <a:endParaRPr lang="de-DE" altLang="en-US"/>
          </a:p>
        </p:txBody>
      </p:sp>
    </p:spTree>
    <p:extLst>
      <p:ext uri="{BB962C8B-B14F-4D97-AF65-F5344CB8AC3E}">
        <p14:creationId xmlns:p14="http://schemas.microsoft.com/office/powerpoint/2010/main" val="381781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3.jpe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image" Target="../media/image3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1" hidden="1">
            <a:extLst>
              <a:ext uri="{FF2B5EF4-FFF2-40B4-BE49-F238E27FC236}">
                <a16:creationId xmlns:a16="http://schemas.microsoft.com/office/drawing/2014/main" id="{8FE0FB7D-E385-114A-A081-A7972FCA6711}"/>
              </a:ext>
            </a:extLst>
          </p:cNvPr>
          <p:cNvSpPr>
            <a:spLocks noChangeShapeType="1"/>
          </p:cNvSpPr>
          <p:nvPr/>
        </p:nvSpPr>
        <p:spPr bwMode="auto">
          <a:xfrm>
            <a:off x="460375" y="6113463"/>
            <a:ext cx="8223250" cy="1587"/>
          </a:xfrm>
          <a:prstGeom prst="line">
            <a:avLst/>
          </a:prstGeom>
          <a:noFill/>
          <a:ln w="3168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pic>
        <p:nvPicPr>
          <p:cNvPr id="1027" name="Picture 2" hidden="1">
            <a:extLst>
              <a:ext uri="{FF2B5EF4-FFF2-40B4-BE49-F238E27FC236}">
                <a16:creationId xmlns:a16="http://schemas.microsoft.com/office/drawing/2014/main" id="{61928737-FAA1-0542-A30E-9EB9813805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6638" y="6170613"/>
            <a:ext cx="1095375" cy="669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028" name="Picture 3" hidden="1">
            <a:extLst>
              <a:ext uri="{FF2B5EF4-FFF2-40B4-BE49-F238E27FC236}">
                <a16:creationId xmlns:a16="http://schemas.microsoft.com/office/drawing/2014/main" id="{5AFEEE8D-B5E7-1240-B25D-9DFDA8CBD1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225" y="6170613"/>
            <a:ext cx="995363" cy="608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29" name="Line 4">
            <a:extLst>
              <a:ext uri="{FF2B5EF4-FFF2-40B4-BE49-F238E27FC236}">
                <a16:creationId xmlns:a16="http://schemas.microsoft.com/office/drawing/2014/main" id="{3961CCFC-55EB-8D42-8FF8-A289B057FC2B}"/>
              </a:ext>
            </a:extLst>
          </p:cNvPr>
          <p:cNvSpPr>
            <a:spLocks noChangeShapeType="1"/>
          </p:cNvSpPr>
          <p:nvPr/>
        </p:nvSpPr>
        <p:spPr bwMode="auto">
          <a:xfrm>
            <a:off x="460375" y="476250"/>
            <a:ext cx="8223250" cy="1588"/>
          </a:xfrm>
          <a:prstGeom prst="line">
            <a:avLst/>
          </a:prstGeom>
          <a:noFill/>
          <a:ln w="5076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30" name="Line 5">
            <a:extLst>
              <a:ext uri="{FF2B5EF4-FFF2-40B4-BE49-F238E27FC236}">
                <a16:creationId xmlns:a16="http://schemas.microsoft.com/office/drawing/2014/main" id="{9FB16527-8D4B-CC40-9FF7-F4A192D1FC46}"/>
              </a:ext>
            </a:extLst>
          </p:cNvPr>
          <p:cNvSpPr>
            <a:spLocks noChangeShapeType="1"/>
          </p:cNvSpPr>
          <p:nvPr/>
        </p:nvSpPr>
        <p:spPr bwMode="auto">
          <a:xfrm>
            <a:off x="460375" y="2457450"/>
            <a:ext cx="8223250" cy="1588"/>
          </a:xfrm>
          <a:prstGeom prst="line">
            <a:avLst/>
          </a:prstGeom>
          <a:noFill/>
          <a:ln w="126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31" name="Line 6">
            <a:extLst>
              <a:ext uri="{FF2B5EF4-FFF2-40B4-BE49-F238E27FC236}">
                <a16:creationId xmlns:a16="http://schemas.microsoft.com/office/drawing/2014/main" id="{972543A0-0B6D-CB49-B876-DC5F7C05EC6B}"/>
              </a:ext>
            </a:extLst>
          </p:cNvPr>
          <p:cNvSpPr>
            <a:spLocks noChangeShapeType="1"/>
          </p:cNvSpPr>
          <p:nvPr/>
        </p:nvSpPr>
        <p:spPr bwMode="auto">
          <a:xfrm>
            <a:off x="460375" y="6113463"/>
            <a:ext cx="8223250" cy="1587"/>
          </a:xfrm>
          <a:prstGeom prst="line">
            <a:avLst/>
          </a:prstGeom>
          <a:noFill/>
          <a:ln w="3168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32" name="Rectangle 7">
            <a:extLst>
              <a:ext uri="{FF2B5EF4-FFF2-40B4-BE49-F238E27FC236}">
                <a16:creationId xmlns:a16="http://schemas.microsoft.com/office/drawing/2014/main" id="{81985A11-8D46-D04F-9249-BC64875EA2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60375" y="534988"/>
            <a:ext cx="8221663" cy="1042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Klicken Sie, um das Format des Titeltextes zu bearbeitenMastertitelformat bearbeiten</a:t>
            </a:r>
          </a:p>
        </p:txBody>
      </p:sp>
      <p:sp>
        <p:nvSpPr>
          <p:cNvPr id="2" name="Rectangle 9">
            <a:extLst>
              <a:ext uri="{FF2B5EF4-FFF2-40B4-BE49-F238E27FC236}">
                <a16:creationId xmlns:a16="http://schemas.microsoft.com/office/drawing/2014/main" id="{C8C6BBDE-452D-D54E-92CC-729D15E4FB59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3506788" y="6323013"/>
            <a:ext cx="2132012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9263" algn="l"/>
                <a:tab pos="898525" algn="l"/>
                <a:tab pos="1347788" algn="l"/>
                <a:tab pos="1797050" algn="l"/>
              </a:tabLst>
              <a:defRPr sz="1200">
                <a:solidFill>
                  <a:srgbClr val="B2B2B2"/>
                </a:solidFill>
                <a:latin typeface="Frutiger LT Com 55 Roman" pitchFamily="1" charset="0"/>
              </a:defRPr>
            </a:lvl1pPr>
          </a:lstStyle>
          <a:p>
            <a:fld id="{374DDF44-715C-AE43-A8A9-B1917DBDB179}" type="slidenum">
              <a:rPr lang="de-DE" altLang="en-US"/>
              <a:pPr/>
              <a:t>‹#›</a:t>
            </a:fld>
            <a:endParaRPr lang="de-DE" altLang="en-US"/>
          </a:p>
        </p:txBody>
      </p:sp>
      <p:pic>
        <p:nvPicPr>
          <p:cNvPr id="1034" name="Picture 10">
            <a:extLst>
              <a:ext uri="{FF2B5EF4-FFF2-40B4-BE49-F238E27FC236}">
                <a16:creationId xmlns:a16="http://schemas.microsoft.com/office/drawing/2014/main" id="{AD62328D-AD12-C946-97E8-0576D83F64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225" y="6170613"/>
            <a:ext cx="995363" cy="608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35" name="Rectangle 11">
            <a:extLst>
              <a:ext uri="{FF2B5EF4-FFF2-40B4-BE49-F238E27FC236}">
                <a16:creationId xmlns:a16="http://schemas.microsoft.com/office/drawing/2014/main" id="{59F44B90-2D7D-2D4B-8C65-E39CCD051E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4963"/>
            <a:ext cx="8228013" cy="397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804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Klicken Sie, um die Formate des Gliederungstextes zu bearbeiten</a:t>
            </a:r>
          </a:p>
          <a:p>
            <a:pPr lvl="1"/>
            <a:r>
              <a:rPr lang="en-GB" altLang="en-US"/>
              <a:t>Zweite Gliederungsebene</a:t>
            </a:r>
          </a:p>
          <a:p>
            <a:pPr lvl="2"/>
            <a:r>
              <a:rPr lang="en-GB" altLang="en-US"/>
              <a:t>Dritte Gliederungsebene</a:t>
            </a:r>
          </a:p>
          <a:p>
            <a:pPr lvl="3"/>
            <a:r>
              <a:rPr lang="en-GB" altLang="en-US"/>
              <a:t>Vierte Gliederungsebene</a:t>
            </a:r>
          </a:p>
          <a:p>
            <a:pPr lvl="4"/>
            <a:r>
              <a:rPr lang="en-GB" altLang="en-US"/>
              <a:t>Fünfte Gliederungsebene</a:t>
            </a:r>
          </a:p>
          <a:p>
            <a:pPr lvl="4"/>
            <a:r>
              <a:rPr lang="en-GB" altLang="en-US"/>
              <a:t>Sechste Gliederungsebene</a:t>
            </a:r>
          </a:p>
          <a:p>
            <a:pPr lvl="4"/>
            <a:r>
              <a:rPr lang="en-GB" altLang="en-US"/>
              <a:t>Siebente Gliederungsebene</a:t>
            </a:r>
          </a:p>
        </p:txBody>
      </p:sp>
      <p:pic>
        <p:nvPicPr>
          <p:cNvPr id="1036" name="Picture 9" descr="C:\Users\montazer\Backup\Lancaster University\Teaching\ENGR228_Digital Electronic\Digital Electronics 2016\NewLogo1.jpg">
            <a:extLst>
              <a:ext uri="{FF2B5EF4-FFF2-40B4-BE49-F238E27FC236}">
                <a16:creationId xmlns:a16="http://schemas.microsoft.com/office/drawing/2014/main" id="{55D6CFA8-738F-DB4B-A1D4-CC06B5B015B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6013" y="6170613"/>
            <a:ext cx="1077912" cy="665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</p:sldLayoutIdLst>
  <p:txStyles>
    <p:titleStyle>
      <a:lvl1pPr algn="l" defTabSz="449263" rtl="0" eaLnBrk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>
          <a:solidFill>
            <a:srgbClr val="000000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>
          <a:solidFill>
            <a:srgbClr val="000000"/>
          </a:solidFill>
          <a:latin typeface="Frutiger LT Com 55 Roman" pitchFamily="1" charset="0"/>
          <a:ea typeface="DejaVu Sans" charset="0"/>
          <a:cs typeface="DejaVu Sans" charset="0"/>
        </a:defRPr>
      </a:lvl2pPr>
      <a:lvl3pPr algn="l" defTabSz="449263" rtl="0" eaLnBrk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>
          <a:solidFill>
            <a:srgbClr val="000000"/>
          </a:solidFill>
          <a:latin typeface="Frutiger LT Com 55 Roman" pitchFamily="1" charset="0"/>
          <a:ea typeface="DejaVu Sans" charset="0"/>
          <a:cs typeface="DejaVu Sans" charset="0"/>
        </a:defRPr>
      </a:lvl3pPr>
      <a:lvl4pPr algn="l" defTabSz="449263" rtl="0" eaLnBrk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>
          <a:solidFill>
            <a:srgbClr val="000000"/>
          </a:solidFill>
          <a:latin typeface="Frutiger LT Com 55 Roman" pitchFamily="1" charset="0"/>
          <a:ea typeface="DejaVu Sans" charset="0"/>
          <a:cs typeface="DejaVu Sans" charset="0"/>
        </a:defRPr>
      </a:lvl4pPr>
      <a:lvl5pPr algn="l" defTabSz="449263" rtl="0" eaLnBrk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2400">
          <a:solidFill>
            <a:srgbClr val="000000"/>
          </a:solidFill>
          <a:latin typeface="Frutiger LT Com 55 Roman" pitchFamily="1" charset="0"/>
          <a:ea typeface="DejaVu Sans" charset="0"/>
          <a:cs typeface="DejaVu Sans" charset="0"/>
        </a:defRPr>
      </a:lvl5pPr>
      <a:lvl6pPr marL="2514600" indent="-228600" algn="l" defTabSz="449263" rtl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>
          <a:solidFill>
            <a:srgbClr val="000000"/>
          </a:solidFill>
          <a:latin typeface="Frutiger LT Com 55 Roman" pitchFamily="1" charset="0"/>
          <a:ea typeface="DejaVu Sans" charset="0"/>
          <a:cs typeface="DejaVu Sans" charset="0"/>
        </a:defRPr>
      </a:lvl6pPr>
      <a:lvl7pPr marL="2971800" indent="-228600" algn="l" defTabSz="449263" rtl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>
          <a:solidFill>
            <a:srgbClr val="000000"/>
          </a:solidFill>
          <a:latin typeface="Frutiger LT Com 55 Roman" pitchFamily="1" charset="0"/>
          <a:ea typeface="DejaVu Sans" charset="0"/>
          <a:cs typeface="DejaVu Sans" charset="0"/>
        </a:defRPr>
      </a:lvl7pPr>
      <a:lvl8pPr marL="3429000" indent="-228600" algn="l" defTabSz="449263" rtl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>
          <a:solidFill>
            <a:srgbClr val="000000"/>
          </a:solidFill>
          <a:latin typeface="Frutiger LT Com 55 Roman" pitchFamily="1" charset="0"/>
          <a:ea typeface="DejaVu Sans" charset="0"/>
          <a:cs typeface="DejaVu Sans" charset="0"/>
        </a:defRPr>
      </a:lvl8pPr>
      <a:lvl9pPr marL="3886200" indent="-228600" algn="l" defTabSz="449263" rtl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400">
          <a:solidFill>
            <a:srgbClr val="000000"/>
          </a:solidFill>
          <a:latin typeface="Frutiger LT Com 55 Roman" pitchFamily="1" charset="0"/>
          <a:ea typeface="DejaVu Sans" charset="0"/>
          <a:cs typeface="DejaVu Sans" charset="0"/>
        </a:defRPr>
      </a:lvl9pPr>
    </p:titleStyle>
    <p:bodyStyle>
      <a:lvl1pPr marL="342900" indent="-342900" algn="l" defTabSz="449263" rtl="0" eaLnBrk="0" fontAlgn="base" hangingPunct="0">
        <a:lnSpc>
          <a:spcPct val="97000"/>
        </a:lnSpc>
        <a:spcBef>
          <a:spcPct val="0"/>
        </a:spcBef>
        <a:spcAft>
          <a:spcPts val="142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lnSpc>
          <a:spcPct val="97000"/>
        </a:lnSpc>
        <a:spcBef>
          <a:spcPct val="0"/>
        </a:spcBef>
        <a:spcAft>
          <a:spcPts val="1138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97000"/>
        </a:lnSpc>
        <a:spcBef>
          <a:spcPct val="0"/>
        </a:spcBef>
        <a:spcAft>
          <a:spcPts val="850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97000"/>
        </a:lnSpc>
        <a:spcBef>
          <a:spcPct val="0"/>
        </a:spcBef>
        <a:spcAft>
          <a:spcPts val="57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lnSpc>
          <a:spcPct val="9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fontAlgn="base" hangingPunct="0">
        <a:lnSpc>
          <a:spcPct val="9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fontAlgn="base" hangingPunct="0">
        <a:lnSpc>
          <a:spcPct val="9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fontAlgn="base" hangingPunct="0">
        <a:lnSpc>
          <a:spcPct val="9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fontAlgn="base" hangingPunct="0">
        <a:lnSpc>
          <a:spcPct val="9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Line 1">
            <a:extLst>
              <a:ext uri="{FF2B5EF4-FFF2-40B4-BE49-F238E27FC236}">
                <a16:creationId xmlns:a16="http://schemas.microsoft.com/office/drawing/2014/main" id="{DEC9682C-5991-E247-8B00-31C2946FAF52}"/>
              </a:ext>
            </a:extLst>
          </p:cNvPr>
          <p:cNvSpPr>
            <a:spLocks noChangeShapeType="1"/>
          </p:cNvSpPr>
          <p:nvPr/>
        </p:nvSpPr>
        <p:spPr bwMode="auto">
          <a:xfrm>
            <a:off x="460375" y="6113463"/>
            <a:ext cx="8223250" cy="1587"/>
          </a:xfrm>
          <a:prstGeom prst="line">
            <a:avLst/>
          </a:prstGeom>
          <a:noFill/>
          <a:ln w="3168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051" name="Line 2">
            <a:extLst>
              <a:ext uri="{FF2B5EF4-FFF2-40B4-BE49-F238E27FC236}">
                <a16:creationId xmlns:a16="http://schemas.microsoft.com/office/drawing/2014/main" id="{DB6A09B4-9760-674A-9EE6-B762119A63EE}"/>
              </a:ext>
            </a:extLst>
          </p:cNvPr>
          <p:cNvSpPr>
            <a:spLocks noChangeShapeType="1"/>
          </p:cNvSpPr>
          <p:nvPr/>
        </p:nvSpPr>
        <p:spPr bwMode="auto">
          <a:xfrm>
            <a:off x="460375" y="1601788"/>
            <a:ext cx="8223250" cy="1587"/>
          </a:xfrm>
          <a:prstGeom prst="line">
            <a:avLst/>
          </a:prstGeom>
          <a:noFill/>
          <a:ln w="126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052" name="Line 3">
            <a:extLst>
              <a:ext uri="{FF2B5EF4-FFF2-40B4-BE49-F238E27FC236}">
                <a16:creationId xmlns:a16="http://schemas.microsoft.com/office/drawing/2014/main" id="{9209D868-F9FB-2540-B223-708F8DD2D04C}"/>
              </a:ext>
            </a:extLst>
          </p:cNvPr>
          <p:cNvSpPr>
            <a:spLocks noChangeShapeType="1"/>
          </p:cNvSpPr>
          <p:nvPr/>
        </p:nvSpPr>
        <p:spPr bwMode="auto">
          <a:xfrm>
            <a:off x="460375" y="476250"/>
            <a:ext cx="8223250" cy="1588"/>
          </a:xfrm>
          <a:prstGeom prst="line">
            <a:avLst/>
          </a:prstGeom>
          <a:noFill/>
          <a:ln w="5076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pic>
        <p:nvPicPr>
          <p:cNvPr id="2053" name="Picture 5">
            <a:extLst>
              <a:ext uri="{FF2B5EF4-FFF2-40B4-BE49-F238E27FC236}">
                <a16:creationId xmlns:a16="http://schemas.microsoft.com/office/drawing/2014/main" id="{B6C7F6DF-EBED-2A49-9CE2-A028061D99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225" y="6170613"/>
            <a:ext cx="995363" cy="608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054" name="Rectangle 6">
            <a:extLst>
              <a:ext uri="{FF2B5EF4-FFF2-40B4-BE49-F238E27FC236}">
                <a16:creationId xmlns:a16="http://schemas.microsoft.com/office/drawing/2014/main" id="{0DBE5093-9CCB-8C4D-A89B-057E1D2124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60375" y="534988"/>
            <a:ext cx="8221663" cy="912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Klicken Sie, um das Format des Titeltextes zu bearbeitenTitelmasterformat durch Klicken bearbeiten</a:t>
            </a:r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926EC1D7-3D14-E140-A6DE-8103968360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60375" y="1906588"/>
            <a:ext cx="8221663" cy="3957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Klicken Sie, um die Formate des Gliederungstextes zu bearbeiten</a:t>
            </a:r>
          </a:p>
          <a:p>
            <a:pPr lvl="1"/>
            <a:r>
              <a:rPr lang="en-GB" altLang="en-US"/>
              <a:t>Zweite Gliederungsebene</a:t>
            </a:r>
          </a:p>
          <a:p>
            <a:pPr lvl="2"/>
            <a:r>
              <a:rPr lang="en-GB" altLang="en-US"/>
              <a:t>Dritte Gliederungsebene</a:t>
            </a:r>
          </a:p>
          <a:p>
            <a:pPr lvl="3"/>
            <a:r>
              <a:rPr lang="en-GB" altLang="en-US"/>
              <a:t>Vierte Gliederungsebene</a:t>
            </a:r>
          </a:p>
          <a:p>
            <a:pPr lvl="4"/>
            <a:r>
              <a:rPr lang="en-GB" altLang="en-US"/>
              <a:t>Fünfte Gliederungsebene</a:t>
            </a:r>
          </a:p>
          <a:p>
            <a:pPr lvl="4"/>
            <a:r>
              <a:rPr lang="en-GB" altLang="en-US"/>
              <a:t>Sechste Gliederungsebene</a:t>
            </a:r>
          </a:p>
          <a:p>
            <a:pPr lvl="0"/>
            <a:r>
              <a:rPr lang="en-GB" altLang="en-US"/>
              <a:t>Siebente GliederungsebeneTextmasterformate durch Klicken bearbeiten</a:t>
            </a:r>
          </a:p>
          <a:p>
            <a:pPr lvl="1"/>
            <a:r>
              <a:rPr lang="en-GB" altLang="en-US"/>
              <a:t>Zweite Ebene</a:t>
            </a:r>
          </a:p>
          <a:p>
            <a:pPr lvl="2"/>
            <a:r>
              <a:rPr lang="en-GB" altLang="en-US"/>
              <a:t>Dritte Ebene</a:t>
            </a:r>
          </a:p>
          <a:p>
            <a:pPr lvl="3"/>
            <a:r>
              <a:rPr lang="en-GB" altLang="en-US"/>
              <a:t>Vierte Ebene</a:t>
            </a:r>
          </a:p>
          <a:p>
            <a:pPr lvl="4"/>
            <a:r>
              <a:rPr lang="en-GB" altLang="en-US"/>
              <a:t>Fünfte Ebene</a:t>
            </a:r>
          </a:p>
        </p:txBody>
      </p:sp>
      <p:sp>
        <p:nvSpPr>
          <p:cNvPr id="2" name="Rectangle 8">
            <a:extLst>
              <a:ext uri="{FF2B5EF4-FFF2-40B4-BE49-F238E27FC236}">
                <a16:creationId xmlns:a16="http://schemas.microsoft.com/office/drawing/2014/main" id="{72C5F92E-814D-8D47-A7E6-0AE06C406191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3506788" y="6323013"/>
            <a:ext cx="2132012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9263" algn="l"/>
                <a:tab pos="898525" algn="l"/>
                <a:tab pos="1347788" algn="l"/>
                <a:tab pos="1797050" algn="l"/>
              </a:tabLst>
              <a:defRPr sz="1200">
                <a:solidFill>
                  <a:srgbClr val="B2B2B2"/>
                </a:solidFill>
                <a:latin typeface="Frutiger LT Com 55 Roman" pitchFamily="1" charset="0"/>
              </a:defRPr>
            </a:lvl1pPr>
          </a:lstStyle>
          <a:p>
            <a:fld id="{0199D8EB-905C-5F48-A6A6-A633CA235164}" type="slidenum">
              <a:rPr lang="de-DE" altLang="en-US"/>
              <a:pPr/>
              <a:t>‹#›</a:t>
            </a:fld>
            <a:endParaRPr lang="de-DE" altLang="en-US"/>
          </a:p>
        </p:txBody>
      </p:sp>
      <p:pic>
        <p:nvPicPr>
          <p:cNvPr id="2057" name="Picture 9" descr="C:\Users\montazer\Backup\Lancaster University\Teaching\ENGR228_Digital Electronic\Digital Electronics 2016\NewLogo1.jpg">
            <a:extLst>
              <a:ext uri="{FF2B5EF4-FFF2-40B4-BE49-F238E27FC236}">
                <a16:creationId xmlns:a16="http://schemas.microsoft.com/office/drawing/2014/main" id="{C0B34970-360C-AA4A-97D7-C26C4833438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6013" y="6170613"/>
            <a:ext cx="1077912" cy="665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l" defTabSz="449263" rtl="0" eaLnBrk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>
          <a:solidFill>
            <a:srgbClr val="000000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>
          <a:solidFill>
            <a:srgbClr val="000000"/>
          </a:solidFill>
          <a:latin typeface="Frutiger LT Com 55 Roman" pitchFamily="1" charset="0"/>
          <a:ea typeface="DejaVu Sans" charset="0"/>
          <a:cs typeface="DejaVu Sans" charset="0"/>
        </a:defRPr>
      </a:lvl2pPr>
      <a:lvl3pPr algn="l" defTabSz="449263" rtl="0" eaLnBrk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>
          <a:solidFill>
            <a:srgbClr val="000000"/>
          </a:solidFill>
          <a:latin typeface="Frutiger LT Com 55 Roman" pitchFamily="1" charset="0"/>
          <a:ea typeface="DejaVu Sans" charset="0"/>
          <a:cs typeface="DejaVu Sans" charset="0"/>
        </a:defRPr>
      </a:lvl3pPr>
      <a:lvl4pPr algn="l" defTabSz="449263" rtl="0" eaLnBrk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>
          <a:solidFill>
            <a:srgbClr val="000000"/>
          </a:solidFill>
          <a:latin typeface="Frutiger LT Com 55 Roman" pitchFamily="1" charset="0"/>
          <a:ea typeface="DejaVu Sans" charset="0"/>
          <a:cs typeface="DejaVu Sans" charset="0"/>
        </a:defRPr>
      </a:lvl4pPr>
      <a:lvl5pPr algn="l" defTabSz="449263" rtl="0" eaLnBrk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>
          <a:solidFill>
            <a:srgbClr val="000000"/>
          </a:solidFill>
          <a:latin typeface="Frutiger LT Com 55 Roman" pitchFamily="1" charset="0"/>
          <a:ea typeface="DejaVu Sans" charset="0"/>
          <a:cs typeface="DejaVu Sans" charset="0"/>
        </a:defRPr>
      </a:lvl5pPr>
      <a:lvl6pPr marL="2514600" indent="-228600" algn="l" defTabSz="449263" rtl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>
          <a:solidFill>
            <a:srgbClr val="000000"/>
          </a:solidFill>
          <a:latin typeface="Frutiger LT Com 55 Roman" pitchFamily="1" charset="0"/>
          <a:ea typeface="DejaVu Sans" charset="0"/>
          <a:cs typeface="DejaVu Sans" charset="0"/>
        </a:defRPr>
      </a:lvl6pPr>
      <a:lvl7pPr marL="2971800" indent="-228600" algn="l" defTabSz="449263" rtl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>
          <a:solidFill>
            <a:srgbClr val="000000"/>
          </a:solidFill>
          <a:latin typeface="Frutiger LT Com 55 Roman" pitchFamily="1" charset="0"/>
          <a:ea typeface="DejaVu Sans" charset="0"/>
          <a:cs typeface="DejaVu Sans" charset="0"/>
        </a:defRPr>
      </a:lvl7pPr>
      <a:lvl8pPr marL="3429000" indent="-228600" algn="l" defTabSz="449263" rtl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>
          <a:solidFill>
            <a:srgbClr val="000000"/>
          </a:solidFill>
          <a:latin typeface="Frutiger LT Com 55 Roman" pitchFamily="1" charset="0"/>
          <a:ea typeface="DejaVu Sans" charset="0"/>
          <a:cs typeface="DejaVu Sans" charset="0"/>
        </a:defRPr>
      </a:lvl8pPr>
      <a:lvl9pPr marL="3886200" indent="-228600" algn="l" defTabSz="449263" rtl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>
          <a:solidFill>
            <a:srgbClr val="000000"/>
          </a:solidFill>
          <a:latin typeface="Frutiger LT Com 55 Roman" pitchFamily="1" charset="0"/>
          <a:ea typeface="DejaVu Sans" charset="0"/>
          <a:cs typeface="DejaVu Sans" charset="0"/>
        </a:defRPr>
      </a:lvl9pPr>
    </p:titleStyle>
    <p:bodyStyle>
      <a:lvl1pPr marL="342900" indent="-342900" algn="l" defTabSz="449263" rtl="0" eaLnBrk="0" fontAlgn="base" hangingPunct="0">
        <a:lnSpc>
          <a:spcPct val="97000"/>
        </a:lnSpc>
        <a:spcBef>
          <a:spcPct val="0"/>
        </a:spcBef>
        <a:spcAft>
          <a:spcPts val="142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lnSpc>
          <a:spcPct val="97000"/>
        </a:lnSpc>
        <a:spcBef>
          <a:spcPct val="0"/>
        </a:spcBef>
        <a:spcAft>
          <a:spcPts val="1138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97000"/>
        </a:lnSpc>
        <a:spcBef>
          <a:spcPct val="0"/>
        </a:spcBef>
        <a:spcAft>
          <a:spcPts val="850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97000"/>
        </a:lnSpc>
        <a:spcBef>
          <a:spcPct val="0"/>
        </a:spcBef>
        <a:spcAft>
          <a:spcPts val="57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lnSpc>
          <a:spcPct val="9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fontAlgn="base" hangingPunct="0">
        <a:lnSpc>
          <a:spcPct val="9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fontAlgn="base" hangingPunct="0">
        <a:lnSpc>
          <a:spcPct val="9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fontAlgn="base" hangingPunct="0">
        <a:lnSpc>
          <a:spcPct val="9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fontAlgn="base" hangingPunct="0">
        <a:lnSpc>
          <a:spcPct val="9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Line 1">
            <a:extLst>
              <a:ext uri="{FF2B5EF4-FFF2-40B4-BE49-F238E27FC236}">
                <a16:creationId xmlns:a16="http://schemas.microsoft.com/office/drawing/2014/main" id="{E88EC029-4943-BA46-8891-C73345991EBC}"/>
              </a:ext>
            </a:extLst>
          </p:cNvPr>
          <p:cNvSpPr>
            <a:spLocks noChangeShapeType="1"/>
          </p:cNvSpPr>
          <p:nvPr/>
        </p:nvSpPr>
        <p:spPr bwMode="auto">
          <a:xfrm>
            <a:off x="460375" y="6113463"/>
            <a:ext cx="8223250" cy="1587"/>
          </a:xfrm>
          <a:prstGeom prst="line">
            <a:avLst/>
          </a:prstGeom>
          <a:noFill/>
          <a:ln w="3168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075" name="Line 2">
            <a:extLst>
              <a:ext uri="{FF2B5EF4-FFF2-40B4-BE49-F238E27FC236}">
                <a16:creationId xmlns:a16="http://schemas.microsoft.com/office/drawing/2014/main" id="{9C3F819C-AD17-404B-B2EB-7FDB6C90F861}"/>
              </a:ext>
            </a:extLst>
          </p:cNvPr>
          <p:cNvSpPr>
            <a:spLocks noChangeShapeType="1"/>
          </p:cNvSpPr>
          <p:nvPr/>
        </p:nvSpPr>
        <p:spPr bwMode="auto">
          <a:xfrm>
            <a:off x="460375" y="1601788"/>
            <a:ext cx="8223250" cy="1587"/>
          </a:xfrm>
          <a:prstGeom prst="line">
            <a:avLst/>
          </a:prstGeom>
          <a:noFill/>
          <a:ln w="126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076" name="Line 3">
            <a:extLst>
              <a:ext uri="{FF2B5EF4-FFF2-40B4-BE49-F238E27FC236}">
                <a16:creationId xmlns:a16="http://schemas.microsoft.com/office/drawing/2014/main" id="{605ECAEC-7DCF-7D4B-A655-CB22B02B3562}"/>
              </a:ext>
            </a:extLst>
          </p:cNvPr>
          <p:cNvSpPr>
            <a:spLocks noChangeShapeType="1"/>
          </p:cNvSpPr>
          <p:nvPr/>
        </p:nvSpPr>
        <p:spPr bwMode="auto">
          <a:xfrm>
            <a:off x="460375" y="476250"/>
            <a:ext cx="8223250" cy="1588"/>
          </a:xfrm>
          <a:prstGeom prst="line">
            <a:avLst/>
          </a:prstGeom>
          <a:noFill/>
          <a:ln w="5076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pic>
        <p:nvPicPr>
          <p:cNvPr id="3077" name="Picture 5">
            <a:extLst>
              <a:ext uri="{FF2B5EF4-FFF2-40B4-BE49-F238E27FC236}">
                <a16:creationId xmlns:a16="http://schemas.microsoft.com/office/drawing/2014/main" id="{EE2F8CF1-FA50-C946-8B93-B7C22D1715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225" y="6170613"/>
            <a:ext cx="995363" cy="608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2" name="Rectangle 6">
            <a:extLst>
              <a:ext uri="{FF2B5EF4-FFF2-40B4-BE49-F238E27FC236}">
                <a16:creationId xmlns:a16="http://schemas.microsoft.com/office/drawing/2014/main" id="{939B3DD7-CE14-3044-8DA2-37FBA0E2D175}"/>
              </a:ext>
            </a:extLst>
          </p:cNvPr>
          <p:cNvSpPr>
            <a:spLocks noGrp="1" noChangeArrowheads="1"/>
          </p:cNvSpPr>
          <p:nvPr>
            <p:ph type="sldNum"/>
          </p:nvPr>
        </p:nvSpPr>
        <p:spPr bwMode="auto">
          <a:xfrm>
            <a:off x="3506788" y="6323013"/>
            <a:ext cx="2132012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  <a:tabLst>
                <a:tab pos="449263" algn="l"/>
                <a:tab pos="898525" algn="l"/>
                <a:tab pos="1347788" algn="l"/>
                <a:tab pos="1797050" algn="l"/>
              </a:tabLst>
              <a:defRPr sz="1200">
                <a:solidFill>
                  <a:srgbClr val="B2B2B2"/>
                </a:solidFill>
                <a:latin typeface="Frutiger LT Com 55 Roman" pitchFamily="1" charset="0"/>
              </a:defRPr>
            </a:lvl1pPr>
          </a:lstStyle>
          <a:p>
            <a:fld id="{9B52303E-155C-D04F-83FD-F7AB2411B624}" type="slidenum">
              <a:rPr lang="de-DE" altLang="en-US"/>
              <a:pPr/>
              <a:t>‹#›</a:t>
            </a:fld>
            <a:endParaRPr lang="de-DE" altLang="en-US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F415F867-83DF-CD43-B1DD-7197A68D01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3050"/>
            <a:ext cx="8228013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Klicken Sie, um das Format des Titeltextes zu bearbeiten</a:t>
            </a:r>
          </a:p>
        </p:txBody>
      </p:sp>
      <p:sp>
        <p:nvSpPr>
          <p:cNvPr id="3080" name="Rectangle 8">
            <a:extLst>
              <a:ext uri="{FF2B5EF4-FFF2-40B4-BE49-F238E27FC236}">
                <a16:creationId xmlns:a16="http://schemas.microsoft.com/office/drawing/2014/main" id="{6DAADEA1-12D4-2F41-9FD0-6A0C5320E7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4963"/>
            <a:ext cx="8228013" cy="397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6804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Klicken Sie, um die Formate des Gliederungstextes zu bearbeiten</a:t>
            </a:r>
          </a:p>
          <a:p>
            <a:pPr lvl="1"/>
            <a:r>
              <a:rPr lang="en-GB" altLang="en-US"/>
              <a:t>Zweite Gliederungsebene</a:t>
            </a:r>
          </a:p>
          <a:p>
            <a:pPr lvl="2"/>
            <a:r>
              <a:rPr lang="en-GB" altLang="en-US"/>
              <a:t>Dritte Gliederungsebene</a:t>
            </a:r>
          </a:p>
          <a:p>
            <a:pPr lvl="3"/>
            <a:r>
              <a:rPr lang="en-GB" altLang="en-US"/>
              <a:t>Vierte Gliederungsebene</a:t>
            </a:r>
          </a:p>
          <a:p>
            <a:pPr lvl="4"/>
            <a:r>
              <a:rPr lang="en-GB" altLang="en-US"/>
              <a:t>Fünfte Gliederungsebene</a:t>
            </a:r>
          </a:p>
          <a:p>
            <a:pPr lvl="4"/>
            <a:r>
              <a:rPr lang="en-GB" altLang="en-US"/>
              <a:t>Sechste Gliederungsebene</a:t>
            </a:r>
          </a:p>
          <a:p>
            <a:pPr lvl="4"/>
            <a:r>
              <a:rPr lang="en-GB" altLang="en-US"/>
              <a:t>Siebente Gliederungsebene</a:t>
            </a:r>
          </a:p>
        </p:txBody>
      </p:sp>
      <p:pic>
        <p:nvPicPr>
          <p:cNvPr id="3081" name="Picture 9" descr="C:\Users\montazer\Backup\Lancaster University\Teaching\ENGR228_Digital Electronic\Digital Electronics 2016\NewLogo1.jpg">
            <a:extLst>
              <a:ext uri="{FF2B5EF4-FFF2-40B4-BE49-F238E27FC236}">
                <a16:creationId xmlns:a16="http://schemas.microsoft.com/office/drawing/2014/main" id="{D56B2B33-7806-9744-B7A3-E427D408EFA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6013" y="6170613"/>
            <a:ext cx="1077912" cy="665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l" defTabSz="449263" rtl="0" eaLnBrk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>
          <a:solidFill>
            <a:srgbClr val="000000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>
          <a:solidFill>
            <a:srgbClr val="000000"/>
          </a:solidFill>
          <a:latin typeface="Frutiger LT Com 55 Roman" pitchFamily="1" charset="0"/>
          <a:ea typeface="DejaVu Sans" charset="0"/>
          <a:cs typeface="DejaVu Sans" charset="0"/>
        </a:defRPr>
      </a:lvl2pPr>
      <a:lvl3pPr algn="l" defTabSz="449263" rtl="0" eaLnBrk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>
          <a:solidFill>
            <a:srgbClr val="000000"/>
          </a:solidFill>
          <a:latin typeface="Frutiger LT Com 55 Roman" pitchFamily="1" charset="0"/>
          <a:ea typeface="DejaVu Sans" charset="0"/>
          <a:cs typeface="DejaVu Sans" charset="0"/>
        </a:defRPr>
      </a:lvl3pPr>
      <a:lvl4pPr algn="l" defTabSz="449263" rtl="0" eaLnBrk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>
          <a:solidFill>
            <a:srgbClr val="000000"/>
          </a:solidFill>
          <a:latin typeface="Frutiger LT Com 55 Roman" pitchFamily="1" charset="0"/>
          <a:ea typeface="DejaVu Sans" charset="0"/>
          <a:cs typeface="DejaVu Sans" charset="0"/>
        </a:defRPr>
      </a:lvl4pPr>
      <a:lvl5pPr algn="l" defTabSz="449263" rtl="0" eaLnBrk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anose="02020603050405020304" pitchFamily="18" charset="0"/>
        <a:defRPr sz="3200">
          <a:solidFill>
            <a:srgbClr val="000000"/>
          </a:solidFill>
          <a:latin typeface="Frutiger LT Com 55 Roman" pitchFamily="1" charset="0"/>
          <a:ea typeface="DejaVu Sans" charset="0"/>
          <a:cs typeface="DejaVu Sans" charset="0"/>
        </a:defRPr>
      </a:lvl5pPr>
      <a:lvl6pPr marL="2514600" indent="-228600" algn="l" defTabSz="449263" rtl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>
          <a:solidFill>
            <a:srgbClr val="000000"/>
          </a:solidFill>
          <a:latin typeface="Frutiger LT Com 55 Roman" pitchFamily="1" charset="0"/>
          <a:ea typeface="DejaVu Sans" charset="0"/>
          <a:cs typeface="DejaVu Sans" charset="0"/>
        </a:defRPr>
      </a:lvl6pPr>
      <a:lvl7pPr marL="2971800" indent="-228600" algn="l" defTabSz="449263" rtl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>
          <a:solidFill>
            <a:srgbClr val="000000"/>
          </a:solidFill>
          <a:latin typeface="Frutiger LT Com 55 Roman" pitchFamily="1" charset="0"/>
          <a:ea typeface="DejaVu Sans" charset="0"/>
          <a:cs typeface="DejaVu Sans" charset="0"/>
        </a:defRPr>
      </a:lvl7pPr>
      <a:lvl8pPr marL="3429000" indent="-228600" algn="l" defTabSz="449263" rtl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>
          <a:solidFill>
            <a:srgbClr val="000000"/>
          </a:solidFill>
          <a:latin typeface="Frutiger LT Com 55 Roman" pitchFamily="1" charset="0"/>
          <a:ea typeface="DejaVu Sans" charset="0"/>
          <a:cs typeface="DejaVu Sans" charset="0"/>
        </a:defRPr>
      </a:lvl8pPr>
      <a:lvl9pPr marL="3886200" indent="-228600" algn="l" defTabSz="449263" rtl="0" fontAlgn="base" hangingPunct="0">
        <a:lnSpc>
          <a:spcPct val="97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3200">
          <a:solidFill>
            <a:srgbClr val="000000"/>
          </a:solidFill>
          <a:latin typeface="Frutiger LT Com 55 Roman" pitchFamily="1" charset="0"/>
          <a:ea typeface="DejaVu Sans" charset="0"/>
          <a:cs typeface="DejaVu Sans" charset="0"/>
        </a:defRPr>
      </a:lvl9pPr>
    </p:titleStyle>
    <p:bodyStyle>
      <a:lvl1pPr marL="342900" indent="-342900" algn="l" defTabSz="449263" rtl="0" eaLnBrk="0" fontAlgn="base" hangingPunct="0">
        <a:lnSpc>
          <a:spcPct val="97000"/>
        </a:lnSpc>
        <a:spcBef>
          <a:spcPct val="0"/>
        </a:spcBef>
        <a:spcAft>
          <a:spcPts val="142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lnSpc>
          <a:spcPct val="97000"/>
        </a:lnSpc>
        <a:spcBef>
          <a:spcPct val="0"/>
        </a:spcBef>
        <a:spcAft>
          <a:spcPts val="1138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97000"/>
        </a:lnSpc>
        <a:spcBef>
          <a:spcPct val="0"/>
        </a:spcBef>
        <a:spcAft>
          <a:spcPts val="850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97000"/>
        </a:lnSpc>
        <a:spcBef>
          <a:spcPct val="0"/>
        </a:spcBef>
        <a:spcAft>
          <a:spcPts val="575"/>
        </a:spcAft>
        <a:buClr>
          <a:srgbClr val="000000"/>
        </a:buClr>
        <a:buSzPct val="100000"/>
        <a:buFont typeface="Times New Roman" panose="02020603050405020304" pitchFamily="18" charset="0"/>
        <a:defRPr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lnSpc>
          <a:spcPct val="9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anose="02020603050405020304" pitchFamily="18" charset="0"/>
        <a:defRPr sz="20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449263" rtl="0" fontAlgn="base" hangingPunct="0">
        <a:lnSpc>
          <a:spcPct val="9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6pPr>
      <a:lvl7pPr marL="2971800" indent="-228600" algn="l" defTabSz="449263" rtl="0" fontAlgn="base" hangingPunct="0">
        <a:lnSpc>
          <a:spcPct val="9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7pPr>
      <a:lvl8pPr marL="3429000" indent="-228600" algn="l" defTabSz="449263" rtl="0" fontAlgn="base" hangingPunct="0">
        <a:lnSpc>
          <a:spcPct val="9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8pPr>
      <a:lvl9pPr marL="3886200" indent="-228600" algn="l" defTabSz="449263" rtl="0" fontAlgn="base" hangingPunct="0">
        <a:lnSpc>
          <a:spcPct val="97000"/>
        </a:lnSpc>
        <a:spcBef>
          <a:spcPct val="0"/>
        </a:spcBef>
        <a:spcAft>
          <a:spcPts val="288"/>
        </a:spcAft>
        <a:buClr>
          <a:srgbClr val="000000"/>
        </a:buClr>
        <a:buSzPct val="100000"/>
        <a:buFont typeface="Times New Roman" pitchFamily="16" charset="0"/>
        <a:defRPr sz="2000">
          <a:solidFill>
            <a:srgbClr val="000000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5.xml"/><Relationship Id="rId1" Type="http://schemas.openxmlformats.org/officeDocument/2006/relationships/tags" Target="../tags/tag3.xml"/><Relationship Id="rId4" Type="http://schemas.openxmlformats.org/officeDocument/2006/relationships/image" Target="../media/image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5.xml"/><Relationship Id="rId1" Type="http://schemas.openxmlformats.org/officeDocument/2006/relationships/tags" Target="../tags/tag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25.xml"/><Relationship Id="rId1" Type="http://schemas.openxmlformats.org/officeDocument/2006/relationships/tags" Target="../tags/tag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6">
            <a:extLst>
              <a:ext uri="{FF2B5EF4-FFF2-40B4-BE49-F238E27FC236}">
                <a16:creationId xmlns:a16="http://schemas.microsoft.com/office/drawing/2014/main" id="{AF30F4A9-A7ED-CA4C-B222-9E5BC6A515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375" y="535319"/>
            <a:ext cx="8223250" cy="1066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Frutiger LT Com 45 Light" pitchFamily="1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Frutiger LT Com 45 Light" pitchFamily="1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Frutiger LT Com 45 Light" pitchFamily="1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Frutiger LT Com 45 Light" pitchFamily="1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Frutiger LT Com 45 Light" pitchFamily="1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Frutiger LT Com 45 Light" pitchFamily="1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Frutiger LT Com 45 Light" pitchFamily="1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Frutiger LT Com 45 Light" pitchFamily="1" charset="0"/>
              </a:defRPr>
            </a:lvl9pPr>
          </a:lstStyle>
          <a:p>
            <a:pPr algn="ctr" eaLnBrk="1" hangingPunct="1"/>
            <a:r>
              <a:rPr lang="de-DE" kern="0" dirty="0"/>
              <a:t>CNENGR 228</a:t>
            </a:r>
            <a:br>
              <a:rPr lang="de-DE" kern="0" dirty="0"/>
            </a:br>
            <a:r>
              <a:rPr lang="de-DE" kern="0" dirty="0"/>
              <a:t>Digital Electronics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C2FBA827-C5AD-694A-B0C2-B06B4B72766D}"/>
              </a:ext>
            </a:extLst>
          </p:cNvPr>
          <p:cNvSpPr txBox="1">
            <a:spLocks noChangeArrowheads="1"/>
          </p:cNvSpPr>
          <p:nvPr/>
        </p:nvSpPr>
        <p:spPr>
          <a:xfrm>
            <a:off x="460375" y="1601412"/>
            <a:ext cx="8223250" cy="913794"/>
          </a:xfrm>
          <a:prstGeom prst="rect">
            <a:avLst/>
          </a:prstGeom>
        </p:spPr>
        <p:txBody>
          <a:bodyPr/>
          <a:lstStyle>
            <a:lvl1pPr marL="342900" indent="-342900" algn="l" defTabSz="449263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49263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49263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49263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49263" rtl="0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49263" rtl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49263" rtl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49263" rtl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49263" rtl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itchFamily="16" charset="0"/>
              <a:defRPr sz="20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0"/>
              </a:spcAft>
            </a:pPr>
            <a:r>
              <a:rPr lang="en-GB" sz="2400" b="1" kern="0" dirty="0"/>
              <a:t>Lecture</a:t>
            </a:r>
            <a:r>
              <a:rPr lang="de-DE" sz="2400" b="1" kern="0" dirty="0"/>
              <a:t> 5 </a:t>
            </a:r>
            <a:r>
              <a:rPr lang="en-GB" sz="2400" b="1" kern="1200" dirty="0">
                <a:latin typeface="Frutiger LT Com 55 Roman" pitchFamily="1" charset="0"/>
              </a:rPr>
              <a:t>– VHDL Fundamentals 2</a:t>
            </a:r>
            <a:endParaRPr lang="en-GB" sz="2200" b="1" kern="0" dirty="0"/>
          </a:p>
          <a:p>
            <a:endParaRPr lang="en-GB" sz="2400" b="1" kern="1200" dirty="0">
              <a:latin typeface="Frutiger LT Com 55 Roman" pitchFamily="1" charset="0"/>
            </a:endParaRPr>
          </a:p>
          <a:p>
            <a:endParaRPr lang="en-GB" sz="2400" b="1" kern="1200" dirty="0">
              <a:latin typeface="Frutiger LT Com 55 Roman" pitchFamily="1" charset="0"/>
            </a:endParaRP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BCBFB196-6BA7-4D31-9732-45385E36AE87}"/>
              </a:ext>
            </a:extLst>
          </p:cNvPr>
          <p:cNvSpPr txBox="1">
            <a:spLocks/>
          </p:cNvSpPr>
          <p:nvPr/>
        </p:nvSpPr>
        <p:spPr bwMode="auto">
          <a:xfrm>
            <a:off x="1371600" y="3581299"/>
            <a:ext cx="6400800" cy="24367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tx2"/>
              </a:buClr>
              <a:buFont typeface="Wingdings" pitchFamily="1" charset="2"/>
              <a:defRPr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8288" indent="-2667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rgbClr val="FF0000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2pPr>
            <a:lvl3pPr marL="531813" indent="-261938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3pPr>
            <a:lvl4pPr marL="800100" indent="-266700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4pPr>
            <a:lvl5pPr marL="1079500" indent="-277813" algn="l" rtl="0" eaLnBrk="0" fontAlgn="base" hangingPunct="0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5pPr>
            <a:lvl6pPr marL="1536700" indent="-277813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6pPr>
            <a:lvl7pPr marL="1993900" indent="-277813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7pPr>
            <a:lvl8pPr marL="2451100" indent="-277813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8pPr>
            <a:lvl9pPr marL="2908300" indent="-277813" algn="l" rtl="0" fontAlgn="base">
              <a:spcBef>
                <a:spcPct val="0"/>
              </a:spcBef>
              <a:spcAft>
                <a:spcPct val="40000"/>
              </a:spcAft>
              <a:buClr>
                <a:schemeClr val="bg2"/>
              </a:buClr>
              <a:buFont typeface="Wingdings" pitchFamily="1" charset="2"/>
              <a:buChar char="n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algn="ctr"/>
            <a:r>
              <a:rPr lang="en-US" sz="2400" b="1" kern="0" dirty="0">
                <a:solidFill>
                  <a:schemeClr val="bg1">
                    <a:lumMod val="50000"/>
                  </a:schemeClr>
                </a:solidFill>
              </a:rPr>
              <a:t>Dr </a:t>
            </a:r>
            <a:r>
              <a:rPr lang="en-US" sz="2400" b="1" kern="0" dirty="0" err="1">
                <a:solidFill>
                  <a:schemeClr val="bg1">
                    <a:lumMod val="50000"/>
                  </a:schemeClr>
                </a:solidFill>
              </a:rPr>
              <a:t>Zhongming</a:t>
            </a:r>
            <a:r>
              <a:rPr lang="en-US" sz="2400" b="1" kern="0" dirty="0">
                <a:solidFill>
                  <a:schemeClr val="bg1">
                    <a:lumMod val="50000"/>
                  </a:schemeClr>
                </a:solidFill>
              </a:rPr>
              <a:t> Zhang</a:t>
            </a:r>
          </a:p>
          <a:p>
            <a:pPr algn="r"/>
            <a:endParaRPr lang="en-US" sz="1600" b="1" kern="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sz="2000" b="1" kern="0" dirty="0">
                <a:solidFill>
                  <a:schemeClr val="bg1">
                    <a:lumMod val="50000"/>
                  </a:schemeClr>
                </a:solidFill>
              </a:rPr>
              <a:t>School of Engineering</a:t>
            </a:r>
          </a:p>
          <a:p>
            <a:pPr algn="ctr"/>
            <a:r>
              <a:rPr lang="en-US" sz="2400" kern="0" dirty="0">
                <a:solidFill>
                  <a:schemeClr val="bg1">
                    <a:lumMod val="50000"/>
                  </a:schemeClr>
                </a:solidFill>
              </a:rPr>
              <a:t>Lancaster University</a:t>
            </a:r>
          </a:p>
        </p:txBody>
      </p:sp>
    </p:spTree>
  </p:cSld>
  <p:clrMapOvr>
    <a:masterClrMapping/>
  </p:clrMapOvr>
  <p:transition spd="med" advTm="9087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AutoShape 2">
            <a:extLst>
              <a:ext uri="{FF2B5EF4-FFF2-40B4-BE49-F238E27FC236}">
                <a16:creationId xmlns:a16="http://schemas.microsoft.com/office/drawing/2014/main" id="{B8B7D510-AAC4-1341-80B3-A7D8C04492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" y="534988"/>
            <a:ext cx="8223250" cy="914400"/>
          </a:xfrm>
          <a:custGeom>
            <a:avLst/>
            <a:gdLst>
              <a:gd name="T0" fmla="*/ 8223250 w 8223250"/>
              <a:gd name="T1" fmla="*/ 457200 h 914400"/>
              <a:gd name="T2" fmla="*/ 4111625 w 8223250"/>
              <a:gd name="T3" fmla="*/ 914400 h 914400"/>
              <a:gd name="T4" fmla="*/ 0 w 8223250"/>
              <a:gd name="T5" fmla="*/ 457200 h 914400"/>
              <a:gd name="T6" fmla="*/ 4111625 w 8223250"/>
              <a:gd name="T7" fmla="*/ 0 h 914400"/>
              <a:gd name="T8" fmla="*/ 0 60000 65536"/>
              <a:gd name="T9" fmla="*/ 5898240 60000 65536"/>
              <a:gd name="T10" fmla="*/ 11796480 60000 65536"/>
              <a:gd name="T11" fmla="*/ 17694720 60000 65536"/>
              <a:gd name="T12" fmla="*/ 0 w 8223250"/>
              <a:gd name="T13" fmla="*/ 0 h 914400"/>
              <a:gd name="T14" fmla="*/ 8223250 w 8223250"/>
              <a:gd name="T15" fmla="*/ 914400 h 9144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223250" h="914400">
                <a:moveTo>
                  <a:pt x="0" y="0"/>
                </a:moveTo>
                <a:lnTo>
                  <a:pt x="22842" y="0"/>
                </a:lnTo>
                <a:lnTo>
                  <a:pt x="22842" y="2540"/>
                </a:lnTo>
                <a:lnTo>
                  <a:pt x="0" y="254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>
              <a:lnSpc>
                <a:spcPct val="100000"/>
              </a:lnSpc>
              <a:spcAft>
                <a:spcPct val="0"/>
              </a:spcAft>
            </a:pPr>
            <a:r>
              <a:rPr lang="de-DE" altLang="en-US" sz="3200" b="1">
                <a:latin typeface="Frutiger LT Com 45 Light" charset="0"/>
              </a:rPr>
              <a:t>Course Outline</a:t>
            </a:r>
          </a:p>
        </p:txBody>
      </p:sp>
      <p:sp>
        <p:nvSpPr>
          <p:cNvPr id="5123" name="TextBox 2">
            <a:extLst>
              <a:ext uri="{FF2B5EF4-FFF2-40B4-BE49-F238E27FC236}">
                <a16:creationId xmlns:a16="http://schemas.microsoft.com/office/drawing/2014/main" id="{ADD3C1A4-1807-334D-973B-B8A6D3CEBF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28988" y="1758950"/>
            <a:ext cx="24860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1pPr>
            <a:lvl2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2pPr>
            <a:lvl3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3pPr>
            <a:lvl4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4pPr>
            <a:lvl5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9pPr>
          </a:lstStyle>
          <a:p>
            <a:pPr marL="0" lvl="1" indent="0" eaLnBrk="1">
              <a:spcAft>
                <a:spcPts val="725"/>
              </a:spcAft>
              <a:buClr>
                <a:srgbClr val="00B050"/>
              </a:buClr>
              <a:buSzPct val="100000"/>
            </a:pPr>
            <a:r>
              <a:rPr lang="de-DE" altLang="en-US" b="1">
                <a:solidFill>
                  <a:srgbClr val="0000FF"/>
                </a:solidFill>
                <a:latin typeface="TTE1F17478t00" charset="0"/>
              </a:rPr>
              <a:t>VHDL Design Units</a:t>
            </a:r>
          </a:p>
        </p:txBody>
      </p:sp>
      <p:cxnSp>
        <p:nvCxnSpPr>
          <p:cNvPr id="5124" name="Straight Arrow Connector 13">
            <a:extLst>
              <a:ext uri="{FF2B5EF4-FFF2-40B4-BE49-F238E27FC236}">
                <a16:creationId xmlns:a16="http://schemas.microsoft.com/office/drawing/2014/main" id="{1D923FFC-C69C-C243-B69F-41C86B01FA5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246688" y="2178050"/>
            <a:ext cx="1154112" cy="804863"/>
          </a:xfrm>
          <a:prstGeom prst="straightConnector1">
            <a:avLst/>
          </a:prstGeom>
          <a:noFill/>
          <a:ln w="349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25" name="TextBox 22">
            <a:extLst>
              <a:ext uri="{FF2B5EF4-FFF2-40B4-BE49-F238E27FC236}">
                <a16:creationId xmlns:a16="http://schemas.microsoft.com/office/drawing/2014/main" id="{942F9814-4FC8-BE40-95A4-C3A7EE66BC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2982913"/>
            <a:ext cx="109537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1pPr>
            <a:lvl2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2pPr>
            <a:lvl3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3pPr>
            <a:lvl4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4pPr>
            <a:lvl5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9pPr>
          </a:lstStyle>
          <a:p>
            <a:pPr marL="0" lvl="1" indent="0" eaLnBrk="1">
              <a:spcAft>
                <a:spcPts val="725"/>
              </a:spcAft>
              <a:buClr>
                <a:srgbClr val="00B050"/>
              </a:buClr>
              <a:buSzPct val="100000"/>
            </a:pPr>
            <a:r>
              <a:rPr lang="de-DE" altLang="en-US" b="1">
                <a:latin typeface="TTE1F17478t00" charset="0"/>
              </a:rPr>
              <a:t>Entity</a:t>
            </a:r>
          </a:p>
        </p:txBody>
      </p:sp>
      <p:cxnSp>
        <p:nvCxnSpPr>
          <p:cNvPr id="5126" name="Straight Arrow Connector 13">
            <a:extLst>
              <a:ext uri="{FF2B5EF4-FFF2-40B4-BE49-F238E27FC236}">
                <a16:creationId xmlns:a16="http://schemas.microsoft.com/office/drawing/2014/main" id="{07E320A1-D582-7840-818E-2331705157E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419600" y="2205038"/>
            <a:ext cx="14288" cy="919162"/>
          </a:xfrm>
          <a:prstGeom prst="straightConnector1">
            <a:avLst/>
          </a:prstGeom>
          <a:noFill/>
          <a:ln w="349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27" name="Straight Arrow Connector 13">
            <a:extLst>
              <a:ext uri="{FF2B5EF4-FFF2-40B4-BE49-F238E27FC236}">
                <a16:creationId xmlns:a16="http://schemas.microsoft.com/office/drawing/2014/main" id="{B618905A-AE26-0A49-A68E-CF60C828F776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455863" y="2205038"/>
            <a:ext cx="931862" cy="806450"/>
          </a:xfrm>
          <a:prstGeom prst="straightConnector1">
            <a:avLst/>
          </a:prstGeom>
          <a:noFill/>
          <a:ln w="349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28" name="TextBox 29">
            <a:extLst>
              <a:ext uri="{FF2B5EF4-FFF2-40B4-BE49-F238E27FC236}">
                <a16:creationId xmlns:a16="http://schemas.microsoft.com/office/drawing/2014/main" id="{6503956F-4FD0-1241-8EFF-5A23FB80E8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3800" y="3135313"/>
            <a:ext cx="1600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1pPr>
            <a:lvl2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2pPr>
            <a:lvl3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3pPr>
            <a:lvl4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4pPr>
            <a:lvl5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9pPr>
          </a:lstStyle>
          <a:p>
            <a:pPr marL="0" lvl="1" indent="0" eaLnBrk="1">
              <a:spcAft>
                <a:spcPts val="725"/>
              </a:spcAft>
              <a:buClr>
                <a:srgbClr val="00B050"/>
              </a:buClr>
              <a:buSzPct val="100000"/>
            </a:pPr>
            <a:r>
              <a:rPr lang="de-DE" altLang="en-US" b="1">
                <a:latin typeface="TTE1F17478t00" charset="0"/>
              </a:rPr>
              <a:t>Architecture</a:t>
            </a:r>
          </a:p>
        </p:txBody>
      </p:sp>
      <p:sp>
        <p:nvSpPr>
          <p:cNvPr id="5129" name="TextBox 30">
            <a:extLst>
              <a:ext uri="{FF2B5EF4-FFF2-40B4-BE49-F238E27FC236}">
                <a16:creationId xmlns:a16="http://schemas.microsoft.com/office/drawing/2014/main" id="{FAE2C953-EDD5-DB49-81B5-B18F8BA600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3048000"/>
            <a:ext cx="11509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1pPr>
            <a:lvl2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2pPr>
            <a:lvl3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3pPr>
            <a:lvl4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4pPr>
            <a:lvl5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9pPr>
          </a:lstStyle>
          <a:p>
            <a:pPr marL="0" lvl="1" indent="0" eaLnBrk="1">
              <a:spcAft>
                <a:spcPts val="725"/>
              </a:spcAft>
              <a:buClr>
                <a:srgbClr val="00B050"/>
              </a:buClr>
              <a:buSzPct val="100000"/>
            </a:pPr>
            <a:r>
              <a:rPr lang="de-DE" altLang="en-US" b="1">
                <a:latin typeface="TTE1F17478t00" charset="0"/>
              </a:rPr>
              <a:t>Library</a:t>
            </a:r>
          </a:p>
        </p:txBody>
      </p:sp>
      <p:cxnSp>
        <p:nvCxnSpPr>
          <p:cNvPr id="5130" name="Straight Arrow Connector 13">
            <a:extLst>
              <a:ext uri="{FF2B5EF4-FFF2-40B4-BE49-F238E27FC236}">
                <a16:creationId xmlns:a16="http://schemas.microsoft.com/office/drawing/2014/main" id="{AC42B1CF-D477-AE4F-9F7C-1F452C3377E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724400" y="3529013"/>
            <a:ext cx="1090613" cy="704850"/>
          </a:xfrm>
          <a:prstGeom prst="straightConnector1">
            <a:avLst/>
          </a:prstGeom>
          <a:noFill/>
          <a:ln w="349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131" name="Straight Arrow Connector 13">
            <a:extLst>
              <a:ext uri="{FF2B5EF4-FFF2-40B4-BE49-F238E27FC236}">
                <a16:creationId xmlns:a16="http://schemas.microsoft.com/office/drawing/2014/main" id="{2A919DC6-E4AB-044A-994E-C54AD78C74AB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200400" y="3536950"/>
            <a:ext cx="931863" cy="806450"/>
          </a:xfrm>
          <a:prstGeom prst="straightConnector1">
            <a:avLst/>
          </a:prstGeom>
          <a:noFill/>
          <a:ln w="349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32" name="TextBox 34">
            <a:extLst>
              <a:ext uri="{FF2B5EF4-FFF2-40B4-BE49-F238E27FC236}">
                <a16:creationId xmlns:a16="http://schemas.microsoft.com/office/drawing/2014/main" id="{BBA89DB4-7403-2F41-A9B6-2BE7BE8C8B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0" y="4354513"/>
            <a:ext cx="1447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1pPr>
            <a:lvl2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2pPr>
            <a:lvl3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3pPr>
            <a:lvl4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4pPr>
            <a:lvl5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9pPr>
          </a:lstStyle>
          <a:p>
            <a:pPr marL="0" lvl="1" indent="0" eaLnBrk="1">
              <a:spcAft>
                <a:spcPts val="725"/>
              </a:spcAft>
              <a:buClr>
                <a:srgbClr val="00B050"/>
              </a:buClr>
              <a:buSzPct val="100000"/>
            </a:pPr>
            <a:r>
              <a:rPr lang="de-DE" altLang="en-US" b="1">
                <a:latin typeface="TTE1F17478t00" charset="0"/>
              </a:rPr>
              <a:t>Structural</a:t>
            </a:r>
          </a:p>
        </p:txBody>
      </p:sp>
      <p:sp>
        <p:nvSpPr>
          <p:cNvPr id="5133" name="TextBox 35">
            <a:extLst>
              <a:ext uri="{FF2B5EF4-FFF2-40B4-BE49-F238E27FC236}">
                <a16:creationId xmlns:a16="http://schemas.microsoft.com/office/drawing/2014/main" id="{920ADCC4-8385-844A-9741-493DDF2D1E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4354513"/>
            <a:ext cx="1447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1pPr>
            <a:lvl2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2pPr>
            <a:lvl3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3pPr>
            <a:lvl4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4pPr>
            <a:lvl5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9pPr>
          </a:lstStyle>
          <a:p>
            <a:pPr marL="0" lvl="1" indent="0" eaLnBrk="1">
              <a:spcAft>
                <a:spcPts val="725"/>
              </a:spcAft>
              <a:buClr>
                <a:srgbClr val="00B050"/>
              </a:buClr>
              <a:buSzPct val="100000"/>
            </a:pPr>
            <a:r>
              <a:rPr lang="de-DE" altLang="en-US" b="1">
                <a:solidFill>
                  <a:srgbClr val="FF0000"/>
                </a:solidFill>
                <a:latin typeface="TTE1F17478t00" charset="0"/>
              </a:rPr>
              <a:t>Behavioral</a:t>
            </a:r>
          </a:p>
        </p:txBody>
      </p:sp>
      <p:cxnSp>
        <p:nvCxnSpPr>
          <p:cNvPr id="5134" name="Straight Arrow Connector 13">
            <a:extLst>
              <a:ext uri="{FF2B5EF4-FFF2-40B4-BE49-F238E27FC236}">
                <a16:creationId xmlns:a16="http://schemas.microsoft.com/office/drawing/2014/main" id="{47A939E7-BC36-CC47-88AF-0E8CF44097A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995988" y="4781550"/>
            <a:ext cx="862012" cy="628650"/>
          </a:xfrm>
          <a:prstGeom prst="straightConnector1">
            <a:avLst/>
          </a:prstGeom>
          <a:noFill/>
          <a:ln w="349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35" name="Rectangle 9">
            <a:extLst>
              <a:ext uri="{FF2B5EF4-FFF2-40B4-BE49-F238E27FC236}">
                <a16:creationId xmlns:a16="http://schemas.microsoft.com/office/drawing/2014/main" id="{D7607E02-96FF-264B-9CED-D7BEE374A3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64250" y="5486400"/>
            <a:ext cx="22542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de-DE" altLang="en-US" b="1">
                <a:solidFill>
                  <a:srgbClr val="FF0000"/>
                </a:solidFill>
                <a:latin typeface="TTE1F17478t00" charset="0"/>
              </a:rPr>
              <a:t>Concurent</a:t>
            </a:r>
          </a:p>
          <a:p>
            <a:pPr algn="ctr"/>
            <a:r>
              <a:rPr lang="de-DE" altLang="en-US" b="1">
                <a:solidFill>
                  <a:srgbClr val="FF0000"/>
                </a:solidFill>
                <a:latin typeface="TTE1F17478t00" charset="0"/>
              </a:rPr>
              <a:t>Signal Assignment</a:t>
            </a:r>
            <a:endParaRPr lang="en-GB" altLang="en-US">
              <a:solidFill>
                <a:srgbClr val="FF0000"/>
              </a:solidFill>
            </a:endParaRPr>
          </a:p>
        </p:txBody>
      </p:sp>
      <p:cxnSp>
        <p:nvCxnSpPr>
          <p:cNvPr id="5136" name="Straight Arrow Connector 13">
            <a:extLst>
              <a:ext uri="{FF2B5EF4-FFF2-40B4-BE49-F238E27FC236}">
                <a16:creationId xmlns:a16="http://schemas.microsoft.com/office/drawing/2014/main" id="{B65E9FEF-861D-A244-ACCB-2F26E95D9940}"/>
              </a:ext>
            </a:extLst>
          </p:cNvPr>
          <p:cNvCxnSpPr>
            <a:cxnSpLocks noChangeShapeType="1"/>
            <a:endCxn id="5137" idx="0"/>
          </p:cNvCxnSpPr>
          <p:nvPr/>
        </p:nvCxnSpPr>
        <p:spPr bwMode="auto">
          <a:xfrm flipH="1">
            <a:off x="4775200" y="4800600"/>
            <a:ext cx="690563" cy="649288"/>
          </a:xfrm>
          <a:prstGeom prst="straightConnector1">
            <a:avLst/>
          </a:prstGeom>
          <a:noFill/>
          <a:ln w="349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137" name="Rectangle 19">
            <a:extLst>
              <a:ext uri="{FF2B5EF4-FFF2-40B4-BE49-F238E27FC236}">
                <a16:creationId xmlns:a16="http://schemas.microsoft.com/office/drawing/2014/main" id="{535EF454-9F91-C241-966E-4184C39C4E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49663" y="5449888"/>
            <a:ext cx="2252662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de-DE" altLang="en-US" b="1">
                <a:latin typeface="TTE1F17478t00" charset="0"/>
              </a:rPr>
              <a:t>Sequential</a:t>
            </a:r>
          </a:p>
          <a:p>
            <a:pPr algn="ctr"/>
            <a:r>
              <a:rPr lang="de-DE" altLang="en-US" b="1">
                <a:latin typeface="TTE1F17478t00" charset="0"/>
              </a:rPr>
              <a:t>Signal Assignment</a:t>
            </a:r>
            <a:endParaRPr lang="en-GB" altLang="en-US"/>
          </a:p>
        </p:txBody>
      </p:sp>
    </p:spTree>
  </p:cSld>
  <p:clrMapOvr>
    <a:masterClrMapping/>
  </p:clrMapOvr>
  <p:transition spd="med" advTm="68095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AE4EBF2-D1B0-D545-A02C-446690B6B8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0375" y="1906588"/>
            <a:ext cx="8223250" cy="3959225"/>
          </a:xfrm>
        </p:spPr>
        <p:txBody>
          <a:bodyPr/>
          <a:lstStyle/>
          <a:p>
            <a:pPr eaLnBrk="1">
              <a:lnSpc>
                <a:spcPct val="100000"/>
              </a:lnSpc>
              <a:spcAft>
                <a:spcPts val="725"/>
              </a:spcAft>
              <a:defRPr/>
            </a:pPr>
            <a:endParaRPr lang="de-DE" altLang="en-US" b="1" dirty="0">
              <a:latin typeface="TTE1F17478t00" charset="0"/>
            </a:endParaRPr>
          </a:p>
          <a:p>
            <a:pPr marL="268288" lvl="1" indent="-268288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buFont typeface="Wingdings" pitchFamily="1" charset="2"/>
              <a:buChar char="n"/>
              <a:defRPr/>
            </a:pPr>
            <a:r>
              <a:rPr lang="de-DE" altLang="en-US" sz="2000" dirty="0"/>
              <a:t>Operators in VHDL language</a:t>
            </a:r>
          </a:p>
          <a:p>
            <a:pPr marL="268288" lvl="1" indent="-268288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buFont typeface="Wingdings" pitchFamily="1" charset="2"/>
              <a:buChar char="n"/>
              <a:defRPr/>
            </a:pPr>
            <a:r>
              <a:rPr lang="de-DE" altLang="en-US" sz="2000" dirty="0"/>
              <a:t>VHDL Statements-</a:t>
            </a:r>
            <a:r>
              <a:rPr lang="de-DE" altLang="en-US" sz="2000" dirty="0" err="1"/>
              <a:t>Concurrent</a:t>
            </a:r>
            <a:r>
              <a:rPr lang="de-DE" altLang="en-US" sz="2000" dirty="0"/>
              <a:t> signal assignment</a:t>
            </a:r>
          </a:p>
          <a:p>
            <a:pPr marL="268288" lvl="1" indent="-268288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buFont typeface="Wingdings" pitchFamily="1" charset="2"/>
              <a:buChar char="n"/>
              <a:defRPr/>
            </a:pPr>
            <a:r>
              <a:rPr lang="de-DE" altLang="en-US" sz="2000" dirty="0"/>
              <a:t>Behavioral vs Structural description of architecutre</a:t>
            </a:r>
          </a:p>
          <a:p>
            <a:pPr marL="0" lvl="1" indent="0">
              <a:buClr>
                <a:srgbClr val="00B050"/>
              </a:buClr>
              <a:defRPr/>
            </a:pPr>
            <a:endParaRPr lang="en-GB" sz="2000" dirty="0"/>
          </a:p>
        </p:txBody>
      </p:sp>
      <p:sp>
        <p:nvSpPr>
          <p:cNvPr id="6147" name="Rectangle 1">
            <a:extLst>
              <a:ext uri="{FF2B5EF4-FFF2-40B4-BE49-F238E27FC236}">
                <a16:creationId xmlns:a16="http://schemas.microsoft.com/office/drawing/2014/main" id="{BB126B16-27FB-4144-BD2A-7EB917AF5636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460375" y="534988"/>
            <a:ext cx="8223250" cy="914400"/>
          </a:xfrm>
        </p:spPr>
        <p:txBody>
          <a:bodyPr/>
          <a:lstStyle/>
          <a:p>
            <a:pPr eaLnBrk="1">
              <a:lnSpc>
                <a:spcPct val="100000"/>
              </a:lnSpc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</a:pPr>
            <a:r>
              <a:rPr lang="de-DE" altLang="en-US" b="1">
                <a:latin typeface="Frutiger LT Com 45 Light" charset="0"/>
              </a:rPr>
              <a:t>Objectives</a:t>
            </a:r>
          </a:p>
        </p:txBody>
      </p:sp>
      <p:sp>
        <p:nvSpPr>
          <p:cNvPr id="6148" name="Text Box 3">
            <a:extLst>
              <a:ext uri="{FF2B5EF4-FFF2-40B4-BE49-F238E27FC236}">
                <a16:creationId xmlns:a16="http://schemas.microsoft.com/office/drawing/2014/main" id="{B488A7E6-19F3-324A-854D-48297DEEFF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6788" y="6323013"/>
            <a:ext cx="21336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algn="ctr" eaLnBrk="1">
              <a:lnSpc>
                <a:spcPct val="100000"/>
              </a:lnSpc>
              <a:spcAft>
                <a:spcPct val="0"/>
              </a:spcAft>
            </a:pPr>
            <a:fld id="{02EB138F-3FA3-7E44-B236-44CB9CCCF04C}" type="slidenum">
              <a:rPr lang="de-DE" altLang="en-US" sz="1200">
                <a:solidFill>
                  <a:srgbClr val="B2B2B2"/>
                </a:solidFill>
              </a:rPr>
              <a:pPr algn="ctr" eaLnBrk="1">
                <a:lnSpc>
                  <a:spcPct val="100000"/>
                </a:lnSpc>
                <a:spcAft>
                  <a:spcPct val="0"/>
                </a:spcAft>
              </a:pPr>
              <a:t>3</a:t>
            </a:fld>
            <a:endParaRPr lang="de-DE" altLang="en-US" sz="1200">
              <a:solidFill>
                <a:srgbClr val="B2B2B2"/>
              </a:solidFill>
            </a:endParaRPr>
          </a:p>
        </p:txBody>
      </p:sp>
    </p:spTree>
  </p:cSld>
  <p:clrMapOvr>
    <a:masterClrMapping/>
  </p:clrMapOvr>
  <p:transition spd="med" advTm="20573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AutoShape 2">
            <a:extLst>
              <a:ext uri="{FF2B5EF4-FFF2-40B4-BE49-F238E27FC236}">
                <a16:creationId xmlns:a16="http://schemas.microsoft.com/office/drawing/2014/main" id="{07012CAE-1E68-CD4F-933C-5858C5569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" y="534988"/>
            <a:ext cx="8223250" cy="914400"/>
          </a:xfrm>
          <a:custGeom>
            <a:avLst/>
            <a:gdLst>
              <a:gd name="T0" fmla="*/ 8223250 w 8223250"/>
              <a:gd name="T1" fmla="*/ 457200 h 914400"/>
              <a:gd name="T2" fmla="*/ 4111625 w 8223250"/>
              <a:gd name="T3" fmla="*/ 914400 h 914400"/>
              <a:gd name="T4" fmla="*/ 0 w 8223250"/>
              <a:gd name="T5" fmla="*/ 457200 h 914400"/>
              <a:gd name="T6" fmla="*/ 4111625 w 8223250"/>
              <a:gd name="T7" fmla="*/ 0 h 914400"/>
              <a:gd name="T8" fmla="*/ 0 60000 65536"/>
              <a:gd name="T9" fmla="*/ 5898240 60000 65536"/>
              <a:gd name="T10" fmla="*/ 11796480 60000 65536"/>
              <a:gd name="T11" fmla="*/ 17694720 60000 65536"/>
              <a:gd name="T12" fmla="*/ 0 w 8223250"/>
              <a:gd name="T13" fmla="*/ 0 h 914400"/>
              <a:gd name="T14" fmla="*/ 8223250 w 8223250"/>
              <a:gd name="T15" fmla="*/ 914400 h 9144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223250" h="914400">
                <a:moveTo>
                  <a:pt x="0" y="0"/>
                </a:moveTo>
                <a:lnTo>
                  <a:pt x="22842" y="0"/>
                </a:lnTo>
                <a:lnTo>
                  <a:pt x="22842" y="2540"/>
                </a:lnTo>
                <a:lnTo>
                  <a:pt x="0" y="254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>
              <a:lnSpc>
                <a:spcPct val="100000"/>
              </a:lnSpc>
              <a:spcAft>
                <a:spcPct val="0"/>
              </a:spcAft>
            </a:pPr>
            <a:r>
              <a:rPr lang="de-DE" altLang="en-US" sz="3200" b="1">
                <a:latin typeface="Frutiger LT Com 45 Light" charset="0"/>
              </a:rPr>
              <a:t>VHDL Operators</a:t>
            </a:r>
          </a:p>
        </p:txBody>
      </p:sp>
      <p:sp>
        <p:nvSpPr>
          <p:cNvPr id="7171" name="Rectangle 4">
            <a:extLst>
              <a:ext uri="{FF2B5EF4-FFF2-40B4-BE49-F238E27FC236}">
                <a16:creationId xmlns:a16="http://schemas.microsoft.com/office/drawing/2014/main" id="{BC6AC4FE-059F-B744-AF9C-62403233E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7450" y="2133600"/>
            <a:ext cx="12668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de-DE" altLang="en-US" sz="2000" b="1">
                <a:solidFill>
                  <a:srgbClr val="0000FF"/>
                </a:solidFill>
                <a:latin typeface="TTE1F17478t00" charset="0"/>
              </a:rPr>
              <a:t>Operator</a:t>
            </a:r>
            <a:endParaRPr lang="en-GB" altLang="en-US" sz="2000">
              <a:solidFill>
                <a:srgbClr val="FF0000"/>
              </a:solidFill>
            </a:endParaRPr>
          </a:p>
        </p:txBody>
      </p:sp>
      <p:cxnSp>
        <p:nvCxnSpPr>
          <p:cNvPr id="7172" name="Straight Arrow Connector 6">
            <a:extLst>
              <a:ext uri="{FF2B5EF4-FFF2-40B4-BE49-F238E27FC236}">
                <a16:creationId xmlns:a16="http://schemas.microsoft.com/office/drawing/2014/main" id="{99ABFBFF-1CBA-9F43-98D5-B84FA9AB51E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929188" y="2492375"/>
            <a:ext cx="2538412" cy="971550"/>
          </a:xfrm>
          <a:prstGeom prst="straightConnector1">
            <a:avLst/>
          </a:prstGeom>
          <a:noFill/>
          <a:ln w="349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173" name="Straight Arrow Connector 7">
            <a:extLst>
              <a:ext uri="{FF2B5EF4-FFF2-40B4-BE49-F238E27FC236}">
                <a16:creationId xmlns:a16="http://schemas.microsoft.com/office/drawing/2014/main" id="{C91196C8-5EC0-C741-9500-A28C2C51949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710113" y="2644775"/>
            <a:ext cx="1166812" cy="1355725"/>
          </a:xfrm>
          <a:prstGeom prst="straightConnector1">
            <a:avLst/>
          </a:prstGeom>
          <a:noFill/>
          <a:ln w="349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174" name="Straight Arrow Connector 13">
            <a:extLst>
              <a:ext uri="{FF2B5EF4-FFF2-40B4-BE49-F238E27FC236}">
                <a16:creationId xmlns:a16="http://schemas.microsoft.com/office/drawing/2014/main" id="{5F116FD8-FE26-9A4E-B2CA-B4850388DF4D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196975" y="2490788"/>
            <a:ext cx="2582863" cy="1300162"/>
          </a:xfrm>
          <a:prstGeom prst="straightConnector1">
            <a:avLst/>
          </a:prstGeom>
          <a:noFill/>
          <a:ln w="349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175" name="Rectangle 23">
            <a:extLst>
              <a:ext uri="{FF2B5EF4-FFF2-40B4-BE49-F238E27FC236}">
                <a16:creationId xmlns:a16="http://schemas.microsoft.com/office/drawing/2014/main" id="{169BDF17-1850-9D45-8B96-A51ED206F0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943350"/>
            <a:ext cx="8826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de-DE" altLang="en-US" sz="2000" b="1">
                <a:latin typeface="TTE1F17478t00" charset="0"/>
              </a:rPr>
              <a:t>Name</a:t>
            </a:r>
            <a:endParaRPr lang="en-GB" altLang="en-US" sz="2000" b="1">
              <a:latin typeface="TTE1F17478t00" charset="0"/>
            </a:endParaRPr>
          </a:p>
        </p:txBody>
      </p:sp>
      <p:sp>
        <p:nvSpPr>
          <p:cNvPr id="7176" name="Rectangle 24">
            <a:extLst>
              <a:ext uri="{FF2B5EF4-FFF2-40B4-BE49-F238E27FC236}">
                <a16:creationId xmlns:a16="http://schemas.microsoft.com/office/drawing/2014/main" id="{96443127-E783-794F-816B-39EB5C5644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81613" y="4038600"/>
            <a:ext cx="165258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de-DE" altLang="en-US" sz="2000" b="1">
                <a:latin typeface="TTE1F17478t00" charset="0"/>
              </a:rPr>
              <a:t>Type </a:t>
            </a:r>
          </a:p>
          <a:p>
            <a:pPr algn="ctr"/>
            <a:r>
              <a:rPr lang="de-DE" altLang="en-US" sz="2000" b="1">
                <a:latin typeface="TTE1F17478t00" charset="0"/>
              </a:rPr>
              <a:t>of operands</a:t>
            </a:r>
            <a:endParaRPr lang="en-GB" altLang="en-US" sz="2000" b="1">
              <a:latin typeface="TTE1F17478t00" charset="0"/>
            </a:endParaRPr>
          </a:p>
        </p:txBody>
      </p:sp>
      <p:sp>
        <p:nvSpPr>
          <p:cNvPr id="7177" name="Rectangle 25">
            <a:extLst>
              <a:ext uri="{FF2B5EF4-FFF2-40B4-BE49-F238E27FC236}">
                <a16:creationId xmlns:a16="http://schemas.microsoft.com/office/drawing/2014/main" id="{9C38CD1B-768E-9B45-89AC-00691D6103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3635375"/>
            <a:ext cx="19208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de-DE" altLang="en-US" sz="2000" b="1">
                <a:latin typeface="TTE1F17478t00" charset="0"/>
              </a:rPr>
              <a:t>Type </a:t>
            </a:r>
          </a:p>
          <a:p>
            <a:pPr algn="ctr"/>
            <a:r>
              <a:rPr lang="de-DE" altLang="en-US" sz="2000" b="1">
                <a:latin typeface="TTE1F17478t00" charset="0"/>
              </a:rPr>
              <a:t>of result value</a:t>
            </a:r>
            <a:endParaRPr lang="en-GB" altLang="en-US" sz="2000" b="1">
              <a:latin typeface="TTE1F17478t00" charset="0"/>
            </a:endParaRPr>
          </a:p>
        </p:txBody>
      </p:sp>
      <p:cxnSp>
        <p:nvCxnSpPr>
          <p:cNvPr id="7178" name="Straight Arrow Connector 53">
            <a:extLst>
              <a:ext uri="{FF2B5EF4-FFF2-40B4-BE49-F238E27FC236}">
                <a16:creationId xmlns:a16="http://schemas.microsoft.com/office/drawing/2014/main" id="{283D2693-98A2-4045-B8CE-E6E980893ED6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528888" y="2667000"/>
            <a:ext cx="1463675" cy="1568450"/>
          </a:xfrm>
          <a:prstGeom prst="straightConnector1">
            <a:avLst/>
          </a:prstGeom>
          <a:noFill/>
          <a:ln w="349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179" name="Rectangle 54">
            <a:extLst>
              <a:ext uri="{FF2B5EF4-FFF2-40B4-BE49-F238E27FC236}">
                <a16:creationId xmlns:a16="http://schemas.microsoft.com/office/drawing/2014/main" id="{127456CB-9910-234F-A789-50F2524844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95488" y="4191000"/>
            <a:ext cx="126841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de-DE" altLang="en-US" sz="2000" b="1">
                <a:latin typeface="TTE1F17478t00" charset="0"/>
              </a:rPr>
              <a:t>Function</a:t>
            </a:r>
            <a:endParaRPr lang="en-GB" altLang="en-US" sz="2000" b="1">
              <a:latin typeface="TTE1F17478t00" charset="0"/>
            </a:endParaRPr>
          </a:p>
        </p:txBody>
      </p:sp>
      <p:cxnSp>
        <p:nvCxnSpPr>
          <p:cNvPr id="7180" name="Straight Arrow Connector 7">
            <a:extLst>
              <a:ext uri="{FF2B5EF4-FFF2-40B4-BE49-F238E27FC236}">
                <a16:creationId xmlns:a16="http://schemas.microsoft.com/office/drawing/2014/main" id="{CB526410-DB80-474C-A749-24B7731B1F48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413250" y="2797175"/>
            <a:ext cx="0" cy="1393825"/>
          </a:xfrm>
          <a:prstGeom prst="straightConnector1">
            <a:avLst/>
          </a:prstGeom>
          <a:noFill/>
          <a:ln w="349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181" name="Rectangle 24">
            <a:extLst>
              <a:ext uri="{FF2B5EF4-FFF2-40B4-BE49-F238E27FC236}">
                <a16:creationId xmlns:a16="http://schemas.microsoft.com/office/drawing/2014/main" id="{594D2947-54F2-EF4F-8AC1-6D4CD1C61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2650" y="4191000"/>
            <a:ext cx="165258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de-DE" altLang="en-US" sz="2000" b="1">
                <a:latin typeface="TTE1F17478t00" charset="0"/>
              </a:rPr>
              <a:t>Number</a:t>
            </a:r>
          </a:p>
          <a:p>
            <a:pPr algn="ctr"/>
            <a:r>
              <a:rPr lang="de-DE" altLang="en-US" sz="2000" b="1">
                <a:latin typeface="TTE1F17478t00" charset="0"/>
              </a:rPr>
              <a:t>of operands</a:t>
            </a:r>
            <a:endParaRPr lang="en-GB" altLang="en-US" sz="2000" b="1">
              <a:latin typeface="TTE1F17478t00" charset="0"/>
            </a:endParaRPr>
          </a:p>
        </p:txBody>
      </p:sp>
      <p:sp>
        <p:nvSpPr>
          <p:cNvPr id="7182" name="Text Box 3">
            <a:extLst>
              <a:ext uri="{FF2B5EF4-FFF2-40B4-BE49-F238E27FC236}">
                <a16:creationId xmlns:a16="http://schemas.microsoft.com/office/drawing/2014/main" id="{C0F933D9-FAA0-9B49-A000-958D3C0817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6788" y="6323013"/>
            <a:ext cx="21336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algn="ctr" eaLnBrk="1">
              <a:lnSpc>
                <a:spcPct val="100000"/>
              </a:lnSpc>
              <a:spcAft>
                <a:spcPct val="0"/>
              </a:spcAft>
            </a:pPr>
            <a:r>
              <a:rPr lang="de-DE" altLang="en-US" sz="1200">
                <a:solidFill>
                  <a:srgbClr val="B2B2B2"/>
                </a:solidFill>
              </a:rPr>
              <a:t>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0739E6-6595-6047-BBD6-0011A1F21C12}"/>
              </a:ext>
            </a:extLst>
          </p:cNvPr>
          <p:cNvSpPr txBox="1"/>
          <p:nvPr/>
        </p:nvSpPr>
        <p:spPr>
          <a:xfrm>
            <a:off x="533400" y="5663684"/>
            <a:ext cx="78791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Good reference: http://</a:t>
            </a:r>
            <a:r>
              <a:rPr lang="en-GB" dirty="0" err="1"/>
              <a:t>www.vhdl.renerta.com</a:t>
            </a:r>
            <a:r>
              <a:rPr lang="en-GB" dirty="0"/>
              <a:t>/mobile/source/vhd00047.htm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287"/>
    </mc:Choice>
    <mc:Fallback xmlns="">
      <p:transition spd="slow" advTm="26287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AutoShape 2">
            <a:extLst>
              <a:ext uri="{FF2B5EF4-FFF2-40B4-BE49-F238E27FC236}">
                <a16:creationId xmlns:a16="http://schemas.microsoft.com/office/drawing/2014/main" id="{9B27AC54-99FE-9A4F-A5DD-EE9E323FD5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" y="534988"/>
            <a:ext cx="8223250" cy="914400"/>
          </a:xfrm>
          <a:custGeom>
            <a:avLst/>
            <a:gdLst>
              <a:gd name="T0" fmla="*/ 8223250 w 8223250"/>
              <a:gd name="T1" fmla="*/ 457200 h 914400"/>
              <a:gd name="T2" fmla="*/ 4111625 w 8223250"/>
              <a:gd name="T3" fmla="*/ 914400 h 914400"/>
              <a:gd name="T4" fmla="*/ 0 w 8223250"/>
              <a:gd name="T5" fmla="*/ 457200 h 914400"/>
              <a:gd name="T6" fmla="*/ 4111625 w 8223250"/>
              <a:gd name="T7" fmla="*/ 0 h 914400"/>
              <a:gd name="T8" fmla="*/ 0 60000 65536"/>
              <a:gd name="T9" fmla="*/ 5898240 60000 65536"/>
              <a:gd name="T10" fmla="*/ 11796480 60000 65536"/>
              <a:gd name="T11" fmla="*/ 17694720 60000 65536"/>
              <a:gd name="T12" fmla="*/ 0 w 8223250"/>
              <a:gd name="T13" fmla="*/ 0 h 914400"/>
              <a:gd name="T14" fmla="*/ 8223250 w 8223250"/>
              <a:gd name="T15" fmla="*/ 914400 h 9144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223250" h="914400">
                <a:moveTo>
                  <a:pt x="0" y="0"/>
                </a:moveTo>
                <a:lnTo>
                  <a:pt x="22842" y="0"/>
                </a:lnTo>
                <a:lnTo>
                  <a:pt x="22842" y="2540"/>
                </a:lnTo>
                <a:lnTo>
                  <a:pt x="0" y="254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>
              <a:lnSpc>
                <a:spcPct val="100000"/>
              </a:lnSpc>
              <a:spcAft>
                <a:spcPct val="0"/>
              </a:spcAft>
            </a:pPr>
            <a:r>
              <a:rPr lang="de-DE" altLang="en-US" sz="3200" b="1">
                <a:latin typeface="Frutiger LT Com 45 Light" charset="0"/>
              </a:rPr>
              <a:t>VHDL Operators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90503FE-04B9-5043-9849-97F8972BEF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0375" y="1906588"/>
            <a:ext cx="8223250" cy="3959225"/>
          </a:xfrm>
        </p:spPr>
        <p:txBody>
          <a:bodyPr/>
          <a:lstStyle/>
          <a:p>
            <a:pPr marL="268288" lvl="1" indent="-268288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buFont typeface="Wingdings" pitchFamily="1" charset="2"/>
              <a:buChar char="n"/>
              <a:defRPr/>
            </a:pPr>
            <a:r>
              <a:rPr lang="de-DE" altLang="en-US" sz="2000" dirty="0"/>
              <a:t>Logical operator</a:t>
            </a:r>
          </a:p>
          <a:p>
            <a:pPr marL="268288" lvl="1" indent="-268288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buFont typeface="Wingdings" pitchFamily="1" charset="2"/>
              <a:buChar char="n"/>
              <a:defRPr/>
            </a:pPr>
            <a:endParaRPr lang="de-DE" altLang="en-US" sz="2000" dirty="0"/>
          </a:p>
          <a:p>
            <a:pPr marL="268288" lvl="1" indent="-268288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buFont typeface="Wingdings" pitchFamily="1" charset="2"/>
              <a:buChar char="n"/>
              <a:defRPr/>
            </a:pPr>
            <a:endParaRPr lang="de-DE" altLang="en-US" sz="2000" dirty="0"/>
          </a:p>
          <a:p>
            <a:pPr marL="268288" lvl="1" indent="-268288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buFont typeface="Wingdings" pitchFamily="1" charset="2"/>
              <a:buChar char="n"/>
              <a:defRPr/>
            </a:pPr>
            <a:endParaRPr lang="de-DE" altLang="en-US" sz="2000" dirty="0"/>
          </a:p>
          <a:p>
            <a:pPr marL="268288" lvl="1" indent="-268288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buFont typeface="Wingdings" pitchFamily="1" charset="2"/>
              <a:buChar char="n"/>
              <a:defRPr/>
            </a:pPr>
            <a:endParaRPr lang="de-DE" altLang="en-US" sz="2000" dirty="0"/>
          </a:p>
          <a:p>
            <a:pPr marL="268288" lvl="1" indent="-268288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buFont typeface="Wingdings" pitchFamily="1" charset="2"/>
              <a:buChar char="n"/>
              <a:defRPr/>
            </a:pPr>
            <a:endParaRPr lang="de-DE" altLang="en-US" sz="2000" dirty="0"/>
          </a:p>
          <a:p>
            <a:pPr marL="268288" lvl="1" indent="-268288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buFont typeface="Wingdings" pitchFamily="1" charset="2"/>
              <a:buChar char="n"/>
              <a:defRPr/>
            </a:pPr>
            <a:r>
              <a:rPr lang="de-DE" altLang="en-US" sz="2000" dirty="0"/>
              <a:t>AND, OR, XOR and XNOR can each be chained.</a:t>
            </a:r>
          </a:p>
          <a:p>
            <a:pPr marL="268288" lvl="1" indent="-268288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buFont typeface="Wingdings" pitchFamily="1" charset="2"/>
              <a:buChar char="n"/>
              <a:defRPr/>
            </a:pPr>
            <a:r>
              <a:rPr lang="en-GB" sz="2000" dirty="0"/>
              <a:t>Use parentheses for mixed operators and chained NAND/NOR.</a:t>
            </a:r>
          </a:p>
          <a:p>
            <a:pPr marL="268288" lvl="1" indent="-268288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buFont typeface="Wingdings" pitchFamily="1" charset="2"/>
              <a:buChar char="n"/>
              <a:defRPr/>
            </a:pPr>
            <a:r>
              <a:rPr lang="en-GB" sz="2000" dirty="0"/>
              <a:t>VHDL-93 array operands: same type and length</a:t>
            </a:r>
            <a:endParaRPr lang="de-DE" altLang="en-US" sz="2000" dirty="0"/>
          </a:p>
          <a:p>
            <a:pPr marL="0" lvl="1" indent="0">
              <a:buClr>
                <a:srgbClr val="00B050"/>
              </a:buClr>
              <a:defRPr/>
            </a:pPr>
            <a:endParaRPr lang="en-GB" sz="20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3E5DE82-589C-F94A-B773-02E29554E82D}"/>
              </a:ext>
            </a:extLst>
          </p:cNvPr>
          <p:cNvGraphicFramePr>
            <a:graphicFrameLocks noGrp="1"/>
          </p:cNvGraphicFramePr>
          <p:nvPr/>
        </p:nvGraphicFramePr>
        <p:xfrm>
          <a:off x="1600200" y="2362200"/>
          <a:ext cx="4876800" cy="1854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“1010” </a:t>
                      </a:r>
                      <a:r>
                        <a:rPr lang="en-GB" b="1" kern="1200" dirty="0">
                          <a:solidFill>
                            <a:srgbClr val="FF33CC"/>
                          </a:solidFill>
                          <a:latin typeface="Arial" panose="020B0604020202020204" pitchFamily="34" charset="0"/>
                          <a:ea typeface="DejaVu Sans" pitchFamily="34" charset="0"/>
                          <a:cs typeface="DejaVu Sans" pitchFamily="34" charset="0"/>
                        </a:rPr>
                        <a:t>AND</a:t>
                      </a:r>
                      <a:r>
                        <a:rPr lang="en-GB" dirty="0"/>
                        <a:t> “1100”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“1000”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“1010” </a:t>
                      </a:r>
                      <a:r>
                        <a:rPr lang="en-GB" sz="1800" b="1" kern="1200" dirty="0">
                          <a:solidFill>
                            <a:srgbClr val="FF33CC"/>
                          </a:solidFill>
                          <a:latin typeface="Arial" panose="020B0604020202020204" pitchFamily="34" charset="0"/>
                          <a:ea typeface="DejaVu Sans" pitchFamily="34" charset="0"/>
                          <a:cs typeface="DejaVu Sans" pitchFamily="34" charset="0"/>
                        </a:rPr>
                        <a:t>OR</a:t>
                      </a:r>
                      <a:r>
                        <a:rPr lang="en-GB" dirty="0"/>
                        <a:t> “1100”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“1110”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800" b="1" kern="1200" dirty="0">
                          <a:solidFill>
                            <a:srgbClr val="FF33CC"/>
                          </a:solidFill>
                          <a:latin typeface="Arial" panose="020B0604020202020204" pitchFamily="34" charset="0"/>
                          <a:ea typeface="DejaVu Sans" pitchFamily="34" charset="0"/>
                          <a:cs typeface="DejaVu Sans" pitchFamily="34" charset="0"/>
                        </a:rPr>
                        <a:t>NOT</a:t>
                      </a:r>
                      <a:r>
                        <a:rPr lang="en-GB" dirty="0"/>
                        <a:t> “1010”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“0101”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“1101” </a:t>
                      </a:r>
                      <a:r>
                        <a:rPr lang="en-GB" sz="1800" b="1" kern="1200" dirty="0">
                          <a:solidFill>
                            <a:srgbClr val="FF33CC"/>
                          </a:solidFill>
                          <a:latin typeface="Arial" panose="020B0604020202020204" pitchFamily="34" charset="0"/>
                          <a:ea typeface="DejaVu Sans" pitchFamily="34" charset="0"/>
                          <a:cs typeface="DejaVu Sans" pitchFamily="34" charset="0"/>
                        </a:rPr>
                        <a:t>XOR</a:t>
                      </a:r>
                      <a:r>
                        <a:rPr lang="en-GB" dirty="0"/>
                        <a:t> “0100”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“1001”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216" name="Rectangle 2">
            <a:extLst>
              <a:ext uri="{FF2B5EF4-FFF2-40B4-BE49-F238E27FC236}">
                <a16:creationId xmlns:a16="http://schemas.microsoft.com/office/drawing/2014/main" id="{5A2B1ED4-E59C-6342-A7A1-B6C966A1FB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2688" y="2514600"/>
            <a:ext cx="889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 altLang="en-US"/>
              <a:t>1 0 1 0</a:t>
            </a:r>
          </a:p>
        </p:txBody>
      </p:sp>
      <p:sp>
        <p:nvSpPr>
          <p:cNvPr id="8217" name="Rectangle 3">
            <a:extLst>
              <a:ext uri="{FF2B5EF4-FFF2-40B4-BE49-F238E27FC236}">
                <a16:creationId xmlns:a16="http://schemas.microsoft.com/office/drawing/2014/main" id="{8CA02ABE-B325-A246-9BF2-CF2A9EEE8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43800" y="2973388"/>
            <a:ext cx="890588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GB" altLang="en-US"/>
              <a:t>1 1 0 0</a:t>
            </a:r>
          </a:p>
        </p:txBody>
      </p:sp>
      <p:sp>
        <p:nvSpPr>
          <p:cNvPr id="8218" name="Rectangle 4">
            <a:extLst>
              <a:ext uri="{FF2B5EF4-FFF2-40B4-BE49-F238E27FC236}">
                <a16:creationId xmlns:a16="http://schemas.microsoft.com/office/drawing/2014/main" id="{E27D6E18-6897-6746-BD3A-FB1C38B3E7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4200" y="2743200"/>
            <a:ext cx="6842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 altLang="en-US" b="1">
                <a:solidFill>
                  <a:srgbClr val="FF33CC"/>
                </a:solidFill>
              </a:rPr>
              <a:t>AND</a:t>
            </a:r>
            <a:endParaRPr lang="en-GB" altLang="en-US"/>
          </a:p>
        </p:txBody>
      </p:sp>
      <p:cxnSp>
        <p:nvCxnSpPr>
          <p:cNvPr id="8219" name="Straight Connector 7">
            <a:extLst>
              <a:ext uri="{FF2B5EF4-FFF2-40B4-BE49-F238E27FC236}">
                <a16:creationId xmlns:a16="http://schemas.microsoft.com/office/drawing/2014/main" id="{865C20E1-C23F-8C44-878B-4E8EF1C21C49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7086600" y="3341688"/>
            <a:ext cx="1219200" cy="0"/>
          </a:xfrm>
          <a:prstGeom prst="line">
            <a:avLst/>
          </a:prstGeom>
          <a:noFill/>
          <a:ln w="222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8220" name="Rectangle 8">
            <a:extLst>
              <a:ext uri="{FF2B5EF4-FFF2-40B4-BE49-F238E27FC236}">
                <a16:creationId xmlns:a16="http://schemas.microsoft.com/office/drawing/2014/main" id="{9A7374FB-5423-DE46-B911-09AEE423C4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2050" y="3430588"/>
            <a:ext cx="8905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en-GB" altLang="en-US"/>
              <a:t>1 0 0 0</a:t>
            </a:r>
          </a:p>
        </p:txBody>
      </p:sp>
      <p:sp>
        <p:nvSpPr>
          <p:cNvPr id="8221" name="Text Box 3">
            <a:extLst>
              <a:ext uri="{FF2B5EF4-FFF2-40B4-BE49-F238E27FC236}">
                <a16:creationId xmlns:a16="http://schemas.microsoft.com/office/drawing/2014/main" id="{73F3AE9B-95C7-3341-A09A-89CBBB97FB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6788" y="6323013"/>
            <a:ext cx="21336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algn="ctr" eaLnBrk="1">
              <a:lnSpc>
                <a:spcPct val="100000"/>
              </a:lnSpc>
              <a:spcAft>
                <a:spcPct val="0"/>
              </a:spcAft>
            </a:pPr>
            <a:r>
              <a:rPr lang="de-DE" altLang="en-US" sz="1200">
                <a:solidFill>
                  <a:srgbClr val="B2B2B2"/>
                </a:solidFill>
              </a:rPr>
              <a:t>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976"/>
    </mc:Choice>
    <mc:Fallback xmlns="">
      <p:transition spd="slow" advTm="56976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AutoShape 2">
            <a:extLst>
              <a:ext uri="{FF2B5EF4-FFF2-40B4-BE49-F238E27FC236}">
                <a16:creationId xmlns:a16="http://schemas.microsoft.com/office/drawing/2014/main" id="{15027355-2843-AA45-915D-AE1CB4DC7C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" y="534988"/>
            <a:ext cx="8223250" cy="914400"/>
          </a:xfrm>
          <a:custGeom>
            <a:avLst/>
            <a:gdLst>
              <a:gd name="T0" fmla="*/ 8223250 w 8223250"/>
              <a:gd name="T1" fmla="*/ 457200 h 914400"/>
              <a:gd name="T2" fmla="*/ 4111625 w 8223250"/>
              <a:gd name="T3" fmla="*/ 914400 h 914400"/>
              <a:gd name="T4" fmla="*/ 0 w 8223250"/>
              <a:gd name="T5" fmla="*/ 457200 h 914400"/>
              <a:gd name="T6" fmla="*/ 4111625 w 8223250"/>
              <a:gd name="T7" fmla="*/ 0 h 914400"/>
              <a:gd name="T8" fmla="*/ 0 60000 65536"/>
              <a:gd name="T9" fmla="*/ 5898240 60000 65536"/>
              <a:gd name="T10" fmla="*/ 11796480 60000 65536"/>
              <a:gd name="T11" fmla="*/ 17694720 60000 65536"/>
              <a:gd name="T12" fmla="*/ 0 w 8223250"/>
              <a:gd name="T13" fmla="*/ 0 h 914400"/>
              <a:gd name="T14" fmla="*/ 8223250 w 8223250"/>
              <a:gd name="T15" fmla="*/ 914400 h 9144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223250" h="914400">
                <a:moveTo>
                  <a:pt x="0" y="0"/>
                </a:moveTo>
                <a:lnTo>
                  <a:pt x="22842" y="0"/>
                </a:lnTo>
                <a:lnTo>
                  <a:pt x="22842" y="2540"/>
                </a:lnTo>
                <a:lnTo>
                  <a:pt x="0" y="254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>
              <a:lnSpc>
                <a:spcPct val="100000"/>
              </a:lnSpc>
              <a:spcAft>
                <a:spcPct val="0"/>
              </a:spcAft>
            </a:pPr>
            <a:r>
              <a:rPr lang="de-DE" altLang="en-US" sz="3200" b="1">
                <a:latin typeface="Frutiger LT Com 45 Light" charset="0"/>
              </a:rPr>
              <a:t>VHDL Operators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19355DB-D9B2-EA40-AAB3-0596800C2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0375" y="1906588"/>
            <a:ext cx="8223250" cy="3959225"/>
          </a:xfrm>
        </p:spPr>
        <p:txBody>
          <a:bodyPr/>
          <a:lstStyle/>
          <a:p>
            <a:pPr marL="268288" lvl="1" indent="-268288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buFont typeface="Wingdings" pitchFamily="1" charset="2"/>
              <a:buChar char="n"/>
              <a:defRPr/>
            </a:pPr>
            <a:r>
              <a:rPr lang="de-DE" altLang="en-US" sz="2000" b="1" dirty="0"/>
              <a:t>Example: </a:t>
            </a:r>
            <a:r>
              <a:rPr lang="de-DE" altLang="en-US" dirty="0"/>
              <a:t>By assigning the proper values to the signals on the right hand side find the result of output value. Determine which operations are not </a:t>
            </a:r>
            <a:r>
              <a:rPr lang="de-DE" altLang="en-US" dirty="0" err="1"/>
              <a:t>possible</a:t>
            </a:r>
            <a:r>
              <a:rPr lang="de-DE" altLang="en-US" dirty="0"/>
              <a:t> and explain the reason. </a:t>
            </a:r>
          </a:p>
          <a:p>
            <a:pPr marL="0" lvl="1" indent="0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defRPr/>
            </a:pPr>
            <a:r>
              <a:rPr lang="de-DE" sz="2000" dirty="0">
                <a:solidFill>
                  <a:srgbClr val="0000FF"/>
                </a:solidFill>
                <a:latin typeface="TTE1F17478t00" charset="0"/>
              </a:rPr>
              <a:t>        </a:t>
            </a:r>
            <a:r>
              <a:rPr lang="de-DE" dirty="0">
                <a:solidFill>
                  <a:srgbClr val="0000FF"/>
                </a:solidFill>
                <a:latin typeface="TTE1F17478t00" charset="0"/>
              </a:rPr>
              <a:t>signal</a:t>
            </a:r>
            <a:r>
              <a:rPr lang="de-DE" dirty="0">
                <a:latin typeface="TTE1F17478t00"/>
              </a:rPr>
              <a:t> A, B, C, D: </a:t>
            </a:r>
            <a:r>
              <a:rPr lang="de-DE" dirty="0">
                <a:solidFill>
                  <a:srgbClr val="FF00FF"/>
                </a:solidFill>
                <a:latin typeface="TTE1F17478t00" charset="0"/>
              </a:rPr>
              <a:t>BIT_VECTOR</a:t>
            </a:r>
            <a:r>
              <a:rPr lang="de-DE" dirty="0">
                <a:latin typeface="TTE1F17478t00"/>
              </a:rPr>
              <a:t> (3 </a:t>
            </a:r>
            <a:r>
              <a:rPr lang="de-DE" dirty="0">
                <a:solidFill>
                  <a:srgbClr val="0000FF"/>
                </a:solidFill>
                <a:latin typeface="TTE1F17478t00" charset="0"/>
              </a:rPr>
              <a:t>downto</a:t>
            </a:r>
            <a:r>
              <a:rPr lang="de-DE" dirty="0">
                <a:latin typeface="TTE1F17478t00"/>
              </a:rPr>
              <a:t> 0);</a:t>
            </a:r>
          </a:p>
          <a:p>
            <a:pPr marL="0" lvl="1" indent="0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defRPr/>
            </a:pPr>
            <a:r>
              <a:rPr lang="de-DE" dirty="0">
                <a:solidFill>
                  <a:srgbClr val="0000FF"/>
                </a:solidFill>
                <a:latin typeface="TTE1F17478t00" charset="0"/>
              </a:rPr>
              <a:t>        signal</a:t>
            </a:r>
            <a:r>
              <a:rPr lang="de-DE" dirty="0">
                <a:latin typeface="TTE1F17478t00"/>
              </a:rPr>
              <a:t> H, I, J, K: </a:t>
            </a:r>
            <a:r>
              <a:rPr lang="de-DE" dirty="0">
                <a:solidFill>
                  <a:srgbClr val="FF00FF"/>
                </a:solidFill>
                <a:latin typeface="TTE1F17478t00" charset="0"/>
              </a:rPr>
              <a:t>BIT</a:t>
            </a:r>
            <a:r>
              <a:rPr lang="de-DE" dirty="0">
                <a:latin typeface="TTE1F17478t00"/>
              </a:rPr>
              <a:t>;</a:t>
            </a:r>
          </a:p>
          <a:p>
            <a:pPr marL="0" lvl="1" indent="0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defRPr/>
            </a:pPr>
            <a:r>
              <a:rPr lang="de-DE" dirty="0">
                <a:solidFill>
                  <a:srgbClr val="0000FF"/>
                </a:solidFill>
                <a:latin typeface="TTE1F17478t00" charset="0"/>
              </a:rPr>
              <a:t>        signal</a:t>
            </a:r>
            <a:r>
              <a:rPr lang="de-DE" dirty="0">
                <a:latin typeface="TTE1F17478t00"/>
              </a:rPr>
              <a:t> L, M, N: </a:t>
            </a:r>
            <a:r>
              <a:rPr lang="de-DE" dirty="0">
                <a:solidFill>
                  <a:srgbClr val="FF00FF"/>
                </a:solidFill>
                <a:latin typeface="TTE1F17478t00" charset="0"/>
              </a:rPr>
              <a:t>Boolean</a:t>
            </a:r>
            <a:r>
              <a:rPr lang="de-DE" dirty="0">
                <a:latin typeface="TTE1F17478t00"/>
              </a:rPr>
              <a:t>;</a:t>
            </a:r>
          </a:p>
          <a:p>
            <a:pPr marL="0" lvl="1" indent="0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defRPr/>
            </a:pPr>
            <a:endParaRPr lang="de-DE" sz="2000" dirty="0">
              <a:latin typeface="TTE1F17478t00"/>
            </a:endParaRPr>
          </a:p>
          <a:p>
            <a:pPr marL="0" lvl="1" indent="0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defRPr/>
            </a:pPr>
            <a:endParaRPr lang="de-DE" sz="2000" dirty="0">
              <a:latin typeface="TTE1F17478t00"/>
            </a:endParaRPr>
          </a:p>
          <a:p>
            <a:pPr marL="0" lvl="1" indent="0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defRPr/>
            </a:pPr>
            <a:endParaRPr lang="de-DE" sz="2000" dirty="0">
              <a:latin typeface="TTE1F17478t00"/>
            </a:endParaRPr>
          </a:p>
          <a:p>
            <a:pPr marL="0" lvl="1" indent="0">
              <a:buClr>
                <a:srgbClr val="00B050"/>
              </a:buClr>
              <a:defRPr/>
            </a:pPr>
            <a:endParaRPr lang="en-GB" kern="1200" dirty="0">
              <a:solidFill>
                <a:srgbClr val="00B050"/>
              </a:solidFill>
              <a:latin typeface="TTE1F17478t00"/>
            </a:endParaRPr>
          </a:p>
        </p:txBody>
      </p:sp>
      <p:sp>
        <p:nvSpPr>
          <p:cNvPr id="9220" name="Rectangle 13">
            <a:extLst>
              <a:ext uri="{FF2B5EF4-FFF2-40B4-BE49-F238E27FC236}">
                <a16:creationId xmlns:a16="http://schemas.microsoft.com/office/drawing/2014/main" id="{8DDE51BB-BC08-B844-9848-D4A9319530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4237038"/>
            <a:ext cx="3429000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GB" altLang="en-US" dirty="0">
                <a:solidFill>
                  <a:srgbClr val="000000"/>
                </a:solidFill>
                <a:latin typeface="TTE1F17478t00" charset="0"/>
              </a:rPr>
              <a:t>H &lt;= (I </a:t>
            </a:r>
            <a:r>
              <a:rPr lang="en-GB" altLang="en-US" dirty="0" err="1">
                <a:solidFill>
                  <a:srgbClr val="000000"/>
                </a:solidFill>
                <a:latin typeface="TTE1F17478t00" charset="0"/>
              </a:rPr>
              <a:t>nand</a:t>
            </a:r>
            <a:r>
              <a:rPr lang="en-GB" altLang="en-US" dirty="0">
                <a:solidFill>
                  <a:srgbClr val="000000"/>
                </a:solidFill>
                <a:latin typeface="TTE1F17478t00" charset="0"/>
              </a:rPr>
              <a:t> J) </a:t>
            </a:r>
            <a:r>
              <a:rPr lang="en-GB" altLang="en-US" dirty="0" err="1">
                <a:solidFill>
                  <a:srgbClr val="000000"/>
                </a:solidFill>
                <a:latin typeface="TTE1F17478t00" charset="0"/>
              </a:rPr>
              <a:t>nand</a:t>
            </a:r>
            <a:r>
              <a:rPr lang="en-GB" altLang="en-US" dirty="0">
                <a:solidFill>
                  <a:srgbClr val="000000"/>
                </a:solidFill>
                <a:latin typeface="TTE1F17478t00" charset="0"/>
              </a:rPr>
              <a:t> K;</a:t>
            </a:r>
          </a:p>
          <a:p>
            <a:r>
              <a:rPr lang="en-GB" altLang="en-US" dirty="0">
                <a:solidFill>
                  <a:srgbClr val="000000"/>
                </a:solidFill>
                <a:latin typeface="TTE1F17478t00" charset="0"/>
              </a:rPr>
              <a:t>D &lt;= A or B nor C;</a:t>
            </a:r>
          </a:p>
          <a:p>
            <a:r>
              <a:rPr lang="en-GB" altLang="en-US" dirty="0">
                <a:solidFill>
                  <a:srgbClr val="000000"/>
                </a:solidFill>
                <a:latin typeface="TTE1F17478t00" charset="0"/>
              </a:rPr>
              <a:t>H &lt;= I and </a:t>
            </a:r>
            <a:r>
              <a:rPr lang="en-GB" altLang="en-US">
                <a:solidFill>
                  <a:srgbClr val="000000"/>
                </a:solidFill>
                <a:latin typeface="TTE1F17478t00" charset="0"/>
              </a:rPr>
              <a:t>J nor </a:t>
            </a:r>
            <a:r>
              <a:rPr lang="en-GB" altLang="en-US" dirty="0">
                <a:solidFill>
                  <a:srgbClr val="000000"/>
                </a:solidFill>
                <a:latin typeface="TTE1F17478t00" charset="0"/>
              </a:rPr>
              <a:t>K;      </a:t>
            </a:r>
            <a:endParaRPr lang="en-GB" altLang="en-US" dirty="0">
              <a:solidFill>
                <a:srgbClr val="00B050"/>
              </a:solidFill>
              <a:latin typeface="TTE1F17478t00" charset="0"/>
            </a:endParaRPr>
          </a:p>
          <a:p>
            <a:r>
              <a:rPr lang="en-GB" altLang="en-US" dirty="0">
                <a:solidFill>
                  <a:srgbClr val="000000"/>
                </a:solidFill>
                <a:latin typeface="TTE1F17478t00" charset="0"/>
              </a:rPr>
              <a:t>A &lt;= B and H; </a:t>
            </a:r>
          </a:p>
          <a:p>
            <a:r>
              <a:rPr lang="en-GB" altLang="en-US" dirty="0">
                <a:solidFill>
                  <a:srgbClr val="000000"/>
                </a:solidFill>
                <a:latin typeface="TTE1F17478t00" charset="0"/>
              </a:rPr>
              <a:t>H &lt;= I or L;                </a:t>
            </a:r>
            <a:endParaRPr lang="en-GB" altLang="en-US" dirty="0">
              <a:solidFill>
                <a:srgbClr val="00B050"/>
              </a:solidFill>
              <a:latin typeface="TTE1F17478t00" charset="0"/>
            </a:endParaRPr>
          </a:p>
        </p:txBody>
      </p:sp>
      <p:sp>
        <p:nvSpPr>
          <p:cNvPr id="9221" name="Text Box 3">
            <a:extLst>
              <a:ext uri="{FF2B5EF4-FFF2-40B4-BE49-F238E27FC236}">
                <a16:creationId xmlns:a16="http://schemas.microsoft.com/office/drawing/2014/main" id="{8A46ACC9-6732-BF43-9BCB-1EC16FCE5B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6788" y="6323013"/>
            <a:ext cx="21336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algn="ctr" eaLnBrk="1">
              <a:lnSpc>
                <a:spcPct val="100000"/>
              </a:lnSpc>
              <a:spcAft>
                <a:spcPct val="0"/>
              </a:spcAft>
            </a:pPr>
            <a:r>
              <a:rPr lang="de-DE" altLang="en-US" sz="1200">
                <a:solidFill>
                  <a:srgbClr val="B2B2B2"/>
                </a:solidFill>
              </a:rPr>
              <a:t>6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1FA086A-28BA-E74D-A80C-4F50F940E4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8400" y="4514850"/>
            <a:ext cx="57753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 altLang="en-US" dirty="0">
                <a:solidFill>
                  <a:srgbClr val="00B050"/>
                </a:solidFill>
                <a:latin typeface="TTE1F17478t00" charset="0"/>
              </a:rPr>
              <a:t>-- Error in compiling; Parenthesis required;</a:t>
            </a:r>
          </a:p>
          <a:p>
            <a:r>
              <a:rPr lang="en-GB" altLang="en-US" dirty="0">
                <a:solidFill>
                  <a:srgbClr val="00B050"/>
                </a:solidFill>
                <a:latin typeface="TTE1F17478t00" charset="0"/>
              </a:rPr>
              <a:t>-- Error in compiling; Parenthesis required;</a:t>
            </a:r>
          </a:p>
          <a:p>
            <a:r>
              <a:rPr lang="en-GB" altLang="en-US" dirty="0">
                <a:solidFill>
                  <a:srgbClr val="00B050"/>
                </a:solidFill>
                <a:latin typeface="TTE1F17478t00" charset="0"/>
              </a:rPr>
              <a:t>-- VHDL-93: vector/scalar types differ;</a:t>
            </a:r>
          </a:p>
          <a:p>
            <a:r>
              <a:rPr lang="en-GB" altLang="en-US" dirty="0">
                <a:solidFill>
                  <a:srgbClr val="00B050"/>
                </a:solidFill>
                <a:latin typeface="TTE1F17478t00" charset="0"/>
              </a:rPr>
              <a:t>-- Error in compiling; Operands must be the same type;</a:t>
            </a:r>
            <a:endParaRPr lang="en-GB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5885"/>
    </mc:Choice>
    <mc:Fallback xmlns="">
      <p:transition spd="slow" advTm="11588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AutoShape 2">
            <a:extLst>
              <a:ext uri="{FF2B5EF4-FFF2-40B4-BE49-F238E27FC236}">
                <a16:creationId xmlns:a16="http://schemas.microsoft.com/office/drawing/2014/main" id="{0897527E-0320-F149-839C-5D98E318EE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" y="534988"/>
            <a:ext cx="8223250" cy="914400"/>
          </a:xfrm>
          <a:custGeom>
            <a:avLst/>
            <a:gdLst>
              <a:gd name="T0" fmla="*/ 8223250 w 8223250"/>
              <a:gd name="T1" fmla="*/ 457200 h 914400"/>
              <a:gd name="T2" fmla="*/ 4111625 w 8223250"/>
              <a:gd name="T3" fmla="*/ 914400 h 914400"/>
              <a:gd name="T4" fmla="*/ 0 w 8223250"/>
              <a:gd name="T5" fmla="*/ 457200 h 914400"/>
              <a:gd name="T6" fmla="*/ 4111625 w 8223250"/>
              <a:gd name="T7" fmla="*/ 0 h 914400"/>
              <a:gd name="T8" fmla="*/ 0 60000 65536"/>
              <a:gd name="T9" fmla="*/ 5898240 60000 65536"/>
              <a:gd name="T10" fmla="*/ 11796480 60000 65536"/>
              <a:gd name="T11" fmla="*/ 17694720 60000 65536"/>
              <a:gd name="T12" fmla="*/ 0 w 8223250"/>
              <a:gd name="T13" fmla="*/ 0 h 914400"/>
              <a:gd name="T14" fmla="*/ 8223250 w 8223250"/>
              <a:gd name="T15" fmla="*/ 914400 h 9144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223250" h="914400">
                <a:moveTo>
                  <a:pt x="0" y="0"/>
                </a:moveTo>
                <a:lnTo>
                  <a:pt x="22842" y="0"/>
                </a:lnTo>
                <a:lnTo>
                  <a:pt x="22842" y="2540"/>
                </a:lnTo>
                <a:lnTo>
                  <a:pt x="0" y="254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>
              <a:lnSpc>
                <a:spcPct val="100000"/>
              </a:lnSpc>
              <a:spcAft>
                <a:spcPct val="0"/>
              </a:spcAft>
            </a:pPr>
            <a:r>
              <a:rPr lang="de-DE" altLang="en-US" sz="3200" b="1">
                <a:latin typeface="Frutiger LT Com 45 Light" charset="0"/>
              </a:rPr>
              <a:t>VHDL Operators</a:t>
            </a:r>
          </a:p>
        </p:txBody>
      </p:sp>
      <p:sp>
        <p:nvSpPr>
          <p:cNvPr id="10243" name="Content Placeholder 2">
            <a:extLst>
              <a:ext uri="{FF2B5EF4-FFF2-40B4-BE49-F238E27FC236}">
                <a16:creationId xmlns:a16="http://schemas.microsoft.com/office/drawing/2014/main" id="{3F4381CA-F013-DB4B-BFDC-3D0947077F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0375" y="1906588"/>
            <a:ext cx="8223250" cy="3959225"/>
          </a:xfrm>
        </p:spPr>
        <p:txBody>
          <a:bodyPr/>
          <a:lstStyle/>
          <a:p>
            <a:pPr marL="268288" lvl="1" indent="-268288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buFont typeface="Wingdings" pitchFamily="2" charset="2"/>
              <a:buChar char="n"/>
            </a:pPr>
            <a:r>
              <a:rPr lang="de-DE" altLang="en-US" sz="2000" dirty="0"/>
              <a:t>Relational operator (BIT_VECTOR)</a:t>
            </a:r>
          </a:p>
          <a:p>
            <a:pPr marL="268288" lvl="1" indent="-268288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buFont typeface="Wingdings" pitchFamily="2" charset="2"/>
              <a:buChar char="n"/>
            </a:pPr>
            <a:endParaRPr lang="de-DE" altLang="en-US" sz="2000" dirty="0"/>
          </a:p>
          <a:p>
            <a:pPr marL="268288" lvl="1" indent="-268288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buFont typeface="Wingdings" pitchFamily="2" charset="2"/>
              <a:buChar char="n"/>
            </a:pPr>
            <a:endParaRPr lang="de-DE" altLang="en-US" sz="2000" dirty="0"/>
          </a:p>
          <a:p>
            <a:pPr marL="268288" lvl="1" indent="-268288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buFont typeface="Wingdings" pitchFamily="2" charset="2"/>
              <a:buChar char="n"/>
            </a:pPr>
            <a:endParaRPr lang="de-DE" altLang="en-US" sz="2000" dirty="0"/>
          </a:p>
          <a:p>
            <a:pPr marL="268288" lvl="1" indent="-268288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buFont typeface="Wingdings" pitchFamily="2" charset="2"/>
              <a:buChar char="n"/>
            </a:pPr>
            <a:endParaRPr lang="de-DE" altLang="en-US" sz="2000" dirty="0"/>
          </a:p>
          <a:p>
            <a:pPr marL="268288" lvl="1" indent="-268288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buFont typeface="Wingdings" pitchFamily="2" charset="2"/>
              <a:buChar char="n"/>
            </a:pPr>
            <a:endParaRPr lang="de-DE" altLang="en-US" sz="2000" dirty="0"/>
          </a:p>
          <a:p>
            <a:pPr marL="268288" lvl="1" indent="-268288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buFont typeface="Wingdings" pitchFamily="2" charset="2"/>
              <a:buChar char="n"/>
            </a:pPr>
            <a:r>
              <a:rPr lang="en-GB" altLang="en-US" sz="2000"/>
              <a:t>If </a:t>
            </a:r>
            <a:r>
              <a:rPr lang="en-GB" altLang="en-US" sz="2000" dirty="0"/>
              <a:t>the two arrays have different lengths and the shorter one matches the first part of the longer one, the shorter is ordered before the longer.</a:t>
            </a:r>
            <a:r>
              <a:rPr lang="zh-CN" altLang="en-US" sz="2000" dirty="0"/>
              <a:t> </a:t>
            </a:r>
            <a:r>
              <a:rPr lang="en-US" altLang="zh-CN" sz="2000" dirty="0"/>
              <a:t>(Less than)</a:t>
            </a:r>
            <a:endParaRPr lang="en-GB" altLang="en-US" sz="20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8D33A84-8464-7E47-84D9-9644926D04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4937081"/>
              </p:ext>
            </p:extLst>
          </p:nvPr>
        </p:nvGraphicFramePr>
        <p:xfrm>
          <a:off x="1600200" y="2362200"/>
          <a:ext cx="4876800" cy="1854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Result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“101” = “101”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”101” &gt; ”110”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”101011”  &gt;= ”1011”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FALSE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“101” /= “101000”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264" name="Text Box 3">
            <a:extLst>
              <a:ext uri="{FF2B5EF4-FFF2-40B4-BE49-F238E27FC236}">
                <a16:creationId xmlns:a16="http://schemas.microsoft.com/office/drawing/2014/main" id="{0F76DF7F-00E3-3B4E-868F-33F01F37D6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6788" y="6323013"/>
            <a:ext cx="21336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algn="ctr" eaLnBrk="1">
              <a:lnSpc>
                <a:spcPct val="100000"/>
              </a:lnSpc>
              <a:spcAft>
                <a:spcPct val="0"/>
              </a:spcAft>
            </a:pPr>
            <a:r>
              <a:rPr lang="de-DE" altLang="en-US" sz="1200">
                <a:solidFill>
                  <a:srgbClr val="B2B2B2"/>
                </a:solidFill>
              </a:rPr>
              <a:t>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20009"/>
    </mc:Choice>
    <mc:Fallback xmlns="">
      <p:transition spd="slow" advTm="220009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AutoShape 2">
            <a:extLst>
              <a:ext uri="{FF2B5EF4-FFF2-40B4-BE49-F238E27FC236}">
                <a16:creationId xmlns:a16="http://schemas.microsoft.com/office/drawing/2014/main" id="{F13881B7-46D2-A741-8AEC-8450E8DA19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" y="534988"/>
            <a:ext cx="8223250" cy="914400"/>
          </a:xfrm>
          <a:custGeom>
            <a:avLst/>
            <a:gdLst>
              <a:gd name="T0" fmla="*/ 8223250 w 8223250"/>
              <a:gd name="T1" fmla="*/ 457200 h 914400"/>
              <a:gd name="T2" fmla="*/ 4111625 w 8223250"/>
              <a:gd name="T3" fmla="*/ 914400 h 914400"/>
              <a:gd name="T4" fmla="*/ 0 w 8223250"/>
              <a:gd name="T5" fmla="*/ 457200 h 914400"/>
              <a:gd name="T6" fmla="*/ 4111625 w 8223250"/>
              <a:gd name="T7" fmla="*/ 0 h 914400"/>
              <a:gd name="T8" fmla="*/ 0 60000 65536"/>
              <a:gd name="T9" fmla="*/ 5898240 60000 65536"/>
              <a:gd name="T10" fmla="*/ 11796480 60000 65536"/>
              <a:gd name="T11" fmla="*/ 17694720 60000 65536"/>
              <a:gd name="T12" fmla="*/ 0 w 8223250"/>
              <a:gd name="T13" fmla="*/ 0 h 914400"/>
              <a:gd name="T14" fmla="*/ 8223250 w 8223250"/>
              <a:gd name="T15" fmla="*/ 914400 h 9144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223250" h="914400">
                <a:moveTo>
                  <a:pt x="0" y="0"/>
                </a:moveTo>
                <a:lnTo>
                  <a:pt x="22842" y="0"/>
                </a:lnTo>
                <a:lnTo>
                  <a:pt x="22842" y="2540"/>
                </a:lnTo>
                <a:lnTo>
                  <a:pt x="0" y="254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>
              <a:lnSpc>
                <a:spcPct val="100000"/>
              </a:lnSpc>
              <a:spcAft>
                <a:spcPct val="0"/>
              </a:spcAft>
            </a:pPr>
            <a:r>
              <a:rPr lang="de-DE" altLang="en-US" sz="3200" b="1">
                <a:latin typeface="Frutiger LT Com 45 Light" charset="0"/>
              </a:rPr>
              <a:t>VHDL Operators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500D3F9-149C-AF41-AE1B-EAB5996145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0375" y="1906588"/>
            <a:ext cx="8223250" cy="3959225"/>
          </a:xfrm>
        </p:spPr>
        <p:txBody>
          <a:bodyPr/>
          <a:lstStyle/>
          <a:p>
            <a:pPr marL="268288" lvl="1" indent="-268288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buFont typeface="Wingdings" pitchFamily="1" charset="2"/>
              <a:buChar char="n"/>
              <a:defRPr/>
            </a:pPr>
            <a:r>
              <a:rPr lang="de-DE" altLang="en-US" sz="2000" b="1" dirty="0"/>
              <a:t>Example: </a:t>
            </a:r>
            <a:r>
              <a:rPr lang="de-DE" altLang="en-US" dirty="0"/>
              <a:t>By assigning the proper values to the signals on the right hand side find the result of output value. </a:t>
            </a:r>
            <a:endParaRPr lang="de-DE" altLang="en-US" sz="2000" dirty="0"/>
          </a:p>
          <a:p>
            <a:pPr marL="268288" lvl="1" indent="-268288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buFont typeface="Wingdings" pitchFamily="1" charset="2"/>
              <a:buChar char="n"/>
              <a:defRPr/>
            </a:pPr>
            <a:endParaRPr lang="de-DE" altLang="en-US" sz="2000" dirty="0"/>
          </a:p>
          <a:p>
            <a:pPr marL="0" lvl="1" indent="0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defRPr/>
            </a:pPr>
            <a:r>
              <a:rPr lang="de-DE" sz="2000" dirty="0">
                <a:solidFill>
                  <a:srgbClr val="0000FF"/>
                </a:solidFill>
                <a:latin typeface="TTE1F17478t00" charset="0"/>
              </a:rPr>
              <a:t>        </a:t>
            </a:r>
            <a:r>
              <a:rPr lang="de-DE" dirty="0">
                <a:solidFill>
                  <a:srgbClr val="0000FF"/>
                </a:solidFill>
                <a:latin typeface="TTE1F17478t00" charset="0"/>
              </a:rPr>
              <a:t>signal</a:t>
            </a:r>
            <a:r>
              <a:rPr lang="de-DE" dirty="0">
                <a:latin typeface="TTE1F17478t00"/>
              </a:rPr>
              <a:t> A, B: </a:t>
            </a:r>
            <a:r>
              <a:rPr lang="de-DE" dirty="0">
                <a:solidFill>
                  <a:srgbClr val="FF00FF"/>
                </a:solidFill>
                <a:latin typeface="TTE1F17478t00" charset="0"/>
              </a:rPr>
              <a:t>BIT_VECTOR</a:t>
            </a:r>
            <a:r>
              <a:rPr lang="de-DE" dirty="0">
                <a:latin typeface="TTE1F17478t00"/>
              </a:rPr>
              <a:t> (3 </a:t>
            </a:r>
            <a:r>
              <a:rPr lang="de-DE" dirty="0">
                <a:solidFill>
                  <a:srgbClr val="0000FF"/>
                </a:solidFill>
                <a:latin typeface="TTE1F17478t00" charset="0"/>
              </a:rPr>
              <a:t>downto</a:t>
            </a:r>
            <a:r>
              <a:rPr lang="de-DE" dirty="0">
                <a:latin typeface="TTE1F17478t00"/>
              </a:rPr>
              <a:t> 0);</a:t>
            </a:r>
          </a:p>
          <a:p>
            <a:pPr marL="0" lvl="1" indent="0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defRPr/>
            </a:pPr>
            <a:r>
              <a:rPr lang="de-DE" dirty="0">
                <a:solidFill>
                  <a:srgbClr val="0000FF"/>
                </a:solidFill>
                <a:latin typeface="TTE1F17478t00" charset="0"/>
              </a:rPr>
              <a:t>         signal</a:t>
            </a:r>
            <a:r>
              <a:rPr lang="de-DE" dirty="0">
                <a:latin typeface="TTE1F17478t00"/>
              </a:rPr>
              <a:t> C, D: </a:t>
            </a:r>
            <a:r>
              <a:rPr lang="de-DE" dirty="0">
                <a:solidFill>
                  <a:srgbClr val="FF00FF"/>
                </a:solidFill>
                <a:latin typeface="TTE1F17478t00" charset="0"/>
              </a:rPr>
              <a:t>BIT_VECTOR</a:t>
            </a:r>
            <a:r>
              <a:rPr lang="de-DE" dirty="0">
                <a:latin typeface="TTE1F17478t00"/>
              </a:rPr>
              <a:t> (1 </a:t>
            </a:r>
            <a:r>
              <a:rPr lang="de-DE" dirty="0">
                <a:solidFill>
                  <a:srgbClr val="0000FF"/>
                </a:solidFill>
                <a:latin typeface="TTE1F17478t00" charset="0"/>
              </a:rPr>
              <a:t>downto</a:t>
            </a:r>
            <a:r>
              <a:rPr lang="de-DE" dirty="0">
                <a:latin typeface="TTE1F17478t00"/>
              </a:rPr>
              <a:t> 0);</a:t>
            </a:r>
          </a:p>
          <a:p>
            <a:pPr marL="0" lvl="1" indent="0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defRPr/>
            </a:pPr>
            <a:r>
              <a:rPr lang="de-DE" dirty="0">
                <a:solidFill>
                  <a:srgbClr val="0000FF"/>
                </a:solidFill>
                <a:latin typeface="TTE1F17478t00" charset="0"/>
              </a:rPr>
              <a:t>        signal</a:t>
            </a:r>
            <a:r>
              <a:rPr lang="de-DE" dirty="0">
                <a:latin typeface="TTE1F17478t00"/>
              </a:rPr>
              <a:t> E, F, G, H, I, J: </a:t>
            </a:r>
            <a:r>
              <a:rPr lang="de-DE" dirty="0">
                <a:solidFill>
                  <a:srgbClr val="FF00FF"/>
                </a:solidFill>
                <a:latin typeface="TTE1F17478t00" charset="0"/>
              </a:rPr>
              <a:t>Boolean</a:t>
            </a:r>
            <a:r>
              <a:rPr lang="de-DE" dirty="0">
                <a:latin typeface="TTE1F17478t00"/>
              </a:rPr>
              <a:t>;</a:t>
            </a:r>
          </a:p>
          <a:p>
            <a:pPr marL="0" lvl="1" indent="0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defRPr/>
            </a:pPr>
            <a:endParaRPr lang="de-DE" sz="2000" dirty="0">
              <a:latin typeface="TTE1F17478t00"/>
            </a:endParaRPr>
          </a:p>
          <a:p>
            <a:pPr marL="0" lvl="1" indent="0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defRPr/>
            </a:pPr>
            <a:endParaRPr lang="de-DE" sz="2000" dirty="0">
              <a:latin typeface="TTE1F17478t00"/>
            </a:endParaRPr>
          </a:p>
          <a:p>
            <a:pPr marL="0" lvl="1" indent="0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defRPr/>
            </a:pPr>
            <a:endParaRPr lang="de-DE" sz="2000" dirty="0">
              <a:latin typeface="TTE1F17478t00"/>
            </a:endParaRPr>
          </a:p>
          <a:p>
            <a:pPr marL="0" lvl="1" indent="0">
              <a:buClr>
                <a:srgbClr val="00B050"/>
              </a:buClr>
              <a:defRPr/>
            </a:pPr>
            <a:endParaRPr lang="en-GB" kern="1200" dirty="0">
              <a:solidFill>
                <a:srgbClr val="00B050"/>
              </a:solidFill>
              <a:latin typeface="TTE1F17478t00"/>
            </a:endParaRPr>
          </a:p>
        </p:txBody>
      </p:sp>
      <p:sp>
        <p:nvSpPr>
          <p:cNvPr id="11268" name="Rectangle 13">
            <a:extLst>
              <a:ext uri="{FF2B5EF4-FFF2-40B4-BE49-F238E27FC236}">
                <a16:creationId xmlns:a16="http://schemas.microsoft.com/office/drawing/2014/main" id="{1645AB6F-E141-2E4F-9BE6-E7912337BE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4333875"/>
            <a:ext cx="82296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GB" altLang="en-US">
                <a:solidFill>
                  <a:srgbClr val="000000"/>
                </a:solidFill>
                <a:latin typeface="TTE1F17478t00" charset="0"/>
              </a:rPr>
              <a:t>G &lt;= (A = B);</a:t>
            </a:r>
          </a:p>
          <a:p>
            <a:r>
              <a:rPr lang="en-GB" altLang="en-US">
                <a:solidFill>
                  <a:srgbClr val="000000"/>
                </a:solidFill>
                <a:latin typeface="TTE1F17478t00" charset="0"/>
              </a:rPr>
              <a:t>H &lt;= (C &lt; D);</a:t>
            </a:r>
          </a:p>
          <a:p>
            <a:r>
              <a:rPr lang="en-GB" altLang="en-US">
                <a:solidFill>
                  <a:srgbClr val="000000"/>
                </a:solidFill>
                <a:latin typeface="TTE1F17478t00" charset="0"/>
              </a:rPr>
              <a:t>J &lt;= (E &gt; F);      </a:t>
            </a:r>
            <a:endParaRPr lang="en-GB" altLang="en-US">
              <a:solidFill>
                <a:srgbClr val="00B050"/>
              </a:solidFill>
              <a:latin typeface="TTE1F17478t00" charset="0"/>
            </a:endParaRPr>
          </a:p>
        </p:txBody>
      </p:sp>
      <p:sp>
        <p:nvSpPr>
          <p:cNvPr id="11269" name="Text Box 3">
            <a:extLst>
              <a:ext uri="{FF2B5EF4-FFF2-40B4-BE49-F238E27FC236}">
                <a16:creationId xmlns:a16="http://schemas.microsoft.com/office/drawing/2014/main" id="{12EC7A16-9984-7D40-8531-165AB08EA8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6788" y="6323013"/>
            <a:ext cx="21336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algn="ctr" eaLnBrk="1">
              <a:lnSpc>
                <a:spcPct val="100000"/>
              </a:lnSpc>
              <a:spcAft>
                <a:spcPct val="0"/>
              </a:spcAft>
            </a:pPr>
            <a:r>
              <a:rPr lang="de-DE" altLang="en-US" sz="1200">
                <a:solidFill>
                  <a:srgbClr val="B2B2B2"/>
                </a:solidFill>
              </a:rPr>
              <a:t>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4C2C33-94B4-4242-9416-173B3EC5804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2500"/>
          <a:stretch/>
        </p:blipFill>
        <p:spPr>
          <a:xfrm>
            <a:off x="2592239" y="4713789"/>
            <a:ext cx="6365602" cy="108802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4EDC9A4-414B-824A-9A3E-49AD5C62AD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5736587"/>
            <a:ext cx="2016834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 altLang="en-US" dirty="0">
                <a:solidFill>
                  <a:srgbClr val="00B050"/>
                </a:solidFill>
                <a:latin typeface="TTE1F17478t00" charset="0"/>
              </a:rPr>
              <a:t>E = as, F = bs, J = </a:t>
            </a:r>
            <a:r>
              <a:rPr lang="en-GB" altLang="en-US" dirty="0" err="1">
                <a:solidFill>
                  <a:srgbClr val="00B050"/>
                </a:solidFill>
                <a:latin typeface="TTE1F17478t00" charset="0"/>
              </a:rPr>
              <a:t>ys</a:t>
            </a:r>
            <a:r>
              <a:rPr lang="en-GB" altLang="en-US" dirty="0">
                <a:solidFill>
                  <a:srgbClr val="00B050"/>
                </a:solidFill>
                <a:latin typeface="TTE1F17478t00" charset="0"/>
              </a:rPr>
              <a:t> </a:t>
            </a:r>
            <a:endParaRPr lang="en-GB" altLang="en-US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662DB63-285C-894F-B72F-1227B7602E86}"/>
              </a:ext>
            </a:extLst>
          </p:cNvPr>
          <p:cNvCxnSpPr/>
          <p:nvPr/>
        </p:nvCxnSpPr>
        <p:spPr bwMode="auto">
          <a:xfrm>
            <a:off x="2089423" y="5105402"/>
            <a:ext cx="502816" cy="127791"/>
          </a:xfrm>
          <a:prstGeom prst="straightConnector1">
            <a:avLst/>
          </a:prstGeom>
          <a:solidFill>
            <a:srgbClr val="00B8FF"/>
          </a:solidFill>
          <a:ln w="381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406"/>
    </mc:Choice>
    <mc:Fallback xmlns="">
      <p:transition spd="slow" advTm="2140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AutoShape 2">
            <a:extLst>
              <a:ext uri="{FF2B5EF4-FFF2-40B4-BE49-F238E27FC236}">
                <a16:creationId xmlns:a16="http://schemas.microsoft.com/office/drawing/2014/main" id="{1E2F1756-5BF5-CD47-AB43-A31C451FC8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" y="534988"/>
            <a:ext cx="8223250" cy="914400"/>
          </a:xfrm>
          <a:custGeom>
            <a:avLst/>
            <a:gdLst>
              <a:gd name="T0" fmla="*/ 8223250 w 8223250"/>
              <a:gd name="T1" fmla="*/ 457200 h 914400"/>
              <a:gd name="T2" fmla="*/ 4111625 w 8223250"/>
              <a:gd name="T3" fmla="*/ 914400 h 914400"/>
              <a:gd name="T4" fmla="*/ 0 w 8223250"/>
              <a:gd name="T5" fmla="*/ 457200 h 914400"/>
              <a:gd name="T6" fmla="*/ 4111625 w 8223250"/>
              <a:gd name="T7" fmla="*/ 0 h 914400"/>
              <a:gd name="T8" fmla="*/ 0 60000 65536"/>
              <a:gd name="T9" fmla="*/ 5898240 60000 65536"/>
              <a:gd name="T10" fmla="*/ 11796480 60000 65536"/>
              <a:gd name="T11" fmla="*/ 17694720 60000 65536"/>
              <a:gd name="T12" fmla="*/ 0 w 8223250"/>
              <a:gd name="T13" fmla="*/ 0 h 914400"/>
              <a:gd name="T14" fmla="*/ 8223250 w 8223250"/>
              <a:gd name="T15" fmla="*/ 914400 h 9144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223250" h="914400">
                <a:moveTo>
                  <a:pt x="0" y="0"/>
                </a:moveTo>
                <a:lnTo>
                  <a:pt x="22842" y="0"/>
                </a:lnTo>
                <a:lnTo>
                  <a:pt x="22842" y="2540"/>
                </a:lnTo>
                <a:lnTo>
                  <a:pt x="0" y="254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>
              <a:lnSpc>
                <a:spcPct val="100000"/>
              </a:lnSpc>
              <a:spcAft>
                <a:spcPct val="0"/>
              </a:spcAft>
            </a:pPr>
            <a:r>
              <a:rPr lang="de-DE" altLang="en-US" sz="3200" b="1">
                <a:latin typeface="Frutiger LT Com 45 Light" charset="0"/>
              </a:rPr>
              <a:t>VHDL Operators</a:t>
            </a:r>
          </a:p>
        </p:txBody>
      </p:sp>
      <p:sp>
        <p:nvSpPr>
          <p:cNvPr id="12291" name="Content Placeholder 2">
            <a:extLst>
              <a:ext uri="{FF2B5EF4-FFF2-40B4-BE49-F238E27FC236}">
                <a16:creationId xmlns:a16="http://schemas.microsoft.com/office/drawing/2014/main" id="{FFBC8872-AC45-6A4C-A198-09AEC89FF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0375" y="1906588"/>
            <a:ext cx="8223250" cy="3959225"/>
          </a:xfrm>
        </p:spPr>
        <p:txBody>
          <a:bodyPr/>
          <a:lstStyle/>
          <a:p>
            <a:pPr marL="268288" lvl="1" indent="-268288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buFont typeface="Wingdings" pitchFamily="2" charset="2"/>
              <a:buChar char="n"/>
            </a:pPr>
            <a:r>
              <a:rPr lang="de-DE" altLang="en-US" sz="2000" dirty="0"/>
              <a:t>Shifting </a:t>
            </a:r>
            <a:r>
              <a:rPr lang="de-DE" altLang="en-US" sz="2000" dirty="0" err="1"/>
              <a:t>operator</a:t>
            </a:r>
            <a:endParaRPr lang="de-DE" altLang="en-US" sz="2000" dirty="0"/>
          </a:p>
          <a:p>
            <a:pPr marL="268288" lvl="1" indent="-268288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buFont typeface="Wingdings" pitchFamily="2" charset="2"/>
              <a:buChar char="n"/>
            </a:pPr>
            <a:endParaRPr lang="de-DE" altLang="en-US" sz="2000" dirty="0"/>
          </a:p>
          <a:p>
            <a:pPr marL="268288" lvl="1" indent="-268288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buFont typeface="Wingdings" pitchFamily="2" charset="2"/>
              <a:buChar char="n"/>
            </a:pPr>
            <a:endParaRPr lang="de-DE" altLang="en-US" sz="2000" dirty="0"/>
          </a:p>
          <a:p>
            <a:pPr marL="268288" lvl="1" indent="-268288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buFont typeface="Wingdings" pitchFamily="2" charset="2"/>
              <a:buChar char="n"/>
            </a:pPr>
            <a:endParaRPr lang="de-DE" altLang="en-US" sz="2000" dirty="0"/>
          </a:p>
          <a:p>
            <a:pPr marL="268288" lvl="1" indent="-268288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buFont typeface="Wingdings" pitchFamily="2" charset="2"/>
              <a:buChar char="n"/>
            </a:pPr>
            <a:endParaRPr lang="de-DE" altLang="en-US" sz="2000" dirty="0"/>
          </a:p>
          <a:p>
            <a:pPr marL="268288" lvl="1" indent="-268288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buFont typeface="Wingdings" pitchFamily="2" charset="2"/>
              <a:buChar char="n"/>
            </a:pPr>
            <a:endParaRPr lang="de-DE" altLang="en-US" sz="2000" dirty="0"/>
          </a:p>
          <a:p>
            <a:pPr marL="268288" lvl="1" indent="-268288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buFont typeface="Wingdings" pitchFamily="2" charset="2"/>
              <a:buChar char="n"/>
            </a:pPr>
            <a:endParaRPr lang="de-DE" altLang="en-US" sz="2000" dirty="0">
              <a:solidFill>
                <a:srgbClr val="0000FF"/>
              </a:solidFill>
              <a:latin typeface="TTE1F17478t00" charset="0"/>
            </a:endParaRPr>
          </a:p>
          <a:p>
            <a:pPr marL="268288" lvl="1" indent="-268288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buFont typeface="Wingdings" pitchFamily="2" charset="2"/>
              <a:buChar char="n"/>
            </a:pPr>
            <a:endParaRPr lang="de-DE" altLang="en-US" sz="2000" dirty="0">
              <a:solidFill>
                <a:srgbClr val="0000FF"/>
              </a:solidFill>
              <a:latin typeface="TTE1F17478t00" charset="0"/>
            </a:endParaRPr>
          </a:p>
          <a:p>
            <a:pPr marL="268288" lvl="1" indent="-268288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buFont typeface="Wingdings" pitchFamily="2" charset="2"/>
              <a:buChar char="n"/>
            </a:pPr>
            <a:r>
              <a:rPr lang="de-DE" altLang="en-US" sz="2000" dirty="0" err="1">
                <a:solidFill>
                  <a:srgbClr val="0000FF"/>
                </a:solidFill>
                <a:latin typeface="TTE1F17478t00" charset="0"/>
              </a:rPr>
              <a:t>signal A: BIT_VECTOR (7 downto 0) := "11001001";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6215DF6-96D6-AB40-BAA1-88DA2A72D815}"/>
              </a:ext>
            </a:extLst>
          </p:cNvPr>
          <p:cNvGraphicFramePr>
            <a:graphicFrameLocks noGrp="1"/>
          </p:cNvGraphicFramePr>
          <p:nvPr/>
        </p:nvGraphicFramePr>
        <p:xfrm>
          <a:off x="990600" y="2362200"/>
          <a:ext cx="6172200" cy="249396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780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Operation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Example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Result</a:t>
                      </a:r>
                    </a:p>
                  </a:txBody>
                  <a:tcPr marT="45713" marB="4571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780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Shift left logical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A </a:t>
                      </a:r>
                      <a:r>
                        <a:rPr lang="en-GB" sz="1800" dirty="0" err="1"/>
                        <a:t>sll</a:t>
                      </a:r>
                      <a:r>
                        <a:rPr lang="en-GB" sz="1800" dirty="0"/>
                        <a:t> 3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01001000</a:t>
                      </a:r>
                    </a:p>
                  </a:txBody>
                  <a:tcPr marT="45713" marB="4571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7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/>
                        <a:t>Shift left arithmetic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A </a:t>
                      </a:r>
                      <a:r>
                        <a:rPr lang="en-GB" sz="1800" dirty="0" err="1"/>
                        <a:t>sla</a:t>
                      </a:r>
                      <a:r>
                        <a:rPr lang="en-GB" sz="1800" dirty="0"/>
                        <a:t> 3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01001111</a:t>
                      </a:r>
                    </a:p>
                  </a:txBody>
                  <a:tcPr marT="45713" marB="4571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6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/>
                        <a:t>Rotate left logical</a:t>
                      </a:r>
                    </a:p>
                    <a:p>
                      <a:pPr algn="ctr"/>
                      <a:endParaRPr lang="en-GB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A </a:t>
                      </a:r>
                      <a:r>
                        <a:rPr lang="en-GB" sz="1800" dirty="0" err="1"/>
                        <a:t>rol</a:t>
                      </a:r>
                      <a:r>
                        <a:rPr lang="en-GB" sz="1800" baseline="0" dirty="0"/>
                        <a:t> </a:t>
                      </a:r>
                      <a:r>
                        <a:rPr lang="en-GB" sz="1800" dirty="0"/>
                        <a:t>3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01001110</a:t>
                      </a:r>
                    </a:p>
                  </a:txBody>
                  <a:tcPr marT="45713" marB="4571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780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Shift right logical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A </a:t>
                      </a:r>
                      <a:r>
                        <a:rPr lang="en-GB" sz="1800" dirty="0" err="1"/>
                        <a:t>srl</a:t>
                      </a:r>
                      <a:r>
                        <a:rPr lang="en-GB" sz="1800" dirty="0"/>
                        <a:t> 3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00011001</a:t>
                      </a:r>
                    </a:p>
                  </a:txBody>
                  <a:tcPr marT="45713" marB="4571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78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/>
                        <a:t>Shift right arithmetic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A </a:t>
                      </a:r>
                      <a:r>
                        <a:rPr lang="en-GB" sz="1800" dirty="0" err="1"/>
                        <a:t>sra</a:t>
                      </a:r>
                      <a:r>
                        <a:rPr lang="en-GB" sz="1800" dirty="0"/>
                        <a:t> 3</a:t>
                      </a:r>
                    </a:p>
                  </a:txBody>
                  <a:tcPr marT="45713" marB="4571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11111001</a:t>
                      </a:r>
                    </a:p>
                  </a:txBody>
                  <a:tcPr marT="45713" marB="4571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322" name="Text Box 3">
            <a:extLst>
              <a:ext uri="{FF2B5EF4-FFF2-40B4-BE49-F238E27FC236}">
                <a16:creationId xmlns:a16="http://schemas.microsoft.com/office/drawing/2014/main" id="{1A980D5C-0422-4C4C-AC47-6022E612B5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6788" y="6323013"/>
            <a:ext cx="21336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algn="ctr" eaLnBrk="1">
              <a:lnSpc>
                <a:spcPct val="100000"/>
              </a:lnSpc>
              <a:spcAft>
                <a:spcPct val="0"/>
              </a:spcAft>
            </a:pPr>
            <a:r>
              <a:rPr lang="de-DE" altLang="en-US" sz="1200">
                <a:solidFill>
                  <a:srgbClr val="B2B2B2"/>
                </a:solidFill>
              </a:rPr>
              <a:t>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0695"/>
    </mc:Choice>
    <mc:Fallback xmlns="">
      <p:transition spd="slow" advTm="370695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AutoShape 2">
            <a:extLst>
              <a:ext uri="{FF2B5EF4-FFF2-40B4-BE49-F238E27FC236}">
                <a16:creationId xmlns:a16="http://schemas.microsoft.com/office/drawing/2014/main" id="{0E6E475A-698C-444D-BF17-9FABA98FFE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" y="534988"/>
            <a:ext cx="8223250" cy="914400"/>
          </a:xfrm>
          <a:custGeom>
            <a:avLst/>
            <a:gdLst>
              <a:gd name="T0" fmla="*/ 8223250 w 8223250"/>
              <a:gd name="T1" fmla="*/ 457200 h 914400"/>
              <a:gd name="T2" fmla="*/ 4111625 w 8223250"/>
              <a:gd name="T3" fmla="*/ 914400 h 914400"/>
              <a:gd name="T4" fmla="*/ 0 w 8223250"/>
              <a:gd name="T5" fmla="*/ 457200 h 914400"/>
              <a:gd name="T6" fmla="*/ 4111625 w 8223250"/>
              <a:gd name="T7" fmla="*/ 0 h 914400"/>
              <a:gd name="T8" fmla="*/ 0 60000 65536"/>
              <a:gd name="T9" fmla="*/ 5898240 60000 65536"/>
              <a:gd name="T10" fmla="*/ 11796480 60000 65536"/>
              <a:gd name="T11" fmla="*/ 17694720 60000 65536"/>
              <a:gd name="T12" fmla="*/ 0 w 8223250"/>
              <a:gd name="T13" fmla="*/ 0 h 914400"/>
              <a:gd name="T14" fmla="*/ 8223250 w 8223250"/>
              <a:gd name="T15" fmla="*/ 914400 h 9144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223250" h="914400">
                <a:moveTo>
                  <a:pt x="0" y="0"/>
                </a:moveTo>
                <a:lnTo>
                  <a:pt x="22842" y="0"/>
                </a:lnTo>
                <a:lnTo>
                  <a:pt x="22842" y="2540"/>
                </a:lnTo>
                <a:lnTo>
                  <a:pt x="0" y="254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>
              <a:lnSpc>
                <a:spcPct val="100000"/>
              </a:lnSpc>
              <a:spcAft>
                <a:spcPct val="0"/>
              </a:spcAft>
            </a:pPr>
            <a:r>
              <a:rPr lang="de-DE" altLang="en-US" sz="3200" b="1">
                <a:latin typeface="Frutiger LT Com 45 Light" charset="0"/>
              </a:rPr>
              <a:t>VHDL Operators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EDC9C26-A075-0A4D-851B-C61BA09254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0375" y="1906588"/>
            <a:ext cx="8223250" cy="3959225"/>
          </a:xfrm>
        </p:spPr>
        <p:txBody>
          <a:bodyPr/>
          <a:lstStyle/>
          <a:p>
            <a:pPr marL="268288" lvl="1" indent="-268288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buFont typeface="Wingdings" pitchFamily="1" charset="2"/>
              <a:buChar char="n"/>
              <a:defRPr/>
            </a:pPr>
            <a:r>
              <a:rPr lang="de-DE" altLang="en-US" sz="2000" dirty="0"/>
              <a:t>Adding operator (Concatenation and Arithmetic)</a:t>
            </a:r>
          </a:p>
          <a:p>
            <a:pPr marL="268288" lvl="1" indent="-268288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buFont typeface="Wingdings" pitchFamily="1" charset="2"/>
              <a:buChar char="n"/>
              <a:defRPr/>
            </a:pPr>
            <a:endParaRPr lang="de-DE" altLang="en-US" sz="2000" dirty="0"/>
          </a:p>
          <a:p>
            <a:pPr marL="268288" lvl="1" indent="-268288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buFont typeface="Wingdings" pitchFamily="1" charset="2"/>
              <a:buChar char="n"/>
              <a:defRPr/>
            </a:pPr>
            <a:endParaRPr lang="de-DE" altLang="en-US" sz="2000" dirty="0"/>
          </a:p>
          <a:p>
            <a:pPr marL="268288" lvl="1" indent="-268288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buFont typeface="Wingdings" pitchFamily="1" charset="2"/>
              <a:buChar char="n"/>
              <a:defRPr/>
            </a:pPr>
            <a:endParaRPr lang="de-DE" altLang="en-US" sz="2000" dirty="0"/>
          </a:p>
          <a:p>
            <a:pPr marL="268288" lvl="1" indent="-268288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buFont typeface="Wingdings" pitchFamily="1" charset="2"/>
              <a:buChar char="n"/>
              <a:defRPr/>
            </a:pPr>
            <a:endParaRPr lang="de-DE" altLang="en-US" sz="2000" dirty="0"/>
          </a:p>
          <a:p>
            <a:pPr marL="268288" lvl="1" indent="-268288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buFont typeface="Wingdings" pitchFamily="1" charset="2"/>
              <a:buChar char="n"/>
              <a:defRPr/>
            </a:pPr>
            <a:endParaRPr lang="de-DE" altLang="en-US" sz="2000" dirty="0"/>
          </a:p>
          <a:p>
            <a:pPr marL="268288" lvl="1" indent="-268288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buFont typeface="Wingdings" pitchFamily="1" charset="2"/>
              <a:buChar char="n"/>
              <a:defRPr/>
            </a:pPr>
            <a:r>
              <a:rPr lang="en-GB" sz="2000" dirty="0"/>
              <a:t>Use &amp; to add a single element to the beginning or end of an array, to combine two arrays, or to build an array out of elements.</a:t>
            </a:r>
          </a:p>
          <a:p>
            <a:pPr marL="268288" lvl="1" indent="-268288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buFont typeface="Wingdings" pitchFamily="1" charset="2"/>
              <a:buChar char="n"/>
              <a:defRPr/>
            </a:pPr>
            <a:r>
              <a:rPr lang="en-GB" sz="2000" dirty="0"/>
              <a:t>Each arithmetic operators ”+” and ”–” are predefined by VHDL Compiler for all integer operands.</a:t>
            </a:r>
          </a:p>
          <a:p>
            <a:pPr marL="268288" lvl="1" indent="-268288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buFont typeface="Wingdings" pitchFamily="1" charset="2"/>
              <a:buChar char="n"/>
              <a:defRPr/>
            </a:pPr>
            <a:endParaRPr lang="de-DE" altLang="en-US" sz="2000" dirty="0"/>
          </a:p>
          <a:p>
            <a:pPr marL="268288" lvl="1" indent="-268288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buFont typeface="Wingdings" pitchFamily="1" charset="2"/>
              <a:buChar char="n"/>
              <a:defRPr/>
            </a:pPr>
            <a:endParaRPr lang="de-DE" altLang="en-US" sz="2000" dirty="0"/>
          </a:p>
          <a:p>
            <a:pPr marL="268288" lvl="1" indent="-268288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buFont typeface="Wingdings" pitchFamily="1" charset="2"/>
              <a:buChar char="n"/>
              <a:defRPr/>
            </a:pPr>
            <a:endParaRPr lang="de-DE" altLang="en-US" sz="2000" dirty="0"/>
          </a:p>
          <a:p>
            <a:pPr marL="268288" lvl="1" indent="-268288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buFont typeface="Wingdings" pitchFamily="1" charset="2"/>
              <a:buChar char="n"/>
              <a:defRPr/>
            </a:pPr>
            <a:endParaRPr lang="de-DE" altLang="en-US" sz="2000" dirty="0"/>
          </a:p>
          <a:p>
            <a:pPr marL="268288" lvl="1" indent="-268288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buFont typeface="Wingdings" pitchFamily="1" charset="2"/>
              <a:buChar char="n"/>
              <a:defRPr/>
            </a:pPr>
            <a:endParaRPr lang="de-DE" altLang="en-US" sz="2000" dirty="0"/>
          </a:p>
          <a:p>
            <a:pPr marL="268288" lvl="1" indent="-268288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buFont typeface="Wingdings" pitchFamily="1" charset="2"/>
              <a:buChar char="n"/>
              <a:defRPr/>
            </a:pPr>
            <a:endParaRPr lang="de-DE" altLang="en-US" sz="2000" dirty="0"/>
          </a:p>
          <a:p>
            <a:pPr marL="268288" lvl="1" indent="-268288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buFont typeface="Wingdings" pitchFamily="1" charset="2"/>
              <a:buChar char="n"/>
              <a:defRPr/>
            </a:pPr>
            <a:endParaRPr lang="de-DE" altLang="en-US" sz="2000" dirty="0"/>
          </a:p>
          <a:p>
            <a:pPr marL="268288" lvl="1" indent="-268288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buFont typeface="Wingdings" pitchFamily="1" charset="2"/>
              <a:buChar char="n"/>
              <a:defRPr/>
            </a:pPr>
            <a:endParaRPr lang="de-DE" altLang="en-US" sz="2000" dirty="0"/>
          </a:p>
          <a:p>
            <a:pPr marL="268288" lvl="1" indent="-268288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buFont typeface="Wingdings" pitchFamily="1" charset="2"/>
              <a:buChar char="n"/>
              <a:defRPr/>
            </a:pPr>
            <a:endParaRPr lang="de-DE" altLang="en-US" sz="2000" dirty="0"/>
          </a:p>
          <a:p>
            <a:pPr marL="0" lvl="1" indent="0">
              <a:buClr>
                <a:srgbClr val="00B050"/>
              </a:buClr>
              <a:defRPr/>
            </a:pPr>
            <a:endParaRPr lang="en-GB" sz="20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7DE6D7F-C0FB-504C-94C9-764CDEB8E6FE}"/>
              </a:ext>
            </a:extLst>
          </p:cNvPr>
          <p:cNvGraphicFramePr>
            <a:graphicFrameLocks noGrp="1"/>
          </p:cNvGraphicFramePr>
          <p:nvPr/>
        </p:nvGraphicFramePr>
        <p:xfrm>
          <a:off x="1676400" y="2555875"/>
          <a:ext cx="4876800" cy="148272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Operation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Result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“1011” &amp; “1110”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“10111110”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"1011" &amp; '1'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“10111”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68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dirty="0"/>
                        <a:t>'1' &amp; "1011"</a:t>
                      </a:r>
                    </a:p>
                  </a:txBody>
                  <a:tcPr marT="45700" marB="457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“11011”</a:t>
                      </a:r>
                    </a:p>
                  </a:txBody>
                  <a:tcPr marT="45700" marB="457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333" name="Text Box 3">
            <a:extLst>
              <a:ext uri="{FF2B5EF4-FFF2-40B4-BE49-F238E27FC236}">
                <a16:creationId xmlns:a16="http://schemas.microsoft.com/office/drawing/2014/main" id="{A4E461BF-B4CB-C945-B398-C9E8D8C764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6788" y="6323013"/>
            <a:ext cx="21336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algn="ctr" eaLnBrk="1">
              <a:lnSpc>
                <a:spcPct val="100000"/>
              </a:lnSpc>
              <a:spcAft>
                <a:spcPct val="0"/>
              </a:spcAft>
            </a:pPr>
            <a:r>
              <a:rPr lang="de-DE" altLang="en-US" sz="1200">
                <a:solidFill>
                  <a:srgbClr val="B2B2B2"/>
                </a:solidFill>
              </a:rPr>
              <a:t>10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7138"/>
    </mc:Choice>
    <mc:Fallback xmlns="">
      <p:transition spd="slow" advTm="137138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AutoShape 2">
            <a:extLst>
              <a:ext uri="{FF2B5EF4-FFF2-40B4-BE49-F238E27FC236}">
                <a16:creationId xmlns:a16="http://schemas.microsoft.com/office/drawing/2014/main" id="{167436C8-09B8-4946-B9B4-D74126B200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" y="534988"/>
            <a:ext cx="8223250" cy="914400"/>
          </a:xfrm>
          <a:custGeom>
            <a:avLst/>
            <a:gdLst>
              <a:gd name="T0" fmla="*/ 8223250 w 8223250"/>
              <a:gd name="T1" fmla="*/ 457200 h 914400"/>
              <a:gd name="T2" fmla="*/ 4111625 w 8223250"/>
              <a:gd name="T3" fmla="*/ 914400 h 914400"/>
              <a:gd name="T4" fmla="*/ 0 w 8223250"/>
              <a:gd name="T5" fmla="*/ 457200 h 914400"/>
              <a:gd name="T6" fmla="*/ 4111625 w 8223250"/>
              <a:gd name="T7" fmla="*/ 0 h 914400"/>
              <a:gd name="T8" fmla="*/ 0 60000 65536"/>
              <a:gd name="T9" fmla="*/ 5898240 60000 65536"/>
              <a:gd name="T10" fmla="*/ 11796480 60000 65536"/>
              <a:gd name="T11" fmla="*/ 17694720 60000 65536"/>
              <a:gd name="T12" fmla="*/ 0 w 8223250"/>
              <a:gd name="T13" fmla="*/ 0 h 914400"/>
              <a:gd name="T14" fmla="*/ 8223250 w 8223250"/>
              <a:gd name="T15" fmla="*/ 914400 h 9144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223250" h="914400">
                <a:moveTo>
                  <a:pt x="0" y="0"/>
                </a:moveTo>
                <a:lnTo>
                  <a:pt x="22842" y="0"/>
                </a:lnTo>
                <a:lnTo>
                  <a:pt x="22842" y="2540"/>
                </a:lnTo>
                <a:lnTo>
                  <a:pt x="0" y="254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>
              <a:lnSpc>
                <a:spcPct val="100000"/>
              </a:lnSpc>
              <a:spcAft>
                <a:spcPct val="0"/>
              </a:spcAft>
            </a:pPr>
            <a:r>
              <a:rPr lang="de-DE" altLang="en-US" sz="3200" b="1">
                <a:latin typeface="Frutiger LT Com 45 Light" charset="0"/>
              </a:rPr>
              <a:t>VHDL Operators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7FB31A0-9C5C-F547-B5C8-BBE0A23D7D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0375" y="1906588"/>
            <a:ext cx="8223250" cy="3959225"/>
          </a:xfrm>
        </p:spPr>
        <p:txBody>
          <a:bodyPr/>
          <a:lstStyle/>
          <a:p>
            <a:pPr marL="268288" lvl="1" indent="-268288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buFont typeface="Wingdings" pitchFamily="1" charset="2"/>
              <a:buChar char="n"/>
              <a:defRPr/>
            </a:pPr>
            <a:r>
              <a:rPr lang="de-DE" altLang="en-US" sz="2000" b="1" dirty="0"/>
              <a:t>Example: </a:t>
            </a:r>
            <a:r>
              <a:rPr lang="de-DE" altLang="en-US" dirty="0"/>
              <a:t>By assigning the proper values to the signals on the right hand side find the result of output value. </a:t>
            </a:r>
            <a:endParaRPr lang="de-DE" altLang="en-US" sz="2000" dirty="0"/>
          </a:p>
          <a:p>
            <a:pPr marL="268288" lvl="1" indent="-268288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buFont typeface="Wingdings" pitchFamily="1" charset="2"/>
              <a:buChar char="n"/>
              <a:defRPr/>
            </a:pPr>
            <a:endParaRPr lang="de-DE" altLang="en-US" sz="2000" dirty="0"/>
          </a:p>
          <a:p>
            <a:pPr marL="0" lvl="1" indent="0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defRPr/>
            </a:pPr>
            <a:r>
              <a:rPr lang="de-DE" sz="2000" dirty="0">
                <a:solidFill>
                  <a:srgbClr val="0000FF"/>
                </a:solidFill>
                <a:latin typeface="TTE1F17478t00" charset="0"/>
              </a:rPr>
              <a:t>       </a:t>
            </a:r>
            <a:r>
              <a:rPr lang="de-DE" dirty="0" err="1">
                <a:solidFill>
                  <a:srgbClr val="0000FF"/>
                </a:solidFill>
                <a:latin typeface="TTE1F17478t00" charset="0"/>
              </a:rPr>
              <a:t>signal</a:t>
            </a:r>
            <a:r>
              <a:rPr lang="de-DE" dirty="0">
                <a:latin typeface="TTE1F17478t00"/>
              </a:rPr>
              <a:t> A, B: </a:t>
            </a:r>
            <a:r>
              <a:rPr lang="de-DE" dirty="0">
                <a:solidFill>
                  <a:srgbClr val="FF00FF"/>
                </a:solidFill>
                <a:latin typeface="TTE1F17478t00" charset="0"/>
              </a:rPr>
              <a:t>BIT_VECTOR</a:t>
            </a:r>
            <a:r>
              <a:rPr lang="de-DE" dirty="0">
                <a:latin typeface="TTE1F17478t00"/>
              </a:rPr>
              <a:t> (3 </a:t>
            </a:r>
            <a:r>
              <a:rPr lang="de-DE" dirty="0">
                <a:solidFill>
                  <a:srgbClr val="0000FF"/>
                </a:solidFill>
                <a:latin typeface="TTE1F17478t00" charset="0"/>
              </a:rPr>
              <a:t>downto</a:t>
            </a:r>
            <a:r>
              <a:rPr lang="de-DE" dirty="0">
                <a:latin typeface="TTE1F17478t00"/>
              </a:rPr>
              <a:t> 0);</a:t>
            </a:r>
          </a:p>
          <a:p>
            <a:pPr marL="0" lvl="1" indent="0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defRPr/>
            </a:pPr>
            <a:r>
              <a:rPr lang="de-DE" dirty="0">
                <a:solidFill>
                  <a:srgbClr val="0000FF"/>
                </a:solidFill>
                <a:latin typeface="TTE1F17478t00" charset="0"/>
              </a:rPr>
              <a:t>        signal</a:t>
            </a:r>
            <a:r>
              <a:rPr lang="de-DE" dirty="0">
                <a:latin typeface="TTE1F17478t00"/>
              </a:rPr>
              <a:t> C, D: </a:t>
            </a:r>
            <a:r>
              <a:rPr lang="de-DE" dirty="0">
                <a:solidFill>
                  <a:srgbClr val="FF00FF"/>
                </a:solidFill>
                <a:latin typeface="TTE1F17478t00" charset="0"/>
              </a:rPr>
              <a:t>BIT_VECTOR</a:t>
            </a:r>
            <a:r>
              <a:rPr lang="de-DE" dirty="0">
                <a:latin typeface="TTE1F17478t00"/>
              </a:rPr>
              <a:t> (1 </a:t>
            </a:r>
            <a:r>
              <a:rPr lang="de-DE" dirty="0">
                <a:solidFill>
                  <a:srgbClr val="0000FF"/>
                </a:solidFill>
                <a:latin typeface="TTE1F17478t00" charset="0"/>
              </a:rPr>
              <a:t>downto</a:t>
            </a:r>
            <a:r>
              <a:rPr lang="de-DE" dirty="0">
                <a:latin typeface="TTE1F17478t00"/>
              </a:rPr>
              <a:t> 0);</a:t>
            </a:r>
          </a:p>
          <a:p>
            <a:pPr marL="0" lvl="1" indent="0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defRPr/>
            </a:pPr>
            <a:r>
              <a:rPr lang="de-DE" dirty="0">
                <a:solidFill>
                  <a:srgbClr val="0000FF"/>
                </a:solidFill>
                <a:latin typeface="TTE1F17478t00" charset="0"/>
              </a:rPr>
              <a:t>        signal</a:t>
            </a:r>
            <a:r>
              <a:rPr lang="de-DE" dirty="0">
                <a:latin typeface="TTE1F17478t00"/>
              </a:rPr>
              <a:t> G, H : </a:t>
            </a:r>
            <a:r>
              <a:rPr lang="de-DE" dirty="0">
                <a:solidFill>
                  <a:srgbClr val="FF00FF"/>
                </a:solidFill>
                <a:latin typeface="TTE1F17478t00" charset="0"/>
              </a:rPr>
              <a:t>Bit</a:t>
            </a:r>
            <a:r>
              <a:rPr lang="de-DE" dirty="0">
                <a:latin typeface="TTE1F17478t00"/>
              </a:rPr>
              <a:t>;</a:t>
            </a:r>
          </a:p>
          <a:p>
            <a:pPr marL="0" lvl="1" indent="0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defRPr/>
            </a:pPr>
            <a:r>
              <a:rPr lang="de-DE" dirty="0">
                <a:solidFill>
                  <a:srgbClr val="0000FF"/>
                </a:solidFill>
                <a:latin typeface="TTE1F17478t00" charset="0"/>
              </a:rPr>
              <a:t>        signal I: INTEGER range 0 to 6;</a:t>
            </a:r>
            <a:br/>
            <a:r>
              <a:rPr lang="de-DE" dirty="0">
                <a:solidFill>
                  <a:srgbClr val="0000FF"/>
                </a:solidFill>
                <a:latin typeface="TTE1F17478t00" charset="0"/>
              </a:rPr>
              <a:t>        signal J, K: INTEGER range 0 to 3;</a:t>
            </a:r>
          </a:p>
          <a:p>
            <a:pPr marL="0" lvl="1" indent="0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defRPr/>
            </a:pPr>
            <a:r>
              <a:rPr lang="de-DE" dirty="0">
                <a:latin typeface="TTE1F17478t00"/>
              </a:rPr>
              <a:t> </a:t>
            </a:r>
          </a:p>
          <a:p>
            <a:pPr marL="0" lvl="1" indent="0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defRPr/>
            </a:pPr>
            <a:endParaRPr lang="de-DE" sz="2000" dirty="0">
              <a:latin typeface="TTE1F17478t00"/>
            </a:endParaRPr>
          </a:p>
          <a:p>
            <a:pPr marL="0" lvl="1" indent="0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defRPr/>
            </a:pPr>
            <a:endParaRPr lang="de-DE" sz="2000" dirty="0">
              <a:latin typeface="TTE1F17478t00"/>
            </a:endParaRPr>
          </a:p>
          <a:p>
            <a:pPr marL="0" lvl="1" indent="0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defRPr/>
            </a:pPr>
            <a:endParaRPr lang="de-DE" sz="2000" dirty="0">
              <a:latin typeface="TTE1F17478t00"/>
            </a:endParaRPr>
          </a:p>
          <a:p>
            <a:pPr marL="0" lvl="1" indent="0">
              <a:buClr>
                <a:srgbClr val="00B050"/>
              </a:buClr>
              <a:defRPr/>
            </a:pPr>
            <a:endParaRPr lang="en-GB" kern="1200" dirty="0">
              <a:solidFill>
                <a:srgbClr val="00B050"/>
              </a:solidFill>
              <a:latin typeface="TTE1F17478t00"/>
            </a:endParaRPr>
          </a:p>
        </p:txBody>
      </p:sp>
      <p:sp>
        <p:nvSpPr>
          <p:cNvPr id="14340" name="Rectangle 13">
            <a:extLst>
              <a:ext uri="{FF2B5EF4-FFF2-40B4-BE49-F238E27FC236}">
                <a16:creationId xmlns:a16="http://schemas.microsoft.com/office/drawing/2014/main" id="{D1D86FC8-8FE8-034F-A753-CE6C22963A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4791075"/>
            <a:ext cx="8229600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GB" altLang="en-US" dirty="0">
                <a:solidFill>
                  <a:srgbClr val="000000"/>
                </a:solidFill>
                <a:latin typeface="TTE1F17478t00" charset="0"/>
              </a:rPr>
              <a:t>C &lt;= not G &amp; not H;       	</a:t>
            </a:r>
            <a:r>
              <a:rPr lang="en-GB" altLang="en-US" dirty="0">
                <a:solidFill>
                  <a:srgbClr val="00B050"/>
                </a:solidFill>
                <a:latin typeface="TTE1F17478t00" charset="0"/>
              </a:rPr>
              <a:t>-- Element and element;</a:t>
            </a:r>
            <a:endParaRPr lang="en-GB" altLang="en-US" dirty="0">
              <a:solidFill>
                <a:srgbClr val="000000"/>
              </a:solidFill>
              <a:latin typeface="TTE1F17478t00" charset="0"/>
            </a:endParaRPr>
          </a:p>
          <a:p>
            <a:r>
              <a:rPr lang="en-GB" altLang="en-US" dirty="0">
                <a:solidFill>
                  <a:srgbClr val="000000"/>
                </a:solidFill>
                <a:latin typeface="TTE1F17478t00" charset="0"/>
              </a:rPr>
              <a:t>A &lt;= not D &amp; not C;       	</a:t>
            </a:r>
            <a:r>
              <a:rPr lang="en-GB" altLang="en-US" dirty="0">
                <a:solidFill>
                  <a:srgbClr val="00B050"/>
                </a:solidFill>
                <a:latin typeface="TTE1F17478t00" charset="0"/>
              </a:rPr>
              <a:t>-- Array and array;</a:t>
            </a:r>
            <a:endParaRPr lang="en-GB" altLang="en-US" dirty="0">
              <a:solidFill>
                <a:srgbClr val="000000"/>
              </a:solidFill>
              <a:latin typeface="TTE1F17478t00" charset="0"/>
            </a:endParaRPr>
          </a:p>
          <a:p>
            <a:r>
              <a:rPr lang="en-GB" altLang="en-US" dirty="0">
                <a:solidFill>
                  <a:srgbClr val="000000"/>
                </a:solidFill>
                <a:latin typeface="TTE1F17478t00" charset="0"/>
              </a:rPr>
              <a:t>I &lt;= J + K;                       	</a:t>
            </a:r>
            <a:r>
              <a:rPr lang="en-GB" altLang="en-US" dirty="0">
                <a:solidFill>
                  <a:srgbClr val="00B050"/>
                </a:solidFill>
                <a:latin typeface="TTE1F17478t00" charset="0"/>
              </a:rPr>
              <a:t>-- Simple addition;</a:t>
            </a:r>
          </a:p>
        </p:txBody>
      </p:sp>
      <p:sp>
        <p:nvSpPr>
          <p:cNvPr id="14341" name="Text Box 3">
            <a:extLst>
              <a:ext uri="{FF2B5EF4-FFF2-40B4-BE49-F238E27FC236}">
                <a16:creationId xmlns:a16="http://schemas.microsoft.com/office/drawing/2014/main" id="{E3B37566-ACCA-1644-AF60-B6928A1527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6788" y="6323013"/>
            <a:ext cx="21336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algn="ctr" eaLnBrk="1">
              <a:lnSpc>
                <a:spcPct val="100000"/>
              </a:lnSpc>
              <a:spcAft>
                <a:spcPct val="0"/>
              </a:spcAft>
            </a:pPr>
            <a:r>
              <a:rPr lang="de-DE" altLang="en-US" sz="1200">
                <a:solidFill>
                  <a:srgbClr val="B2B2B2"/>
                </a:solidFill>
              </a:rPr>
              <a:t>11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7386"/>
    </mc:Choice>
    <mc:Fallback xmlns="">
      <p:transition spd="slow" advTm="47386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AutoShape 2">
            <a:extLst>
              <a:ext uri="{FF2B5EF4-FFF2-40B4-BE49-F238E27FC236}">
                <a16:creationId xmlns:a16="http://schemas.microsoft.com/office/drawing/2014/main" id="{A1570615-69CA-614B-8B6B-62857C4248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" y="534988"/>
            <a:ext cx="8223250" cy="914400"/>
          </a:xfrm>
          <a:custGeom>
            <a:avLst/>
            <a:gdLst>
              <a:gd name="T0" fmla="*/ 8223250 w 8223250"/>
              <a:gd name="T1" fmla="*/ 457200 h 914400"/>
              <a:gd name="T2" fmla="*/ 4111625 w 8223250"/>
              <a:gd name="T3" fmla="*/ 914400 h 914400"/>
              <a:gd name="T4" fmla="*/ 0 w 8223250"/>
              <a:gd name="T5" fmla="*/ 457200 h 914400"/>
              <a:gd name="T6" fmla="*/ 4111625 w 8223250"/>
              <a:gd name="T7" fmla="*/ 0 h 914400"/>
              <a:gd name="T8" fmla="*/ 0 60000 65536"/>
              <a:gd name="T9" fmla="*/ 5898240 60000 65536"/>
              <a:gd name="T10" fmla="*/ 11796480 60000 65536"/>
              <a:gd name="T11" fmla="*/ 17694720 60000 65536"/>
              <a:gd name="T12" fmla="*/ 0 w 8223250"/>
              <a:gd name="T13" fmla="*/ 0 h 914400"/>
              <a:gd name="T14" fmla="*/ 8223250 w 8223250"/>
              <a:gd name="T15" fmla="*/ 914400 h 9144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223250" h="914400">
                <a:moveTo>
                  <a:pt x="0" y="0"/>
                </a:moveTo>
                <a:lnTo>
                  <a:pt x="22842" y="0"/>
                </a:lnTo>
                <a:lnTo>
                  <a:pt x="22842" y="2540"/>
                </a:lnTo>
                <a:lnTo>
                  <a:pt x="0" y="254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>
              <a:lnSpc>
                <a:spcPct val="100000"/>
              </a:lnSpc>
              <a:spcAft>
                <a:spcPct val="0"/>
              </a:spcAft>
            </a:pPr>
            <a:r>
              <a:rPr lang="de-DE" altLang="en-US" sz="3200" b="1">
                <a:latin typeface="Frutiger LT Com 45 Light" charset="0"/>
              </a:rPr>
              <a:t>VHDL Operators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322299C-EFB6-3943-84F0-C6067FB20B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3951249"/>
              </p:ext>
            </p:extLst>
          </p:nvPr>
        </p:nvGraphicFramePr>
        <p:xfrm>
          <a:off x="685800" y="1981200"/>
          <a:ext cx="7967663" cy="3797300"/>
        </p:xfrm>
        <a:graphic>
          <a:graphicData uri="http://schemas.openxmlformats.org/drawingml/2006/table">
            <a:tbl>
              <a:tblPr/>
              <a:tblGrid>
                <a:gridCol w="16762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4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483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5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94">
                <a:tc gridSpan="2">
                  <a:txBody>
                    <a:bodyPr/>
                    <a:lstStyle/>
                    <a:p>
                      <a:pPr algn="ctr"/>
                      <a:r>
                        <a:rPr lang="en-GB" sz="2000" b="1" dirty="0"/>
                        <a:t>Operator Type</a:t>
                      </a:r>
                    </a:p>
                  </a:txBody>
                  <a:tcPr marL="91433" marR="91433" marT="45721" marB="45721"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800" b="1" dirty="0"/>
                        <a:t>Operator Name/Symbol</a:t>
                      </a:r>
                    </a:p>
                    <a:p>
                      <a:endParaRPr lang="en-GB" sz="1800" dirty="0"/>
                    </a:p>
                  </a:txBody>
                  <a:tcPr marL="91433" marR="91433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b="1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Priority</a:t>
                      </a:r>
                    </a:p>
                  </a:txBody>
                  <a:tcPr marL="91433" marR="91433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94">
                <a:tc gridSpan="2">
                  <a:txBody>
                    <a:bodyPr/>
                    <a:lstStyle/>
                    <a:p>
                      <a:r>
                        <a:rPr lang="en-GB" sz="1800" dirty="0"/>
                        <a:t>Logical</a:t>
                      </a:r>
                    </a:p>
                  </a:txBody>
                  <a:tcPr marL="91433" marR="91433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800" dirty="0"/>
                        <a:t>AND, OR, NAND, NOR, XOR, XNOR</a:t>
                      </a:r>
                    </a:p>
                  </a:txBody>
                  <a:tcPr marL="91433" marR="91433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7">
                  <a:txBody>
                    <a:bodyPr/>
                    <a:lstStyle/>
                    <a:p>
                      <a:endParaRPr lang="en-GB" sz="1800" dirty="0"/>
                    </a:p>
                  </a:txBody>
                  <a:tcPr marL="91433" marR="91433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830">
                <a:tc gridSpan="2">
                  <a:txBody>
                    <a:bodyPr/>
                    <a:lstStyle/>
                    <a:p>
                      <a:r>
                        <a:rPr lang="en-GB" sz="1800" dirty="0"/>
                        <a:t>Relational</a:t>
                      </a:r>
                    </a:p>
                  </a:txBody>
                  <a:tcPr marL="91433" marR="91433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800" dirty="0"/>
                        <a:t>=    /=    &lt;    &lt;=    &gt;    &gt;=</a:t>
                      </a:r>
                    </a:p>
                  </a:txBody>
                  <a:tcPr marL="91433" marR="91433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2879">
                <a:tc gridSpan="2">
                  <a:txBody>
                    <a:bodyPr/>
                    <a:lstStyle/>
                    <a:p>
                      <a:r>
                        <a:rPr lang="en-GB" sz="1800" dirty="0"/>
                        <a:t>Shifting</a:t>
                      </a:r>
                    </a:p>
                  </a:txBody>
                  <a:tcPr marL="91433" marR="91433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SLL  SRL  SLA  SRA  ROL  ROR</a:t>
                      </a:r>
                    </a:p>
                  </a:txBody>
                  <a:tcPr marL="91433" marR="91433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4863">
                <a:tc rowSpan="3">
                  <a:txBody>
                    <a:bodyPr/>
                    <a:lstStyle/>
                    <a:p>
                      <a:r>
                        <a:rPr lang="en-GB" sz="1800" dirty="0"/>
                        <a:t>Arithmetic</a:t>
                      </a:r>
                    </a:p>
                  </a:txBody>
                  <a:tcPr marL="91433" marR="91433" marT="45721" marB="4572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Adding</a:t>
                      </a:r>
                    </a:p>
                  </a:txBody>
                  <a:tcPr marL="91433" marR="91433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  +  -  &amp;</a:t>
                      </a:r>
                    </a:p>
                  </a:txBody>
                  <a:tcPr marL="91433" marR="91433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4863"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Unary sign</a:t>
                      </a:r>
                    </a:p>
                  </a:txBody>
                  <a:tcPr marL="91433" marR="91433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  +  -</a:t>
                      </a:r>
                    </a:p>
                  </a:txBody>
                  <a:tcPr marL="91433" marR="91433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8831">
                <a:tc v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Multiplication</a:t>
                      </a:r>
                    </a:p>
                  </a:txBody>
                  <a:tcPr marL="91433" marR="91433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  *   /   MOD   REM</a:t>
                      </a:r>
                    </a:p>
                  </a:txBody>
                  <a:tcPr marL="91433" marR="91433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6846">
                <a:tc gridSpan="2">
                  <a:txBody>
                    <a:bodyPr/>
                    <a:lstStyle/>
                    <a:p>
                      <a:r>
                        <a:rPr lang="en-GB" sz="1800" dirty="0"/>
                        <a:t>Miscellaneous</a:t>
                      </a:r>
                    </a:p>
                  </a:txBody>
                  <a:tcPr marL="91433" marR="91433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GB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  **   ABS  NOT</a:t>
                      </a:r>
                    </a:p>
                  </a:txBody>
                  <a:tcPr marL="91433" marR="91433" marT="45721" marB="4572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5400" name="Down Arrow 6">
            <a:extLst>
              <a:ext uri="{FF2B5EF4-FFF2-40B4-BE49-F238E27FC236}">
                <a16:creationId xmlns:a16="http://schemas.microsoft.com/office/drawing/2014/main" id="{E67F5694-AD7B-164E-84D7-93DD25144C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67663" y="3200400"/>
            <a:ext cx="381000" cy="20574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000099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15401" name="TextBox 7">
            <a:extLst>
              <a:ext uri="{FF2B5EF4-FFF2-40B4-BE49-F238E27FC236}">
                <a16:creationId xmlns:a16="http://schemas.microsoft.com/office/drawing/2014/main" id="{5D592334-16BB-174C-BDA9-6F2CD8FD57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5263" y="2746375"/>
            <a:ext cx="6858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GB" altLang="en-US"/>
              <a:t>Low</a:t>
            </a:r>
          </a:p>
        </p:txBody>
      </p:sp>
      <p:sp>
        <p:nvSpPr>
          <p:cNvPr id="15402" name="TextBox 8">
            <a:extLst>
              <a:ext uri="{FF2B5EF4-FFF2-40B4-BE49-F238E27FC236}">
                <a16:creationId xmlns:a16="http://schemas.microsoft.com/office/drawing/2014/main" id="{7891E247-2031-2D45-9665-3D349DEEF7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5263" y="5260975"/>
            <a:ext cx="7588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/>
            <a:r>
              <a:rPr lang="en-GB" altLang="en-US"/>
              <a:t>High</a:t>
            </a:r>
          </a:p>
        </p:txBody>
      </p:sp>
      <p:sp>
        <p:nvSpPr>
          <p:cNvPr id="15403" name="Text Box 3">
            <a:extLst>
              <a:ext uri="{FF2B5EF4-FFF2-40B4-BE49-F238E27FC236}">
                <a16:creationId xmlns:a16="http://schemas.microsoft.com/office/drawing/2014/main" id="{A4F9D68E-F6BD-A94E-B444-27DCA44453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6788" y="6323013"/>
            <a:ext cx="21336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algn="ctr" eaLnBrk="1">
              <a:lnSpc>
                <a:spcPct val="100000"/>
              </a:lnSpc>
              <a:spcAft>
                <a:spcPct val="0"/>
              </a:spcAft>
            </a:pPr>
            <a:r>
              <a:rPr lang="de-DE" altLang="en-US" sz="1200">
                <a:solidFill>
                  <a:srgbClr val="B2B2B2"/>
                </a:solidFill>
              </a:rPr>
              <a:t>12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5610"/>
    </mc:Choice>
    <mc:Fallback xmlns="">
      <p:transition spd="slow" advTm="5561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AutoShape 2">
            <a:extLst>
              <a:ext uri="{FF2B5EF4-FFF2-40B4-BE49-F238E27FC236}">
                <a16:creationId xmlns:a16="http://schemas.microsoft.com/office/drawing/2014/main" id="{58500078-6956-AA40-B949-13835B2E3C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" y="534988"/>
            <a:ext cx="8223250" cy="914400"/>
          </a:xfrm>
          <a:custGeom>
            <a:avLst/>
            <a:gdLst>
              <a:gd name="T0" fmla="*/ 8223250 w 8223250"/>
              <a:gd name="T1" fmla="*/ 457200 h 914400"/>
              <a:gd name="T2" fmla="*/ 4111625 w 8223250"/>
              <a:gd name="T3" fmla="*/ 914400 h 914400"/>
              <a:gd name="T4" fmla="*/ 0 w 8223250"/>
              <a:gd name="T5" fmla="*/ 457200 h 914400"/>
              <a:gd name="T6" fmla="*/ 4111625 w 8223250"/>
              <a:gd name="T7" fmla="*/ 0 h 914400"/>
              <a:gd name="T8" fmla="*/ 0 60000 65536"/>
              <a:gd name="T9" fmla="*/ 5898240 60000 65536"/>
              <a:gd name="T10" fmla="*/ 11796480 60000 65536"/>
              <a:gd name="T11" fmla="*/ 17694720 60000 65536"/>
              <a:gd name="T12" fmla="*/ 0 w 8223250"/>
              <a:gd name="T13" fmla="*/ 0 h 914400"/>
              <a:gd name="T14" fmla="*/ 8223250 w 8223250"/>
              <a:gd name="T15" fmla="*/ 914400 h 9144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223250" h="914400">
                <a:moveTo>
                  <a:pt x="0" y="0"/>
                </a:moveTo>
                <a:lnTo>
                  <a:pt x="22842" y="0"/>
                </a:lnTo>
                <a:lnTo>
                  <a:pt x="22842" y="2540"/>
                </a:lnTo>
                <a:lnTo>
                  <a:pt x="0" y="254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>
              <a:lnSpc>
                <a:spcPct val="100000"/>
              </a:lnSpc>
              <a:spcAft>
                <a:spcPct val="0"/>
              </a:spcAft>
            </a:pPr>
            <a:r>
              <a:rPr lang="de-DE" altLang="en-US" sz="3200" b="1">
                <a:latin typeface="Frutiger LT Com 45 Light" charset="0"/>
              </a:rPr>
              <a:t>VHDL Statements</a:t>
            </a:r>
          </a:p>
        </p:txBody>
      </p:sp>
      <p:sp>
        <p:nvSpPr>
          <p:cNvPr id="16387" name="Text Box 3">
            <a:extLst>
              <a:ext uri="{FF2B5EF4-FFF2-40B4-BE49-F238E27FC236}">
                <a16:creationId xmlns:a16="http://schemas.microsoft.com/office/drawing/2014/main" id="{6C6EA0E1-7D3F-FE48-8446-BEC00C0BC1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6323013"/>
            <a:ext cx="213360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algn="ctr" eaLnBrk="1">
              <a:lnSpc>
                <a:spcPct val="100000"/>
              </a:lnSpc>
              <a:spcAft>
                <a:spcPct val="0"/>
              </a:spcAft>
            </a:pPr>
            <a:fld id="{4A36EC33-D665-E949-84F0-B1E68B6B80A6}" type="slidenum">
              <a:rPr lang="de-DE" altLang="en-US" sz="1200">
                <a:solidFill>
                  <a:srgbClr val="B2B2B2"/>
                </a:solidFill>
              </a:rPr>
              <a:pPr algn="ctr" eaLnBrk="1">
                <a:lnSpc>
                  <a:spcPct val="100000"/>
                </a:lnSpc>
                <a:spcAft>
                  <a:spcPct val="0"/>
                </a:spcAft>
              </a:pPr>
              <a:t>13</a:t>
            </a:fld>
            <a:endParaRPr lang="de-DE" altLang="en-US" sz="1200">
              <a:solidFill>
                <a:srgbClr val="B2B2B2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1223AF-576A-2842-96F7-37E2D3264EBE}"/>
              </a:ext>
            </a:extLst>
          </p:cNvPr>
          <p:cNvSpPr txBox="1"/>
          <p:nvPr/>
        </p:nvSpPr>
        <p:spPr>
          <a:xfrm>
            <a:off x="460375" y="1908175"/>
            <a:ext cx="7997825" cy="40370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66700" lvl="1" indent="-266700" eaLnBrk="1">
              <a:spcAft>
                <a:spcPts val="725"/>
              </a:spcAft>
              <a:buClr>
                <a:srgbClr val="00B050"/>
              </a:buClr>
              <a:buSzPct val="100000"/>
              <a:buFont typeface="Wingdings" pitchFamily="1" charset="2"/>
              <a:buChar char=""/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/>
            </a:pPr>
            <a:r>
              <a:rPr lang="en-GB" dirty="0">
                <a:ea typeface="+mn-ea"/>
              </a:rPr>
              <a:t>Programming languages</a:t>
            </a:r>
          </a:p>
          <a:p>
            <a:pPr marL="1219200" lvl="1" indent="-233363" eaLnBrk="1" hangingPunct="1">
              <a:spcAft>
                <a:spcPts val="725"/>
              </a:spcAft>
              <a:buClr>
                <a:srgbClr val="A8AFAF"/>
              </a:buClr>
              <a:buSzPct val="100000"/>
              <a:buFont typeface="Wingdings" pitchFamily="1" charset="2"/>
              <a:buChar char=""/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/>
            </a:pPr>
            <a:r>
              <a:rPr lang="en-GB" b="1" dirty="0">
                <a:ea typeface="+mn-ea"/>
              </a:rPr>
              <a:t>High-Level Language (HLL): </a:t>
            </a:r>
            <a:r>
              <a:rPr lang="en-GB" dirty="0">
                <a:solidFill>
                  <a:srgbClr val="000000"/>
                </a:solidFill>
                <a:latin typeface="TTE1F17478t00"/>
                <a:ea typeface="+mn-ea"/>
                <a:cs typeface="DejaVu Sans" charset="0"/>
              </a:rPr>
              <a:t>C, Pascal, </a:t>
            </a:r>
            <a:r>
              <a:rPr lang="en-GB" dirty="0" err="1">
                <a:solidFill>
                  <a:srgbClr val="000000"/>
                </a:solidFill>
                <a:latin typeface="TTE1F17478t00"/>
                <a:ea typeface="+mn-ea"/>
                <a:cs typeface="DejaVu Sans" charset="0"/>
              </a:rPr>
              <a:t>Matlab</a:t>
            </a:r>
            <a:endParaRPr lang="en-GB" dirty="0">
              <a:solidFill>
                <a:srgbClr val="000000"/>
              </a:solidFill>
              <a:latin typeface="TTE1F17478t00"/>
              <a:ea typeface="+mn-ea"/>
              <a:cs typeface="DejaVu Sans" charset="0"/>
            </a:endParaRPr>
          </a:p>
          <a:p>
            <a:pPr marL="1219200" lvl="1" indent="-233363" eaLnBrk="1" hangingPunct="1">
              <a:spcAft>
                <a:spcPts val="725"/>
              </a:spcAft>
              <a:buClr>
                <a:srgbClr val="A8AFAF"/>
              </a:buClr>
              <a:buSzPct val="100000"/>
              <a:buFont typeface="Wingdings" pitchFamily="1" charset="2"/>
              <a:buChar char=""/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/>
            </a:pPr>
            <a:r>
              <a:rPr lang="en-GB" b="1" dirty="0">
                <a:ea typeface="+mn-ea"/>
              </a:rPr>
              <a:t>Hardware Description Language (HDL): </a:t>
            </a:r>
            <a:r>
              <a:rPr lang="en-GB" dirty="0">
                <a:solidFill>
                  <a:srgbClr val="000000"/>
                </a:solidFill>
                <a:latin typeface="TTE1F17478t00"/>
                <a:ea typeface="+mn-ea"/>
                <a:cs typeface="DejaVu Sans" charset="0"/>
              </a:rPr>
              <a:t>Verilog, VHDL </a:t>
            </a:r>
          </a:p>
          <a:p>
            <a:pPr marL="266700" lvl="1" indent="-266700" eaLnBrk="1">
              <a:spcAft>
                <a:spcPts val="725"/>
              </a:spcAft>
              <a:buClr>
                <a:srgbClr val="00B050"/>
              </a:buClr>
              <a:buSzPct val="100000"/>
              <a:buFont typeface="Wingdings" pitchFamily="1" charset="2"/>
              <a:buChar char=""/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/>
            </a:pPr>
            <a:r>
              <a:rPr lang="de-DE" b="1" dirty="0">
                <a:solidFill>
                  <a:srgbClr val="0000FF"/>
                </a:solidFill>
                <a:latin typeface="TTE1F17478t00"/>
                <a:ea typeface="+mn-ea"/>
                <a:cs typeface="DejaVu Sans" charset="0"/>
              </a:rPr>
              <a:t>Procedural code normally executes statements in sequence</a:t>
            </a:r>
          </a:p>
          <a:p>
            <a:pPr marL="266700" lvl="1" indent="-266700" eaLnBrk="1">
              <a:spcAft>
                <a:spcPts val="725"/>
              </a:spcAft>
              <a:buClr>
                <a:srgbClr val="00B050"/>
              </a:buClr>
              <a:buSzPct val="100000"/>
              <a:buFont typeface="Wingdings" pitchFamily="1" charset="2"/>
              <a:buChar char=""/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/>
            </a:pPr>
            <a:endParaRPr lang="en-GB" b="1" dirty="0">
              <a:solidFill>
                <a:srgbClr val="0000FF"/>
              </a:solidFill>
              <a:latin typeface="TTE1F17478t00"/>
              <a:ea typeface="+mn-ea"/>
              <a:cs typeface="DejaVu Sans" charset="0"/>
            </a:endParaRPr>
          </a:p>
          <a:p>
            <a:pPr marL="266700" lvl="1" indent="-266700" eaLnBrk="1">
              <a:spcAft>
                <a:spcPts val="725"/>
              </a:spcAft>
              <a:buClr>
                <a:srgbClr val="00B050"/>
              </a:buClr>
              <a:buSzPct val="100000"/>
              <a:buFont typeface="Wingdings" pitchFamily="1" charset="2"/>
              <a:buChar char=""/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/>
            </a:pPr>
            <a:endParaRPr lang="en-GB" b="1" dirty="0">
              <a:solidFill>
                <a:srgbClr val="0000FF"/>
              </a:solidFill>
              <a:latin typeface="TTE1F17478t00"/>
              <a:ea typeface="+mn-ea"/>
              <a:cs typeface="DejaVu Sans" charset="0"/>
            </a:endParaRPr>
          </a:p>
          <a:p>
            <a:pPr marL="266700" lvl="1" indent="-266700" eaLnBrk="1">
              <a:spcAft>
                <a:spcPts val="725"/>
              </a:spcAft>
              <a:buClr>
                <a:srgbClr val="00B050"/>
              </a:buClr>
              <a:buSzPct val="100000"/>
              <a:buFont typeface="Wingdings" pitchFamily="1" charset="2"/>
              <a:buChar char=""/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/>
            </a:pPr>
            <a:endParaRPr lang="de-DE" dirty="0">
              <a:solidFill>
                <a:srgbClr val="000000"/>
              </a:solidFill>
              <a:latin typeface="TTE1F17478t00"/>
              <a:ea typeface="+mn-ea"/>
              <a:cs typeface="DejaVu Sans" charset="0"/>
            </a:endParaRPr>
          </a:p>
          <a:p>
            <a:pPr marL="266700" lvl="1" indent="-266700" eaLnBrk="1">
              <a:spcAft>
                <a:spcPts val="725"/>
              </a:spcAft>
              <a:buClr>
                <a:srgbClr val="00B050"/>
              </a:buClr>
              <a:buSzPct val="100000"/>
              <a:buFont typeface="Wingdings" pitchFamily="1" charset="2"/>
              <a:buChar char=""/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/>
            </a:pPr>
            <a:r>
              <a:rPr lang="de-DE" dirty="0">
                <a:ea typeface="+mn-ea"/>
              </a:rPr>
              <a:t>VHDL statements</a:t>
            </a:r>
          </a:p>
          <a:p>
            <a:pPr marL="1219200" lvl="1" indent="-233363" eaLnBrk="1" hangingPunct="1">
              <a:spcAft>
                <a:spcPts val="725"/>
              </a:spcAft>
              <a:buClr>
                <a:srgbClr val="A8AFAF"/>
              </a:buClr>
              <a:buSzPct val="100000"/>
              <a:buFont typeface="Wingdings" pitchFamily="1" charset="2"/>
              <a:buChar char=""/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/>
            </a:pPr>
            <a:endParaRPr lang="de-DE" dirty="0">
              <a:solidFill>
                <a:srgbClr val="000000"/>
              </a:solidFill>
              <a:latin typeface="TTE1F17478t00"/>
              <a:ea typeface="+mn-ea"/>
              <a:cs typeface="DejaVu Sans" charset="0"/>
            </a:endParaRPr>
          </a:p>
          <a:p>
            <a:pPr marL="1219200" lvl="1" indent="-233363" eaLnBrk="1" hangingPunct="1">
              <a:spcAft>
                <a:spcPts val="725"/>
              </a:spcAft>
              <a:buClr>
                <a:srgbClr val="A8AFAF"/>
              </a:buClr>
              <a:buSzPct val="100000"/>
              <a:buFont typeface="Wingdings" pitchFamily="1" charset="2"/>
              <a:buChar char=""/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/>
            </a:pPr>
            <a:endParaRPr lang="de-DE" dirty="0">
              <a:solidFill>
                <a:srgbClr val="000000"/>
              </a:solidFill>
              <a:latin typeface="TTE1F17478t00"/>
              <a:ea typeface="+mn-ea"/>
              <a:cs typeface="DejaVu Sans" charset="0"/>
            </a:endParaRPr>
          </a:p>
          <a:p>
            <a:pPr marL="1219200" lvl="1" indent="-233363" eaLnBrk="1" hangingPunct="1">
              <a:spcAft>
                <a:spcPts val="725"/>
              </a:spcAft>
              <a:buClr>
                <a:srgbClr val="A8AFAF"/>
              </a:buClr>
              <a:buSzPct val="100000"/>
              <a:buFont typeface="Wingdings" pitchFamily="1" charset="2"/>
              <a:buChar char=""/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/>
            </a:pPr>
            <a:endParaRPr lang="de-DE" dirty="0">
              <a:solidFill>
                <a:srgbClr val="000000"/>
              </a:solidFill>
              <a:latin typeface="TTE1F17478t00"/>
              <a:ea typeface="+mn-ea"/>
              <a:cs typeface="DejaVu Sans" charset="0"/>
            </a:endParaRPr>
          </a:p>
        </p:txBody>
      </p:sp>
      <p:sp>
        <p:nvSpPr>
          <p:cNvPr id="16389" name="Rectangle 1">
            <a:extLst>
              <a:ext uri="{FF2B5EF4-FFF2-40B4-BE49-F238E27FC236}">
                <a16:creationId xmlns:a16="http://schemas.microsoft.com/office/drawing/2014/main" id="{4A51736C-9829-0346-91EC-AD45044132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4465638"/>
            <a:ext cx="2438400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it-IT" altLang="en-US" sz="1400" dirty="0" err="1">
                <a:solidFill>
                  <a:srgbClr val="0000FF"/>
                </a:solidFill>
                <a:latin typeface="TTE1F17478t00" charset="0"/>
              </a:rPr>
              <a:t>process</a:t>
            </a:r>
            <a:r>
              <a:rPr lang="it-IT" altLang="en-US" sz="1400" dirty="0">
                <a:solidFill>
                  <a:srgbClr val="0000FF"/>
                </a:solidFill>
                <a:latin typeface="TTE1F17478t00" charset="0"/>
              </a:rPr>
              <a:t>(a, b)</a:t>
            </a:r>
          </a:p>
          <a:p>
            <a:r>
              <a:rPr lang="it-IT" altLang="en-US" sz="1400" dirty="0">
                <a:solidFill>
                  <a:srgbClr val="0000FF"/>
                </a:solidFill>
                <a:latin typeface="TTE1F17478t00" charset="0"/>
              </a:rPr>
              <a:t>  </a:t>
            </a:r>
            <a:r>
              <a:rPr lang="it-IT" altLang="en-US" sz="1400" dirty="0" err="1">
                <a:solidFill>
                  <a:srgbClr val="0000FF"/>
                </a:solidFill>
                <a:latin typeface="TTE1F17478t00" charset="0"/>
              </a:rPr>
              <a:t>variable</a:t>
            </a:r>
            <a:r>
              <a:rPr lang="it-IT" altLang="en-US" sz="1400" dirty="0">
                <a:solidFill>
                  <a:srgbClr val="0000FF"/>
                </a:solidFill>
                <a:latin typeface="TTE1F17478t00" charset="0"/>
              </a:rPr>
              <a:t> c, y : bit;</a:t>
            </a:r>
          </a:p>
          <a:p>
            <a:r>
              <a:rPr lang="it-IT" altLang="en-US" sz="1400" dirty="0" err="1">
                <a:solidFill>
                  <a:srgbClr val="0000FF"/>
                </a:solidFill>
                <a:latin typeface="TTE1F17478t00" charset="0"/>
              </a:rPr>
              <a:t>begin</a:t>
            </a:r>
            <a:endParaRPr lang="it-IT" altLang="en-US" sz="1400" dirty="0">
              <a:solidFill>
                <a:srgbClr val="0000FF"/>
              </a:solidFill>
              <a:latin typeface="TTE1F17478t00" charset="0"/>
            </a:endParaRPr>
          </a:p>
          <a:p>
            <a:r>
              <a:rPr lang="it-IT" altLang="en-US" sz="1400" dirty="0">
                <a:solidFill>
                  <a:srgbClr val="0000FF"/>
                </a:solidFill>
                <a:latin typeface="TTE1F17478t00" charset="0"/>
              </a:rPr>
              <a:t>  c := a and b;</a:t>
            </a:r>
          </a:p>
          <a:p>
            <a:r>
              <a:rPr lang="it-IT" altLang="en-US" sz="1400" dirty="0">
                <a:solidFill>
                  <a:srgbClr val="0000FF"/>
                </a:solidFill>
                <a:latin typeface="TTE1F17478t00" charset="0"/>
              </a:rPr>
              <a:t>  y := c;</a:t>
            </a:r>
          </a:p>
          <a:p>
            <a:r>
              <a:rPr lang="it-IT" altLang="en-US" sz="1400" dirty="0">
                <a:solidFill>
                  <a:srgbClr val="0000FF"/>
                </a:solidFill>
                <a:latin typeface="TTE1F17478t00" charset="0"/>
              </a:rPr>
              <a:t>end </a:t>
            </a:r>
            <a:r>
              <a:rPr lang="it-IT" altLang="en-US" sz="1400" dirty="0" err="1">
                <a:solidFill>
                  <a:srgbClr val="0000FF"/>
                </a:solidFill>
                <a:latin typeface="TTE1F17478t00" charset="0"/>
              </a:rPr>
              <a:t>process</a:t>
            </a:r>
            <a:r>
              <a:rPr lang="it-IT" altLang="en-US" sz="1400" dirty="0">
                <a:solidFill>
                  <a:srgbClr val="0000FF"/>
                </a:solidFill>
                <a:latin typeface="TTE1F17478t00" charset="0"/>
              </a:rPr>
              <a:t>;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8F12982-5F78-FE44-805D-368FD8B92595}"/>
              </a:ext>
            </a:extLst>
          </p:cNvPr>
          <p:cNvSpPr/>
          <p:nvPr/>
        </p:nvSpPr>
        <p:spPr bwMode="auto">
          <a:xfrm>
            <a:off x="6637338" y="4465638"/>
            <a:ext cx="2198687" cy="1476375"/>
          </a:xfrm>
          <a:prstGeom prst="rect">
            <a:avLst/>
          </a:prstGeom>
          <a:noFill/>
          <a:ln w="28575" cap="flat" cmpd="sng" algn="ctr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GB" dirty="0">
              <a:latin typeface="Arial" charset="0"/>
              <a:ea typeface="+mn-ea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C6F1625-95EB-3D4C-AF10-DE123B102B06}"/>
              </a:ext>
            </a:extLst>
          </p:cNvPr>
          <p:cNvSpPr/>
          <p:nvPr/>
        </p:nvSpPr>
        <p:spPr bwMode="auto">
          <a:xfrm>
            <a:off x="6781800" y="3505200"/>
            <a:ext cx="1828800" cy="646113"/>
          </a:xfrm>
          <a:prstGeom prst="rect">
            <a:avLst/>
          </a:prstGeom>
          <a:noFill/>
          <a:ln w="28575" cap="flat" cmpd="sng" algn="ctr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GB" dirty="0">
              <a:latin typeface="Arial" charset="0"/>
              <a:ea typeface="+mn-ea"/>
            </a:endParaRPr>
          </a:p>
        </p:txBody>
      </p:sp>
      <p:cxnSp>
        <p:nvCxnSpPr>
          <p:cNvPr id="16392" name="Straight Arrow Connector 13">
            <a:extLst>
              <a:ext uri="{FF2B5EF4-FFF2-40B4-BE49-F238E27FC236}">
                <a16:creationId xmlns:a16="http://schemas.microsoft.com/office/drawing/2014/main" id="{6D1ECDC6-D65F-2641-B83A-7D8B8107BE8F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2713038" y="3733800"/>
            <a:ext cx="142875" cy="857250"/>
          </a:xfrm>
          <a:prstGeom prst="straightConnector1">
            <a:avLst/>
          </a:prstGeom>
          <a:noFill/>
          <a:ln w="349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393" name="Rectangle 7">
            <a:extLst>
              <a:ext uri="{FF2B5EF4-FFF2-40B4-BE49-F238E27FC236}">
                <a16:creationId xmlns:a16="http://schemas.microsoft.com/office/drawing/2014/main" id="{8C7BBFFD-6875-F14B-9472-6F78263A9A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5257800"/>
            <a:ext cx="4953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1pPr>
            <a:lvl2pPr marL="984250"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2pPr>
            <a:lvl3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3pPr>
            <a:lvl4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4pPr>
            <a:lvl5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9pPr>
          </a:lstStyle>
          <a:p>
            <a:pPr lvl="1" indent="0" eaLnBrk="1" hangingPunct="1">
              <a:spcAft>
                <a:spcPts val="725"/>
              </a:spcAft>
              <a:buClr>
                <a:srgbClr val="A8AFAF"/>
              </a:buClr>
              <a:buSzPct val="100000"/>
            </a:pPr>
            <a:r>
              <a:rPr lang="de-DE" altLang="en-US" b="1">
                <a:solidFill>
                  <a:srgbClr val="00B050"/>
                </a:solidFill>
                <a:latin typeface="TTE1F17478t00" charset="0"/>
              </a:rPr>
              <a:t>Sequential</a:t>
            </a:r>
            <a:r>
              <a:rPr lang="de-DE" altLang="en-US">
                <a:solidFill>
                  <a:srgbClr val="000000"/>
                </a:solidFill>
                <a:latin typeface="TTE1F17478t00" charset="0"/>
              </a:rPr>
              <a:t>: evaluated sequentially</a:t>
            </a:r>
          </a:p>
        </p:txBody>
      </p:sp>
      <p:cxnSp>
        <p:nvCxnSpPr>
          <p:cNvPr id="16394" name="Straight Arrow Connector 13">
            <a:extLst>
              <a:ext uri="{FF2B5EF4-FFF2-40B4-BE49-F238E27FC236}">
                <a16:creationId xmlns:a16="http://schemas.microsoft.com/office/drawing/2014/main" id="{B4C95A7B-F294-044F-B051-5A7530ED725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713038" y="4800600"/>
            <a:ext cx="142875" cy="687388"/>
          </a:xfrm>
          <a:prstGeom prst="straightConnector1">
            <a:avLst/>
          </a:prstGeom>
          <a:noFill/>
          <a:ln w="349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395" name="Rectangle 9">
            <a:extLst>
              <a:ext uri="{FF2B5EF4-FFF2-40B4-BE49-F238E27FC236}">
                <a16:creationId xmlns:a16="http://schemas.microsoft.com/office/drawing/2014/main" id="{507960E1-63E4-394E-9237-A9654FEF62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4513" y="5567363"/>
            <a:ext cx="224948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de-DE" altLang="en-US">
                <a:solidFill>
                  <a:srgbClr val="000000"/>
                </a:solidFill>
                <a:latin typeface="TTE1F17478t00" charset="0"/>
              </a:rPr>
              <a:t>(order </a:t>
            </a:r>
            <a:r>
              <a:rPr lang="de-DE" altLang="en-US" b="1">
                <a:solidFill>
                  <a:srgbClr val="FF0000"/>
                </a:solidFill>
                <a:latin typeface="TTE1F17478t00" charset="0"/>
              </a:rPr>
              <a:t>IS</a:t>
            </a:r>
            <a:r>
              <a:rPr lang="de-DE" altLang="en-US">
                <a:solidFill>
                  <a:srgbClr val="000000"/>
                </a:solidFill>
                <a:latin typeface="TTE1F17478t00" charset="0"/>
              </a:rPr>
              <a:t> important) </a:t>
            </a:r>
            <a:endParaRPr lang="en-GB" altLang="en-US"/>
          </a:p>
        </p:txBody>
      </p:sp>
      <p:cxnSp>
        <p:nvCxnSpPr>
          <p:cNvPr id="16396" name="Straight Arrow Connector 13">
            <a:extLst>
              <a:ext uri="{FF2B5EF4-FFF2-40B4-BE49-F238E27FC236}">
                <a16:creationId xmlns:a16="http://schemas.microsoft.com/office/drawing/2014/main" id="{66E09EC7-5F72-D640-A8DB-8A4CC46956F7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553200" y="5075238"/>
            <a:ext cx="0" cy="614362"/>
          </a:xfrm>
          <a:prstGeom prst="straightConnector1">
            <a:avLst/>
          </a:prstGeom>
          <a:noFill/>
          <a:ln w="34925" algn="ctr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398" name="Rectangle 3">
            <a:extLst>
              <a:ext uri="{FF2B5EF4-FFF2-40B4-BE49-F238E27FC236}">
                <a16:creationId xmlns:a16="http://schemas.microsoft.com/office/drawing/2014/main" id="{B3C86835-4846-3147-A07B-18F97C7F04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9275" y="3505200"/>
            <a:ext cx="171132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en-US" sz="1400"/>
              <a:t> </a:t>
            </a:r>
            <a:r>
              <a:rPr lang="en-US" altLang="en-US">
                <a:solidFill>
                  <a:srgbClr val="000000"/>
                </a:solidFill>
                <a:latin typeface="TTE1F17478t00" charset="0"/>
              </a:rPr>
              <a:t>c &lt;= a </a:t>
            </a:r>
            <a:r>
              <a:rPr lang="en-US" altLang="en-US">
                <a:solidFill>
                  <a:srgbClr val="0000FF"/>
                </a:solidFill>
                <a:latin typeface="TTE1F17478t00" charset="0"/>
              </a:rPr>
              <a:t>and</a:t>
            </a:r>
            <a:r>
              <a:rPr lang="en-US" altLang="en-US" sz="1400"/>
              <a:t> </a:t>
            </a:r>
            <a:r>
              <a:rPr lang="en-US" altLang="en-US">
                <a:solidFill>
                  <a:srgbClr val="000000"/>
                </a:solidFill>
                <a:latin typeface="TTE1F17478t00" charset="0"/>
              </a:rPr>
              <a:t>b;</a:t>
            </a:r>
          </a:p>
          <a:p>
            <a:r>
              <a:rPr lang="en-US" altLang="en-US" sz="1400"/>
              <a:t> </a:t>
            </a:r>
            <a:r>
              <a:rPr lang="en-US" altLang="en-US">
                <a:solidFill>
                  <a:srgbClr val="000000"/>
                </a:solidFill>
                <a:latin typeface="TTE1F17478t00" charset="0"/>
              </a:rPr>
              <a:t>y &lt;= c;</a:t>
            </a:r>
            <a:endParaRPr lang="en-GB" altLang="en-US"/>
          </a:p>
        </p:txBody>
      </p:sp>
      <p:sp>
        <p:nvSpPr>
          <p:cNvPr id="16399" name="Rectangle 30">
            <a:extLst>
              <a:ext uri="{FF2B5EF4-FFF2-40B4-BE49-F238E27FC236}">
                <a16:creationId xmlns:a16="http://schemas.microsoft.com/office/drawing/2014/main" id="{17B2B815-3E88-514F-9824-A984B86ADA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97063" y="3541713"/>
            <a:ext cx="4656137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1pPr>
            <a:lvl2pPr marL="984250"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2pPr>
            <a:lvl3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3pPr>
            <a:lvl4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4pPr>
            <a:lvl5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9pPr>
          </a:lstStyle>
          <a:p>
            <a:pPr lvl="1" indent="0" eaLnBrk="1" hangingPunct="1">
              <a:spcAft>
                <a:spcPts val="725"/>
              </a:spcAft>
              <a:buClr>
                <a:srgbClr val="A8AFAF"/>
              </a:buClr>
              <a:buSzPct val="100000"/>
            </a:pPr>
            <a:r>
              <a:rPr lang="de-DE" altLang="en-US" b="1">
                <a:solidFill>
                  <a:srgbClr val="00B050"/>
                </a:solidFill>
                <a:latin typeface="TTE1F17478t00" charset="0"/>
              </a:rPr>
              <a:t>Concurrent:</a:t>
            </a:r>
            <a:r>
              <a:rPr lang="de-DE" altLang="en-US">
                <a:solidFill>
                  <a:srgbClr val="000000"/>
                </a:solidFill>
                <a:latin typeface="TTE1F17478t00" charset="0"/>
              </a:rPr>
              <a:t> evaluated in parallel</a:t>
            </a:r>
            <a:endParaRPr lang="de-DE" altLang="en-US"/>
          </a:p>
        </p:txBody>
      </p:sp>
      <p:sp>
        <p:nvSpPr>
          <p:cNvPr id="16400" name="Rectangle 10">
            <a:extLst>
              <a:ext uri="{FF2B5EF4-FFF2-40B4-BE49-F238E27FC236}">
                <a16:creationId xmlns:a16="http://schemas.microsoft.com/office/drawing/2014/main" id="{026BEB5E-A423-DB44-827C-EAF97FED21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3388" y="3781425"/>
            <a:ext cx="244951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de-DE" altLang="en-US">
                <a:solidFill>
                  <a:srgbClr val="000000"/>
                </a:solidFill>
                <a:latin typeface="TTE1F17478t00" charset="0"/>
              </a:rPr>
              <a:t>(order </a:t>
            </a:r>
            <a:r>
              <a:rPr lang="de-DE" altLang="en-US" b="1">
                <a:solidFill>
                  <a:srgbClr val="FF0000"/>
                </a:solidFill>
                <a:latin typeface="TTE1F17478t00" charset="0"/>
              </a:rPr>
              <a:t>NOT</a:t>
            </a:r>
            <a:r>
              <a:rPr lang="de-DE" altLang="en-US">
                <a:solidFill>
                  <a:srgbClr val="000000"/>
                </a:solidFill>
                <a:latin typeface="TTE1F17478t00" charset="0"/>
              </a:rPr>
              <a:t> important)</a:t>
            </a:r>
            <a:endParaRPr lang="en-GB" altLang="en-US"/>
          </a:p>
        </p:txBody>
      </p:sp>
      <p:cxnSp>
        <p:nvCxnSpPr>
          <p:cNvPr id="16401" name="Straight Arrow Connector 13">
            <a:extLst>
              <a:ext uri="{FF2B5EF4-FFF2-40B4-BE49-F238E27FC236}">
                <a16:creationId xmlns:a16="http://schemas.microsoft.com/office/drawing/2014/main" id="{3BBFDA79-6D86-584D-A1D9-45A9F3CC1CC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465888" y="3694113"/>
            <a:ext cx="468312" cy="0"/>
          </a:xfrm>
          <a:prstGeom prst="straightConnector1">
            <a:avLst/>
          </a:prstGeom>
          <a:noFill/>
          <a:ln w="34925" algn="ctr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402" name="Straight Arrow Connector 13">
            <a:extLst>
              <a:ext uri="{FF2B5EF4-FFF2-40B4-BE49-F238E27FC236}">
                <a16:creationId xmlns:a16="http://schemas.microsoft.com/office/drawing/2014/main" id="{A434DB64-92E1-A34C-962C-68D53C5A5B3B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6465888" y="3998913"/>
            <a:ext cx="468312" cy="0"/>
          </a:xfrm>
          <a:prstGeom prst="straightConnector1">
            <a:avLst/>
          </a:prstGeom>
          <a:noFill/>
          <a:ln w="34925" algn="ctr">
            <a:solidFill>
              <a:srgbClr val="FF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ransition spd="med" advTm="128784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AutoShape 2">
            <a:extLst>
              <a:ext uri="{FF2B5EF4-FFF2-40B4-BE49-F238E27FC236}">
                <a16:creationId xmlns:a16="http://schemas.microsoft.com/office/drawing/2014/main" id="{6486612A-9EAB-1946-B864-8B833101BE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" y="534988"/>
            <a:ext cx="8223250" cy="914400"/>
          </a:xfrm>
          <a:custGeom>
            <a:avLst/>
            <a:gdLst>
              <a:gd name="T0" fmla="*/ 8223250 w 8223250"/>
              <a:gd name="T1" fmla="*/ 457200 h 914400"/>
              <a:gd name="T2" fmla="*/ 4111625 w 8223250"/>
              <a:gd name="T3" fmla="*/ 914400 h 914400"/>
              <a:gd name="T4" fmla="*/ 0 w 8223250"/>
              <a:gd name="T5" fmla="*/ 457200 h 914400"/>
              <a:gd name="T6" fmla="*/ 4111625 w 8223250"/>
              <a:gd name="T7" fmla="*/ 0 h 914400"/>
              <a:gd name="T8" fmla="*/ 0 60000 65536"/>
              <a:gd name="T9" fmla="*/ 5898240 60000 65536"/>
              <a:gd name="T10" fmla="*/ 11796480 60000 65536"/>
              <a:gd name="T11" fmla="*/ 17694720 60000 65536"/>
              <a:gd name="T12" fmla="*/ 0 w 8223250"/>
              <a:gd name="T13" fmla="*/ 0 h 914400"/>
              <a:gd name="T14" fmla="*/ 8223250 w 8223250"/>
              <a:gd name="T15" fmla="*/ 914400 h 9144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223250" h="914400">
                <a:moveTo>
                  <a:pt x="0" y="0"/>
                </a:moveTo>
                <a:lnTo>
                  <a:pt x="22842" y="0"/>
                </a:lnTo>
                <a:lnTo>
                  <a:pt x="22842" y="2540"/>
                </a:lnTo>
                <a:lnTo>
                  <a:pt x="0" y="254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>
              <a:lnSpc>
                <a:spcPct val="100000"/>
              </a:lnSpc>
              <a:spcAft>
                <a:spcPct val="0"/>
              </a:spcAft>
            </a:pPr>
            <a:r>
              <a:rPr lang="de-DE" altLang="en-US" sz="3200" b="1">
                <a:latin typeface="Frutiger LT Com 45 Light" charset="0"/>
              </a:rPr>
              <a:t>Concurrent Statements</a:t>
            </a:r>
          </a:p>
        </p:txBody>
      </p:sp>
      <p:sp>
        <p:nvSpPr>
          <p:cNvPr id="17411" name="Rectangle 4">
            <a:extLst>
              <a:ext uri="{FF2B5EF4-FFF2-40B4-BE49-F238E27FC236}">
                <a16:creationId xmlns:a16="http://schemas.microsoft.com/office/drawing/2014/main" id="{97A4606D-7BBA-E248-B591-BC669E98A9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9400" y="2038350"/>
            <a:ext cx="30210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de-DE" altLang="en-US" sz="2000" b="1">
                <a:solidFill>
                  <a:srgbClr val="0000FF"/>
                </a:solidFill>
                <a:latin typeface="TTE1F17478t00" charset="0"/>
              </a:rPr>
              <a:t>Concurrent Statements</a:t>
            </a:r>
            <a:endParaRPr lang="en-GB" altLang="en-US" sz="2000">
              <a:solidFill>
                <a:srgbClr val="FF0000"/>
              </a:solidFill>
            </a:endParaRPr>
          </a:p>
        </p:txBody>
      </p:sp>
      <p:cxnSp>
        <p:nvCxnSpPr>
          <p:cNvPr id="17412" name="Straight Arrow Connector 6">
            <a:extLst>
              <a:ext uri="{FF2B5EF4-FFF2-40B4-BE49-F238E27FC236}">
                <a16:creationId xmlns:a16="http://schemas.microsoft.com/office/drawing/2014/main" id="{4752DB7E-3506-7C45-9975-EFA5BB701DE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929188" y="2492375"/>
            <a:ext cx="2081212" cy="1165225"/>
          </a:xfrm>
          <a:prstGeom prst="straightConnector1">
            <a:avLst/>
          </a:prstGeom>
          <a:noFill/>
          <a:ln w="349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413" name="Straight Arrow Connector 13">
            <a:extLst>
              <a:ext uri="{FF2B5EF4-FFF2-40B4-BE49-F238E27FC236}">
                <a16:creationId xmlns:a16="http://schemas.microsoft.com/office/drawing/2014/main" id="{AE24ADC4-7774-F745-BF62-135214BCC723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828800" y="2490788"/>
            <a:ext cx="1951038" cy="1166812"/>
          </a:xfrm>
          <a:prstGeom prst="straightConnector1">
            <a:avLst/>
          </a:prstGeom>
          <a:noFill/>
          <a:ln w="349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414" name="Rectangle 23">
            <a:extLst>
              <a:ext uri="{FF2B5EF4-FFF2-40B4-BE49-F238E27FC236}">
                <a16:creationId xmlns:a16="http://schemas.microsoft.com/office/drawing/2014/main" id="{A1B6314D-2D4C-5740-842D-3478DEC692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55950" y="4625975"/>
            <a:ext cx="248285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de-DE" altLang="en-US" sz="2000" b="1">
                <a:latin typeface="TTE1F17478t00" charset="0"/>
              </a:rPr>
              <a:t>Simple </a:t>
            </a:r>
          </a:p>
          <a:p>
            <a:pPr algn="ctr"/>
            <a:r>
              <a:rPr lang="de-DE" altLang="en-US" sz="2000" b="1">
                <a:latin typeface="TTE1F17478t00" charset="0"/>
              </a:rPr>
              <a:t>Signal Assignment</a:t>
            </a:r>
            <a:endParaRPr lang="en-GB" altLang="en-US" sz="2000" b="1">
              <a:latin typeface="TTE1F17478t00" charset="0"/>
            </a:endParaRPr>
          </a:p>
        </p:txBody>
      </p:sp>
      <p:sp>
        <p:nvSpPr>
          <p:cNvPr id="17415" name="Rectangle 25">
            <a:extLst>
              <a:ext uri="{FF2B5EF4-FFF2-40B4-BE49-F238E27FC236}">
                <a16:creationId xmlns:a16="http://schemas.microsoft.com/office/drawing/2014/main" id="{B2D27037-9FAC-0A4E-ACC3-25BFEE0B4A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5975" y="3714750"/>
            <a:ext cx="2484438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de-DE" altLang="en-US" sz="2000" b="1">
                <a:latin typeface="TTE1F17478t00" charset="0"/>
              </a:rPr>
              <a:t>Selected </a:t>
            </a:r>
          </a:p>
          <a:p>
            <a:pPr algn="ctr"/>
            <a:r>
              <a:rPr lang="de-DE" altLang="en-US" sz="2000" b="1">
                <a:latin typeface="TTE1F17478t00" charset="0"/>
              </a:rPr>
              <a:t>Signal Assignment</a:t>
            </a:r>
            <a:endParaRPr lang="en-GB" altLang="en-US" sz="2000" b="1">
              <a:latin typeface="TTE1F17478t00" charset="0"/>
            </a:endParaRPr>
          </a:p>
        </p:txBody>
      </p:sp>
      <p:sp>
        <p:nvSpPr>
          <p:cNvPr id="17416" name="Rectangle 54">
            <a:extLst>
              <a:ext uri="{FF2B5EF4-FFF2-40B4-BE49-F238E27FC236}">
                <a16:creationId xmlns:a16="http://schemas.microsoft.com/office/drawing/2014/main" id="{43E7A62F-3DC8-0047-8A60-8933B070F6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350" y="3711575"/>
            <a:ext cx="248285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ctr"/>
            <a:r>
              <a:rPr lang="de-DE" altLang="en-US" sz="2000" b="1">
                <a:latin typeface="TTE1F17478t00" charset="0"/>
              </a:rPr>
              <a:t>Conditional </a:t>
            </a:r>
          </a:p>
          <a:p>
            <a:pPr algn="ctr"/>
            <a:r>
              <a:rPr lang="de-DE" altLang="en-US" sz="2000" b="1">
                <a:latin typeface="TTE1F17478t00" charset="0"/>
              </a:rPr>
              <a:t>Signal Assignment</a:t>
            </a:r>
            <a:endParaRPr lang="en-GB" altLang="en-US" sz="2000" b="1">
              <a:latin typeface="TTE1F17478t00" charset="0"/>
            </a:endParaRPr>
          </a:p>
        </p:txBody>
      </p:sp>
      <p:cxnSp>
        <p:nvCxnSpPr>
          <p:cNvPr id="17417" name="Straight Arrow Connector 7">
            <a:extLst>
              <a:ext uri="{FF2B5EF4-FFF2-40B4-BE49-F238E27FC236}">
                <a16:creationId xmlns:a16="http://schemas.microsoft.com/office/drawing/2014/main" id="{478C4112-C0BE-0945-B305-771560D11BB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495800" y="2590800"/>
            <a:ext cx="0" cy="1979613"/>
          </a:xfrm>
          <a:prstGeom prst="straightConnector1">
            <a:avLst/>
          </a:prstGeom>
          <a:noFill/>
          <a:ln w="3492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418" name="Text Box 3">
            <a:extLst>
              <a:ext uri="{FF2B5EF4-FFF2-40B4-BE49-F238E27FC236}">
                <a16:creationId xmlns:a16="http://schemas.microsoft.com/office/drawing/2014/main" id="{7F47F75B-B3C4-FD43-8699-B443E8ED64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6323013"/>
            <a:ext cx="213360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algn="ctr" eaLnBrk="1">
              <a:lnSpc>
                <a:spcPct val="100000"/>
              </a:lnSpc>
              <a:spcAft>
                <a:spcPct val="0"/>
              </a:spcAft>
            </a:pPr>
            <a:r>
              <a:rPr lang="de-DE" altLang="en-US" sz="1200">
                <a:solidFill>
                  <a:srgbClr val="B2B2B2"/>
                </a:solidFill>
              </a:rPr>
              <a:t>14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874"/>
    </mc:Choice>
    <mc:Fallback xmlns="">
      <p:transition spd="slow" advTm="12874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AutoShape 2">
            <a:extLst>
              <a:ext uri="{FF2B5EF4-FFF2-40B4-BE49-F238E27FC236}">
                <a16:creationId xmlns:a16="http://schemas.microsoft.com/office/drawing/2014/main" id="{E7DB69DB-3DC4-3A47-A1BA-CC197E521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" y="534988"/>
            <a:ext cx="8223250" cy="914400"/>
          </a:xfrm>
          <a:custGeom>
            <a:avLst/>
            <a:gdLst>
              <a:gd name="T0" fmla="*/ 8223250 w 8223250"/>
              <a:gd name="T1" fmla="*/ 457200 h 914400"/>
              <a:gd name="T2" fmla="*/ 4111625 w 8223250"/>
              <a:gd name="T3" fmla="*/ 914400 h 914400"/>
              <a:gd name="T4" fmla="*/ 0 w 8223250"/>
              <a:gd name="T5" fmla="*/ 457200 h 914400"/>
              <a:gd name="T6" fmla="*/ 4111625 w 8223250"/>
              <a:gd name="T7" fmla="*/ 0 h 914400"/>
              <a:gd name="T8" fmla="*/ 0 60000 65536"/>
              <a:gd name="T9" fmla="*/ 5898240 60000 65536"/>
              <a:gd name="T10" fmla="*/ 11796480 60000 65536"/>
              <a:gd name="T11" fmla="*/ 17694720 60000 65536"/>
              <a:gd name="T12" fmla="*/ 0 w 8223250"/>
              <a:gd name="T13" fmla="*/ 0 h 914400"/>
              <a:gd name="T14" fmla="*/ 8223250 w 8223250"/>
              <a:gd name="T15" fmla="*/ 914400 h 9144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223250" h="914400">
                <a:moveTo>
                  <a:pt x="0" y="0"/>
                </a:moveTo>
                <a:lnTo>
                  <a:pt x="22842" y="0"/>
                </a:lnTo>
                <a:lnTo>
                  <a:pt x="22842" y="2540"/>
                </a:lnTo>
                <a:lnTo>
                  <a:pt x="0" y="254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>
              <a:lnSpc>
                <a:spcPct val="100000"/>
              </a:lnSpc>
              <a:spcAft>
                <a:spcPct val="0"/>
              </a:spcAft>
            </a:pPr>
            <a:r>
              <a:rPr lang="de-DE" altLang="en-US" sz="3200" b="1">
                <a:latin typeface="Frutiger LT Com 45 Light" charset="0"/>
              </a:rPr>
              <a:t>Simple Signal Assignments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7CF4BC-584A-2C42-A3C9-9E9BE8F31A4F}"/>
              </a:ext>
            </a:extLst>
          </p:cNvPr>
          <p:cNvSpPr txBox="1"/>
          <p:nvPr/>
        </p:nvSpPr>
        <p:spPr>
          <a:xfrm>
            <a:off x="460375" y="1908175"/>
            <a:ext cx="7997825" cy="43132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66700" lvl="1" indent="-266700" eaLnBrk="1">
              <a:spcAft>
                <a:spcPts val="725"/>
              </a:spcAft>
              <a:buClr>
                <a:srgbClr val="00B050"/>
              </a:buClr>
              <a:buSzPct val="100000"/>
              <a:buFont typeface="Wingdings" pitchFamily="1" charset="2"/>
              <a:buChar char=""/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/>
            </a:pPr>
            <a:r>
              <a:rPr lang="en-GB" dirty="0">
                <a:ea typeface="+mn-ea"/>
              </a:rPr>
              <a:t>Evaluated in parallel</a:t>
            </a:r>
          </a:p>
          <a:p>
            <a:pPr marL="266700" lvl="1" indent="-266700" eaLnBrk="1">
              <a:spcAft>
                <a:spcPts val="725"/>
              </a:spcAft>
              <a:buClr>
                <a:srgbClr val="00B050"/>
              </a:buClr>
              <a:buSzPct val="100000"/>
              <a:buFont typeface="Wingdings" pitchFamily="1" charset="2"/>
              <a:buChar char=""/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/>
            </a:pPr>
            <a:r>
              <a:rPr lang="en-GB" dirty="0">
                <a:ea typeface="+mn-ea"/>
              </a:rPr>
              <a:t>Each statement describes part of the circuit, thus concurrent</a:t>
            </a:r>
          </a:p>
          <a:p>
            <a:pPr marL="266700" lvl="1" indent="-266700" eaLnBrk="1">
              <a:spcAft>
                <a:spcPts val="725"/>
              </a:spcAft>
              <a:buClr>
                <a:srgbClr val="00B050"/>
              </a:buClr>
              <a:buSzPct val="100000"/>
              <a:buFont typeface="Wingdings" pitchFamily="1" charset="2"/>
              <a:buChar char=""/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/>
            </a:pPr>
            <a:r>
              <a:rPr lang="en-GB" dirty="0">
                <a:ea typeface="+mn-ea"/>
              </a:rPr>
              <a:t>Most popular</a:t>
            </a:r>
          </a:p>
          <a:p>
            <a:pPr marL="1219200" lvl="1" indent="-233363" eaLnBrk="1" hangingPunct="1">
              <a:spcAft>
                <a:spcPts val="725"/>
              </a:spcAft>
              <a:buClr>
                <a:srgbClr val="A8AFAF"/>
              </a:buClr>
              <a:buSzPct val="100000"/>
              <a:buFont typeface="Wingdings" pitchFamily="1" charset="2"/>
              <a:buChar char=""/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/>
            </a:pPr>
            <a:r>
              <a:rPr lang="en-GB" b="1" dirty="0">
                <a:ea typeface="+mn-ea"/>
              </a:rPr>
              <a:t>Signal assignment: connection or combinational logic</a:t>
            </a:r>
          </a:p>
          <a:p>
            <a:pPr marL="1219200" lvl="1" indent="-233363" eaLnBrk="1" hangingPunct="1">
              <a:spcAft>
                <a:spcPts val="725"/>
              </a:spcAft>
              <a:buClr>
                <a:srgbClr val="A8AFAF"/>
              </a:buClr>
              <a:buSzPct val="100000"/>
              <a:buFont typeface="Wingdings" pitchFamily="1" charset="2"/>
              <a:buChar char=""/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/>
            </a:pPr>
            <a:r>
              <a:rPr lang="en-GB" b="1" dirty="0">
                <a:ea typeface="+mn-ea"/>
              </a:rPr>
              <a:t>Format:</a:t>
            </a:r>
            <a:r>
              <a:rPr lang="en-GB" dirty="0">
                <a:solidFill>
                  <a:srgbClr val="000000"/>
                </a:solidFill>
                <a:latin typeface="TTE1F17478t00"/>
                <a:ea typeface="+mn-ea"/>
                <a:cs typeface="DejaVu Sans" charset="0"/>
              </a:rPr>
              <a:t> </a:t>
            </a:r>
          </a:p>
          <a:p>
            <a:pPr marL="266700" lvl="1" indent="-266700" eaLnBrk="1">
              <a:spcAft>
                <a:spcPts val="725"/>
              </a:spcAft>
              <a:buClr>
                <a:srgbClr val="00B050"/>
              </a:buClr>
              <a:buSzPct val="100000"/>
              <a:buFont typeface="Wingdings" pitchFamily="1" charset="2"/>
              <a:buChar char=""/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/>
            </a:pPr>
            <a:endParaRPr lang="en-GB" b="1" dirty="0">
              <a:solidFill>
                <a:srgbClr val="0000FF"/>
              </a:solidFill>
              <a:latin typeface="TTE1F17478t00"/>
              <a:ea typeface="+mn-ea"/>
              <a:cs typeface="DejaVu Sans" charset="0"/>
            </a:endParaRPr>
          </a:p>
          <a:p>
            <a:pPr marL="266700" lvl="1" indent="-266700" eaLnBrk="1">
              <a:spcAft>
                <a:spcPts val="725"/>
              </a:spcAft>
              <a:buClr>
                <a:srgbClr val="00B050"/>
              </a:buClr>
              <a:buSzPct val="100000"/>
              <a:buFont typeface="Wingdings" pitchFamily="1" charset="2"/>
              <a:buChar char=""/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/>
            </a:pPr>
            <a:endParaRPr lang="de-DE" b="1" dirty="0">
              <a:ea typeface="+mn-ea"/>
            </a:endParaRPr>
          </a:p>
          <a:p>
            <a:pPr marL="266700" lvl="1" indent="-266700" eaLnBrk="1">
              <a:spcAft>
                <a:spcPts val="725"/>
              </a:spcAft>
              <a:buClr>
                <a:srgbClr val="00B050"/>
              </a:buClr>
              <a:buSzPct val="100000"/>
              <a:buFont typeface="Wingdings" pitchFamily="1" charset="2"/>
              <a:buChar char=""/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/>
            </a:pPr>
            <a:r>
              <a:rPr lang="de-DE" b="1" dirty="0">
                <a:ea typeface="+mn-ea"/>
              </a:rPr>
              <a:t>Example</a:t>
            </a:r>
          </a:p>
          <a:p>
            <a:pPr marL="0" lvl="1" indent="0" eaLnBrk="1">
              <a:spcAft>
                <a:spcPts val="725"/>
              </a:spcAft>
              <a:buClr>
                <a:srgbClr val="00B050"/>
              </a:buClr>
              <a:buSzPct val="100000"/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/>
            </a:pPr>
            <a:r>
              <a:rPr lang="de-DE" dirty="0">
                <a:solidFill>
                  <a:srgbClr val="0000FF"/>
                </a:solidFill>
                <a:latin typeface="TTE1F17478t00" charset="0"/>
                <a:ea typeface="+mn-ea"/>
              </a:rPr>
              <a:t>signal</a:t>
            </a:r>
            <a:r>
              <a:rPr lang="de-DE" dirty="0">
                <a:latin typeface="TTE1F17478t00"/>
                <a:ea typeface="+mn-ea"/>
                <a:cs typeface="DejaVu Sans" charset="0"/>
              </a:rPr>
              <a:t> a, b, c: </a:t>
            </a:r>
            <a:r>
              <a:rPr lang="de-DE" dirty="0">
                <a:solidFill>
                  <a:srgbClr val="FF00FF"/>
                </a:solidFill>
                <a:latin typeface="TTE1F17478t00" charset="0"/>
                <a:ea typeface="+mn-ea"/>
              </a:rPr>
              <a:t>BIT_VECTOR</a:t>
            </a:r>
            <a:r>
              <a:rPr lang="de-DE" dirty="0">
                <a:latin typeface="TTE1F17478t00"/>
                <a:ea typeface="+mn-ea"/>
                <a:cs typeface="DejaVu Sans" charset="0"/>
              </a:rPr>
              <a:t> (2 </a:t>
            </a:r>
            <a:r>
              <a:rPr lang="de-DE" dirty="0">
                <a:solidFill>
                  <a:srgbClr val="0000FF"/>
                </a:solidFill>
                <a:latin typeface="TTE1F17478t00" charset="0"/>
                <a:ea typeface="+mn-ea"/>
              </a:rPr>
              <a:t>downto</a:t>
            </a:r>
            <a:r>
              <a:rPr lang="de-DE" dirty="0">
                <a:latin typeface="TTE1F17478t00"/>
                <a:ea typeface="+mn-ea"/>
                <a:cs typeface="DejaVu Sans" charset="0"/>
              </a:rPr>
              <a:t> 0);</a:t>
            </a:r>
          </a:p>
          <a:p>
            <a:pPr marL="0" lvl="1" indent="0" eaLnBrk="1">
              <a:spcAft>
                <a:spcPts val="725"/>
              </a:spcAft>
              <a:buClr>
                <a:srgbClr val="00B050"/>
              </a:buClr>
              <a:buSzPct val="100000"/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/>
            </a:pPr>
            <a:r>
              <a:rPr lang="en-GB" dirty="0">
                <a:solidFill>
                  <a:srgbClr val="000000"/>
                </a:solidFill>
                <a:latin typeface="TTE1F17478t00"/>
                <a:ea typeface="+mn-ea"/>
                <a:cs typeface="DejaVu Sans" charset="0"/>
              </a:rPr>
              <a:t>c &lt;= a </a:t>
            </a:r>
            <a:r>
              <a:rPr lang="en-GB" dirty="0">
                <a:solidFill>
                  <a:srgbClr val="0000FF"/>
                </a:solidFill>
                <a:latin typeface="TTE1F17478t00" charset="0"/>
                <a:ea typeface="+mn-ea"/>
              </a:rPr>
              <a:t>and</a:t>
            </a:r>
            <a:r>
              <a:rPr lang="en-GB" dirty="0">
                <a:solidFill>
                  <a:srgbClr val="000000"/>
                </a:solidFill>
                <a:latin typeface="TTE1F17478t00"/>
                <a:ea typeface="+mn-ea"/>
                <a:cs typeface="DejaVu Sans" charset="0"/>
              </a:rPr>
              <a:t> b;             c(0) &lt;= a(0) </a:t>
            </a:r>
            <a:r>
              <a:rPr lang="en-GB" dirty="0">
                <a:solidFill>
                  <a:srgbClr val="0000FF"/>
                </a:solidFill>
                <a:latin typeface="TTE1F17478t00" charset="0"/>
                <a:ea typeface="+mn-ea"/>
              </a:rPr>
              <a:t>and</a:t>
            </a:r>
            <a:r>
              <a:rPr lang="en-GB" dirty="0">
                <a:solidFill>
                  <a:srgbClr val="000000"/>
                </a:solidFill>
                <a:latin typeface="TTE1F17478t00"/>
                <a:ea typeface="+mn-ea"/>
                <a:cs typeface="DejaVu Sans" charset="0"/>
              </a:rPr>
              <a:t> b(0); c(1) &lt;= a(1) </a:t>
            </a:r>
            <a:r>
              <a:rPr lang="en-GB" dirty="0">
                <a:solidFill>
                  <a:srgbClr val="0000FF"/>
                </a:solidFill>
                <a:latin typeface="TTE1F17478t00" charset="0"/>
                <a:ea typeface="+mn-ea"/>
              </a:rPr>
              <a:t>and</a:t>
            </a:r>
            <a:r>
              <a:rPr lang="en-GB" dirty="0">
                <a:solidFill>
                  <a:srgbClr val="000000"/>
                </a:solidFill>
                <a:latin typeface="TTE1F17478t00"/>
                <a:ea typeface="+mn-ea"/>
                <a:cs typeface="DejaVu Sans" charset="0"/>
              </a:rPr>
              <a:t> b(1); </a:t>
            </a:r>
          </a:p>
          <a:p>
            <a:pPr marL="0" lvl="1" indent="0" eaLnBrk="1">
              <a:spcAft>
                <a:spcPts val="725"/>
              </a:spcAft>
              <a:buClr>
                <a:srgbClr val="00B050"/>
              </a:buClr>
              <a:buSzPct val="100000"/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/>
            </a:pPr>
            <a:r>
              <a:rPr lang="en-GB" dirty="0">
                <a:solidFill>
                  <a:srgbClr val="000000"/>
                </a:solidFill>
                <a:latin typeface="TTE1F17478t00"/>
                <a:ea typeface="+mn-ea"/>
                <a:cs typeface="DejaVu Sans" charset="0"/>
              </a:rPr>
              <a:t>                                  c(2) &lt;= a(2) </a:t>
            </a:r>
            <a:r>
              <a:rPr lang="en-GB" dirty="0">
                <a:solidFill>
                  <a:srgbClr val="0000FF"/>
                </a:solidFill>
                <a:latin typeface="TTE1F17478t00" charset="0"/>
                <a:ea typeface="+mn-ea"/>
              </a:rPr>
              <a:t>and</a:t>
            </a:r>
            <a:r>
              <a:rPr lang="en-GB" dirty="0">
                <a:solidFill>
                  <a:srgbClr val="000000"/>
                </a:solidFill>
                <a:latin typeface="TTE1F17478t00"/>
                <a:ea typeface="+mn-ea"/>
                <a:cs typeface="DejaVu Sans" charset="0"/>
              </a:rPr>
              <a:t> b(2); </a:t>
            </a:r>
            <a:endParaRPr lang="de-DE" b="1" dirty="0">
              <a:solidFill>
                <a:srgbClr val="000000"/>
              </a:solidFill>
              <a:latin typeface="TTE1F17478t00"/>
              <a:ea typeface="+mn-ea"/>
              <a:cs typeface="DejaVu Sans" charset="0"/>
            </a:endParaRPr>
          </a:p>
        </p:txBody>
      </p:sp>
      <p:sp>
        <p:nvSpPr>
          <p:cNvPr id="18436" name="Rectangle 178">
            <a:extLst>
              <a:ext uri="{FF2B5EF4-FFF2-40B4-BE49-F238E27FC236}">
                <a16:creationId xmlns:a16="http://schemas.microsoft.com/office/drawing/2014/main" id="{BD296513-5400-0041-87DC-FC1B85CDBE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2425" y="3702050"/>
            <a:ext cx="128588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>
                <a:solidFill>
                  <a:srgbClr val="000000"/>
                </a:solidFill>
                <a:latin typeface="Helvetica" pitchFamily="2" charset="0"/>
              </a:rPr>
              <a:t>a</a:t>
            </a:r>
          </a:p>
        </p:txBody>
      </p:sp>
      <p:sp>
        <p:nvSpPr>
          <p:cNvPr id="18437" name="Rectangle 179">
            <a:extLst>
              <a:ext uri="{FF2B5EF4-FFF2-40B4-BE49-F238E27FC236}">
                <a16:creationId xmlns:a16="http://schemas.microsoft.com/office/drawing/2014/main" id="{CBF62870-8406-2F40-B373-18830EC8DC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2900" y="4060825"/>
            <a:ext cx="128588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>
                <a:solidFill>
                  <a:srgbClr val="000000"/>
                </a:solidFill>
                <a:latin typeface="Helvetica" pitchFamily="2" charset="0"/>
              </a:rPr>
              <a:t>b</a:t>
            </a:r>
          </a:p>
        </p:txBody>
      </p:sp>
      <p:sp>
        <p:nvSpPr>
          <p:cNvPr id="18438" name="Line 165">
            <a:extLst>
              <a:ext uri="{FF2B5EF4-FFF2-40B4-BE49-F238E27FC236}">
                <a16:creationId xmlns:a16="http://schemas.microsoft.com/office/drawing/2014/main" id="{26232073-3498-774B-A891-3E849D7A1FEC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3427413" y="3649663"/>
            <a:ext cx="0" cy="539750"/>
          </a:xfrm>
          <a:prstGeom prst="line">
            <a:avLst/>
          </a:prstGeom>
          <a:noFill/>
          <a:ln w="206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39" name="Line 166">
            <a:extLst>
              <a:ext uri="{FF2B5EF4-FFF2-40B4-BE49-F238E27FC236}">
                <a16:creationId xmlns:a16="http://schemas.microsoft.com/office/drawing/2014/main" id="{471B0F6D-18C4-AF46-AD36-A556C8C6E46A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4430713" y="3859212"/>
            <a:ext cx="1588" cy="360363"/>
          </a:xfrm>
          <a:prstGeom prst="line">
            <a:avLst/>
          </a:prstGeom>
          <a:noFill/>
          <a:ln w="206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40" name="Line 167">
            <a:extLst>
              <a:ext uri="{FF2B5EF4-FFF2-40B4-BE49-F238E27FC236}">
                <a16:creationId xmlns:a16="http://schemas.microsoft.com/office/drawing/2014/main" id="{95045A3C-7DA5-1745-BBD1-52847AC637A1}"/>
              </a:ext>
            </a:extLst>
          </p:cNvPr>
          <p:cNvSpPr>
            <a:spLocks noChangeShapeType="1"/>
          </p:cNvSpPr>
          <p:nvPr/>
        </p:nvSpPr>
        <p:spPr bwMode="auto">
          <a:xfrm rot="5400000">
            <a:off x="3376613" y="3940175"/>
            <a:ext cx="0" cy="539750"/>
          </a:xfrm>
          <a:prstGeom prst="line">
            <a:avLst/>
          </a:prstGeom>
          <a:noFill/>
          <a:ln w="20638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8441" name="Freeform 175">
            <a:extLst>
              <a:ext uri="{FF2B5EF4-FFF2-40B4-BE49-F238E27FC236}">
                <a16:creationId xmlns:a16="http://schemas.microsoft.com/office/drawing/2014/main" id="{E1E568A5-B853-AC46-9162-7DDEA376A15A}"/>
              </a:ext>
            </a:extLst>
          </p:cNvPr>
          <p:cNvSpPr>
            <a:spLocks/>
          </p:cNvSpPr>
          <p:nvPr/>
        </p:nvSpPr>
        <p:spPr bwMode="auto">
          <a:xfrm rot="-5400000">
            <a:off x="3690144" y="3758407"/>
            <a:ext cx="515937" cy="590550"/>
          </a:xfrm>
          <a:custGeom>
            <a:avLst/>
            <a:gdLst>
              <a:gd name="T0" fmla="*/ 0 w 108"/>
              <a:gd name="T1" fmla="*/ 0 h 123"/>
              <a:gd name="T2" fmla="*/ 0 w 108"/>
              <a:gd name="T3" fmla="*/ 2147483647 h 123"/>
              <a:gd name="T4" fmla="*/ 2147483647 w 108"/>
              <a:gd name="T5" fmla="*/ 2147483647 h 123"/>
              <a:gd name="T6" fmla="*/ 2147483647 w 108"/>
              <a:gd name="T7" fmla="*/ 2147483647 h 123"/>
              <a:gd name="T8" fmla="*/ 2147483647 w 108"/>
              <a:gd name="T9" fmla="*/ 0 h 123"/>
              <a:gd name="T10" fmla="*/ 0 w 108"/>
              <a:gd name="T11" fmla="*/ 0 h 123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8"/>
              <a:gd name="T19" fmla="*/ 0 h 123"/>
              <a:gd name="T20" fmla="*/ 108 w 108"/>
              <a:gd name="T21" fmla="*/ 123 h 123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8" h="123">
                <a:moveTo>
                  <a:pt x="0" y="0"/>
                </a:moveTo>
                <a:cubicBezTo>
                  <a:pt x="0" y="69"/>
                  <a:pt x="0" y="69"/>
                  <a:pt x="0" y="69"/>
                </a:cubicBezTo>
                <a:cubicBezTo>
                  <a:pt x="0" y="99"/>
                  <a:pt x="24" y="123"/>
                  <a:pt x="54" y="123"/>
                </a:cubicBezTo>
                <a:cubicBezTo>
                  <a:pt x="84" y="123"/>
                  <a:pt x="108" y="99"/>
                  <a:pt x="108" y="69"/>
                </a:cubicBezTo>
                <a:cubicBezTo>
                  <a:pt x="108" y="0"/>
                  <a:pt x="108" y="0"/>
                  <a:pt x="108" y="0"/>
                </a:cubicBez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5875">
            <a:solidFill>
              <a:srgbClr val="0079C1"/>
            </a:solidFill>
            <a:miter lim="800000"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18442" name="Rectangle 181">
            <a:extLst>
              <a:ext uri="{FF2B5EF4-FFF2-40B4-BE49-F238E27FC236}">
                <a16:creationId xmlns:a16="http://schemas.microsoft.com/office/drawing/2014/main" id="{ABD30295-F8D8-BC44-ADC5-9EF91549C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60863" y="3660775"/>
            <a:ext cx="115887" cy="277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>
                <a:solidFill>
                  <a:srgbClr val="000000"/>
                </a:solidFill>
                <a:latin typeface="Helvetica" pitchFamily="2" charset="0"/>
              </a:rPr>
              <a:t>c</a:t>
            </a:r>
            <a:endParaRPr lang="en-US" alt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27CC7A-95D5-7D40-8911-CF28C0706ED4}"/>
              </a:ext>
            </a:extLst>
          </p:cNvPr>
          <p:cNvSpPr/>
          <p:nvPr/>
        </p:nvSpPr>
        <p:spPr>
          <a:xfrm>
            <a:off x="5621338" y="3854450"/>
            <a:ext cx="1595437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GB" dirty="0">
                <a:solidFill>
                  <a:srgbClr val="000000"/>
                </a:solidFill>
                <a:latin typeface="TTE1F17478t00"/>
                <a:ea typeface="+mn-ea"/>
                <a:cs typeface="DejaVu Sans" charset="0"/>
              </a:rPr>
              <a:t>c &lt;= a </a:t>
            </a:r>
            <a:r>
              <a:rPr lang="en-GB" dirty="0">
                <a:solidFill>
                  <a:srgbClr val="0000FF"/>
                </a:solidFill>
                <a:latin typeface="TTE1F17478t00" charset="0"/>
                <a:ea typeface="+mn-ea"/>
                <a:cs typeface="+mn-cs"/>
              </a:rPr>
              <a:t>and</a:t>
            </a:r>
            <a:r>
              <a:rPr lang="en-GB" dirty="0">
                <a:solidFill>
                  <a:srgbClr val="000000"/>
                </a:solidFill>
                <a:latin typeface="TTE1F17478t00"/>
                <a:ea typeface="+mn-ea"/>
                <a:cs typeface="DejaVu Sans" charset="0"/>
              </a:rPr>
              <a:t> b; </a:t>
            </a:r>
            <a:endParaRPr lang="en-GB" dirty="0">
              <a:ea typeface="+mn-ea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954355-0E2F-2943-902A-6D5BFEC5BCC8}"/>
              </a:ext>
            </a:extLst>
          </p:cNvPr>
          <p:cNvSpPr/>
          <p:nvPr/>
        </p:nvSpPr>
        <p:spPr bwMode="auto">
          <a:xfrm>
            <a:off x="5611813" y="3746500"/>
            <a:ext cx="1666875" cy="647700"/>
          </a:xfrm>
          <a:prstGeom prst="rect">
            <a:avLst/>
          </a:prstGeom>
          <a:noFill/>
          <a:ln w="28575" cap="flat" cmpd="sng" algn="ctr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GB" dirty="0">
              <a:latin typeface="Arial" charset="0"/>
              <a:ea typeface="+mn-ea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79F61C2-502E-324F-A988-9399A6B77328}"/>
              </a:ext>
            </a:extLst>
          </p:cNvPr>
          <p:cNvSpPr/>
          <p:nvPr/>
        </p:nvSpPr>
        <p:spPr bwMode="auto">
          <a:xfrm>
            <a:off x="2667000" y="3581400"/>
            <a:ext cx="2163763" cy="914400"/>
          </a:xfrm>
          <a:prstGeom prst="rect">
            <a:avLst/>
          </a:prstGeom>
          <a:noFill/>
          <a:ln w="28575" cap="flat" cmpd="sng" algn="ctr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GB" dirty="0">
              <a:latin typeface="Arial" charset="0"/>
              <a:ea typeface="+mn-ea"/>
            </a:endParaRPr>
          </a:p>
        </p:txBody>
      </p:sp>
      <p:sp>
        <p:nvSpPr>
          <p:cNvPr id="18446" name="Rectangle 13">
            <a:extLst>
              <a:ext uri="{FF2B5EF4-FFF2-40B4-BE49-F238E27FC236}">
                <a16:creationId xmlns:a16="http://schemas.microsoft.com/office/drawing/2014/main" id="{271A1781-4205-AC4E-B69C-0C03CD869C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56288" y="3255963"/>
            <a:ext cx="7874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 altLang="en-US">
                <a:solidFill>
                  <a:srgbClr val="FF0000"/>
                </a:solidFill>
                <a:latin typeface="TTE1F17478t00" charset="0"/>
              </a:rPr>
              <a:t>signal</a:t>
            </a:r>
            <a:endParaRPr lang="en-GB" altLang="en-US">
              <a:solidFill>
                <a:srgbClr val="FF0000"/>
              </a:solidFill>
            </a:endParaRPr>
          </a:p>
        </p:txBody>
      </p:sp>
      <p:cxnSp>
        <p:nvCxnSpPr>
          <p:cNvPr id="18447" name="Straight Arrow Connector 13">
            <a:extLst>
              <a:ext uri="{FF2B5EF4-FFF2-40B4-BE49-F238E27FC236}">
                <a16:creationId xmlns:a16="http://schemas.microsoft.com/office/drawing/2014/main" id="{AAFA4C02-54A4-0945-BFE1-A27B6A7BEF61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5830888" y="3373438"/>
            <a:ext cx="0" cy="539750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Left-Right Arrow 16">
            <a:extLst>
              <a:ext uri="{FF2B5EF4-FFF2-40B4-BE49-F238E27FC236}">
                <a16:creationId xmlns:a16="http://schemas.microsoft.com/office/drawing/2014/main" id="{361E2D8B-81CD-944B-8BE1-982D56F85901}"/>
              </a:ext>
            </a:extLst>
          </p:cNvPr>
          <p:cNvSpPr/>
          <p:nvPr/>
        </p:nvSpPr>
        <p:spPr bwMode="auto">
          <a:xfrm>
            <a:off x="4840288" y="3854450"/>
            <a:ext cx="695325" cy="331788"/>
          </a:xfrm>
          <a:prstGeom prst="leftRightArrow">
            <a:avLst/>
          </a:prstGeom>
          <a:solidFill>
            <a:schemeClr val="accent3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GB">
              <a:latin typeface="Arial" charset="0"/>
              <a:ea typeface="+mn-ea"/>
            </a:endParaRPr>
          </a:p>
        </p:txBody>
      </p:sp>
      <p:sp>
        <p:nvSpPr>
          <p:cNvPr id="18" name="Left-Right Arrow 17">
            <a:extLst>
              <a:ext uri="{FF2B5EF4-FFF2-40B4-BE49-F238E27FC236}">
                <a16:creationId xmlns:a16="http://schemas.microsoft.com/office/drawing/2014/main" id="{16F3BC25-E2EA-8344-90FC-CF532B641DFB}"/>
              </a:ext>
            </a:extLst>
          </p:cNvPr>
          <p:cNvSpPr/>
          <p:nvPr/>
        </p:nvSpPr>
        <p:spPr bwMode="auto">
          <a:xfrm>
            <a:off x="1767840" y="5514023"/>
            <a:ext cx="612775" cy="287337"/>
          </a:xfrm>
          <a:prstGeom prst="leftRightArrow">
            <a:avLst/>
          </a:prstGeom>
          <a:solidFill>
            <a:schemeClr val="accent3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GB">
              <a:latin typeface="Arial" charset="0"/>
              <a:ea typeface="+mn-ea"/>
            </a:endParaRPr>
          </a:p>
        </p:txBody>
      </p:sp>
      <p:sp>
        <p:nvSpPr>
          <p:cNvPr id="18450" name="Text Box 3">
            <a:extLst>
              <a:ext uri="{FF2B5EF4-FFF2-40B4-BE49-F238E27FC236}">
                <a16:creationId xmlns:a16="http://schemas.microsoft.com/office/drawing/2014/main" id="{ECCF980F-E2BA-924C-9556-A8006E1C2E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6323013"/>
            <a:ext cx="213360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algn="ctr" eaLnBrk="1">
              <a:lnSpc>
                <a:spcPct val="100000"/>
              </a:lnSpc>
              <a:spcAft>
                <a:spcPct val="0"/>
              </a:spcAft>
            </a:pPr>
            <a:r>
              <a:rPr lang="de-DE" altLang="en-US" sz="1200">
                <a:solidFill>
                  <a:srgbClr val="B2B2B2"/>
                </a:solidFill>
              </a:rPr>
              <a:t>15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856"/>
    </mc:Choice>
    <mc:Fallback xmlns="">
      <p:transition spd="slow" advTm="67856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3">
            <a:extLst>
              <a:ext uri="{FF2B5EF4-FFF2-40B4-BE49-F238E27FC236}">
                <a16:creationId xmlns:a16="http://schemas.microsoft.com/office/drawing/2014/main" id="{0F0BCC57-1D32-9043-B812-2EAB975726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5200" y="6323013"/>
            <a:ext cx="2133600" cy="365125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9pPr>
          </a:lstStyle>
          <a:p>
            <a:fld id="{B3440103-AB3B-8A41-9206-589C7A31023D}" type="slidenum">
              <a:rPr lang="de-DE" altLang="en-US">
                <a:solidFill>
                  <a:srgbClr val="B2B2B2"/>
                </a:solidFill>
                <a:latin typeface="Frutiger LT Com 55 Roman" pitchFamily="1" charset="0"/>
              </a:rPr>
              <a:pPr/>
              <a:t>16</a:t>
            </a:fld>
            <a:endParaRPr lang="de-DE" altLang="en-US">
              <a:solidFill>
                <a:srgbClr val="B2B2B2"/>
              </a:solidFill>
              <a:latin typeface="Frutiger LT Com 55 Roman" pitchFamily="1" charset="0"/>
            </a:endParaRPr>
          </a:p>
        </p:txBody>
      </p:sp>
      <p:sp>
        <p:nvSpPr>
          <p:cNvPr id="19459" name="AutoShape 2">
            <a:extLst>
              <a:ext uri="{FF2B5EF4-FFF2-40B4-BE49-F238E27FC236}">
                <a16:creationId xmlns:a16="http://schemas.microsoft.com/office/drawing/2014/main" id="{AE6994AB-7A55-B449-9ED4-EB28AB0EFE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" y="534988"/>
            <a:ext cx="8223250" cy="914400"/>
          </a:xfrm>
          <a:custGeom>
            <a:avLst/>
            <a:gdLst>
              <a:gd name="T0" fmla="*/ 8223250 w 8223250"/>
              <a:gd name="T1" fmla="*/ 457200 h 914400"/>
              <a:gd name="T2" fmla="*/ 4111625 w 8223250"/>
              <a:gd name="T3" fmla="*/ 914400 h 914400"/>
              <a:gd name="T4" fmla="*/ 0 w 8223250"/>
              <a:gd name="T5" fmla="*/ 457200 h 914400"/>
              <a:gd name="T6" fmla="*/ 4111625 w 8223250"/>
              <a:gd name="T7" fmla="*/ 0 h 914400"/>
              <a:gd name="T8" fmla="*/ 0 60000 65536"/>
              <a:gd name="T9" fmla="*/ 5898240 60000 65536"/>
              <a:gd name="T10" fmla="*/ 11796480 60000 65536"/>
              <a:gd name="T11" fmla="*/ 17694720 60000 65536"/>
              <a:gd name="T12" fmla="*/ 0 w 8223250"/>
              <a:gd name="T13" fmla="*/ 0 h 914400"/>
              <a:gd name="T14" fmla="*/ 8223250 w 8223250"/>
              <a:gd name="T15" fmla="*/ 914400 h 9144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223250" h="914400">
                <a:moveTo>
                  <a:pt x="0" y="0"/>
                </a:moveTo>
                <a:lnTo>
                  <a:pt x="22842" y="0"/>
                </a:lnTo>
                <a:lnTo>
                  <a:pt x="22842" y="2540"/>
                </a:lnTo>
                <a:lnTo>
                  <a:pt x="0" y="254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>
              <a:lnSpc>
                <a:spcPct val="100000"/>
              </a:lnSpc>
              <a:spcAft>
                <a:spcPct val="0"/>
              </a:spcAft>
            </a:pPr>
            <a:r>
              <a:rPr lang="de-DE" altLang="en-US" sz="3200" b="1">
                <a:latin typeface="Frutiger LT Com 45 Light" charset="0"/>
              </a:rPr>
              <a:t>Concurrent Statements</a:t>
            </a:r>
          </a:p>
        </p:txBody>
      </p:sp>
      <p:sp>
        <p:nvSpPr>
          <p:cNvPr id="19460" name="Rectangle 71">
            <a:extLst>
              <a:ext uri="{FF2B5EF4-FFF2-40B4-BE49-F238E27FC236}">
                <a16:creationId xmlns:a16="http://schemas.microsoft.com/office/drawing/2014/main" id="{3A5A75F7-7FCA-4D48-8556-B6C9384197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013" y="1741488"/>
            <a:ext cx="3479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1pPr>
            <a:lvl2pPr marL="266700" indent="-266700"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2pPr>
            <a:lvl3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3pPr>
            <a:lvl4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4pPr>
            <a:lvl5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9pPr>
          </a:lstStyle>
          <a:p>
            <a:pPr lvl="1" eaLnBrk="1">
              <a:spcAft>
                <a:spcPts val="725"/>
              </a:spcAft>
              <a:buClr>
                <a:srgbClr val="00B050"/>
              </a:buClr>
              <a:buSzPct val="100000"/>
              <a:buFont typeface="Wingdings" pitchFamily="2" charset="2"/>
              <a:buChar char=""/>
            </a:pPr>
            <a:r>
              <a:rPr lang="de-DE" altLang="en-US" b="1">
                <a:solidFill>
                  <a:srgbClr val="000000"/>
                </a:solidFill>
                <a:latin typeface="TTE1F17478t00" charset="0"/>
              </a:rPr>
              <a:t>Example 1: Half-adder circuit</a:t>
            </a:r>
          </a:p>
        </p:txBody>
      </p:sp>
      <p:sp>
        <p:nvSpPr>
          <p:cNvPr id="19461" name="Rectangle 60">
            <a:extLst>
              <a:ext uri="{FF2B5EF4-FFF2-40B4-BE49-F238E27FC236}">
                <a16:creationId xmlns:a16="http://schemas.microsoft.com/office/drawing/2014/main" id="{7C34795D-4EF1-E845-948E-EFE87A00E1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2362200"/>
            <a:ext cx="2133600" cy="608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</a:pPr>
            <a:r>
              <a:rPr lang="en-US" altLang="en-US"/>
              <a:t>s = a’ . b + a . b’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</a:pPr>
            <a:r>
              <a:rPr lang="en-US" altLang="en-US"/>
              <a:t>co = a . b</a:t>
            </a:r>
            <a:endParaRPr lang="en-GB" alt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FA88911-D425-544C-B325-8077E0A7BC3A}"/>
              </a:ext>
            </a:extLst>
          </p:cNvPr>
          <p:cNvSpPr/>
          <p:nvPr/>
        </p:nvSpPr>
        <p:spPr bwMode="auto">
          <a:xfrm>
            <a:off x="609600" y="2362200"/>
            <a:ext cx="2057400" cy="647700"/>
          </a:xfrm>
          <a:prstGeom prst="rect">
            <a:avLst/>
          </a:prstGeom>
          <a:noFill/>
          <a:ln w="28575" cap="flat" cmpd="sng" algn="ctr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GB" dirty="0">
              <a:latin typeface="Arial" charset="0"/>
              <a:ea typeface="+mn-ea"/>
            </a:endParaRPr>
          </a:p>
        </p:txBody>
      </p:sp>
      <p:sp>
        <p:nvSpPr>
          <p:cNvPr id="19463" name="AutoShape 3">
            <a:extLst>
              <a:ext uri="{FF2B5EF4-FFF2-40B4-BE49-F238E27FC236}">
                <a16:creationId xmlns:a16="http://schemas.microsoft.com/office/drawing/2014/main" id="{8B516D30-ED45-FF48-A388-033488ED2C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6663" y="2447925"/>
            <a:ext cx="2819400" cy="1722438"/>
          </a:xfrm>
          <a:custGeom>
            <a:avLst/>
            <a:gdLst>
              <a:gd name="T0" fmla="*/ 1 w 7961313"/>
              <a:gd name="T1" fmla="*/ 12 h 2833688"/>
              <a:gd name="T2" fmla="*/ 0 w 7961313"/>
              <a:gd name="T3" fmla="*/ 24 h 2833688"/>
              <a:gd name="T4" fmla="*/ 0 w 7961313"/>
              <a:gd name="T5" fmla="*/ 12 h 2833688"/>
              <a:gd name="T6" fmla="*/ 0 w 7961313"/>
              <a:gd name="T7" fmla="*/ 0 h 2833688"/>
              <a:gd name="T8" fmla="*/ 0 60000 65536"/>
              <a:gd name="T9" fmla="*/ 5898240 60000 65536"/>
              <a:gd name="T10" fmla="*/ 11796480 60000 65536"/>
              <a:gd name="T11" fmla="*/ 17694720 60000 65536"/>
              <a:gd name="T12" fmla="*/ 0 w 7961313"/>
              <a:gd name="T13" fmla="*/ 0 h 2833688"/>
              <a:gd name="T14" fmla="*/ 7961313 w 7961313"/>
              <a:gd name="T15" fmla="*/ 2833688 h 28336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961313" h="2833688">
                <a:moveTo>
                  <a:pt x="0" y="0"/>
                </a:moveTo>
                <a:lnTo>
                  <a:pt x="22115" y="0"/>
                </a:lnTo>
                <a:lnTo>
                  <a:pt x="22115" y="7872"/>
                </a:lnTo>
                <a:lnTo>
                  <a:pt x="0" y="7872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>
            <a:spAutoFit/>
          </a:bodyPr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>
              <a:lnSpc>
                <a:spcPct val="100000"/>
              </a:lnSpc>
              <a:spcAft>
                <a:spcPct val="0"/>
              </a:spcAft>
            </a:pPr>
            <a:r>
              <a:rPr lang="de-DE" altLang="en-US">
                <a:solidFill>
                  <a:srgbClr val="0000FF"/>
                </a:solidFill>
                <a:latin typeface="TTE1F17478t00" charset="0"/>
              </a:rPr>
              <a:t>entity Half_adder is </a:t>
            </a:r>
          </a:p>
          <a:p>
            <a:pPr eaLnBrk="1">
              <a:lnSpc>
                <a:spcPct val="100000"/>
              </a:lnSpc>
              <a:spcAft>
                <a:spcPct val="0"/>
              </a:spcAft>
            </a:pPr>
            <a:r>
              <a:rPr lang="de-DE" altLang="en-US" sz="1600">
                <a:latin typeface="TTE1F17478t00" charset="0"/>
              </a:rPr>
              <a:t>       </a:t>
            </a:r>
            <a:r>
              <a:rPr lang="de-DE" altLang="en-US">
                <a:solidFill>
                  <a:srgbClr val="0000FF"/>
                </a:solidFill>
                <a:latin typeface="TTE1F17478t00" charset="0"/>
              </a:rPr>
              <a:t>port</a:t>
            </a:r>
            <a:r>
              <a:rPr lang="de-DE" altLang="en-US" sz="1600">
                <a:solidFill>
                  <a:srgbClr val="0070C0"/>
                </a:solidFill>
                <a:latin typeface="TTE1F17478t00" charset="0"/>
              </a:rPr>
              <a:t> </a:t>
            </a:r>
            <a:r>
              <a:rPr lang="de-DE" altLang="en-US" sz="1600">
                <a:latin typeface="TTE1F17478t00" charset="0"/>
              </a:rPr>
              <a:t>(</a:t>
            </a:r>
          </a:p>
          <a:p>
            <a:pPr eaLnBrk="1">
              <a:lnSpc>
                <a:spcPct val="100000"/>
              </a:lnSpc>
              <a:spcAft>
                <a:spcPct val="0"/>
              </a:spcAft>
            </a:pPr>
            <a:r>
              <a:rPr lang="de-DE" altLang="en-US" sz="1600">
                <a:latin typeface="TTE1F17478t00" charset="0"/>
              </a:rPr>
              <a:t>              </a:t>
            </a:r>
            <a:r>
              <a:rPr lang="de-DE" altLang="en-US">
                <a:latin typeface="TTE1F17478t00" charset="0"/>
              </a:rPr>
              <a:t>a , b: </a:t>
            </a:r>
            <a:r>
              <a:rPr lang="de-DE" altLang="en-US">
                <a:solidFill>
                  <a:srgbClr val="0000FF"/>
                </a:solidFill>
                <a:latin typeface="TTE1F17478t00" charset="0"/>
              </a:rPr>
              <a:t>in</a:t>
            </a:r>
            <a:r>
              <a:rPr lang="de-DE" altLang="en-US" sz="1600">
                <a:latin typeface="TTE1F17478t00" charset="0"/>
              </a:rPr>
              <a:t> </a:t>
            </a:r>
            <a:r>
              <a:rPr lang="de-DE" altLang="en-US">
                <a:solidFill>
                  <a:srgbClr val="FF00FF"/>
                </a:solidFill>
                <a:latin typeface="TTE1F17478t00" charset="0"/>
              </a:rPr>
              <a:t>bit</a:t>
            </a:r>
            <a:r>
              <a:rPr lang="de-DE" altLang="en-US" sz="1600">
                <a:latin typeface="TTE1F17478t00" charset="0"/>
              </a:rPr>
              <a:t>;  </a:t>
            </a:r>
          </a:p>
          <a:p>
            <a:pPr eaLnBrk="1">
              <a:lnSpc>
                <a:spcPct val="100000"/>
              </a:lnSpc>
              <a:spcAft>
                <a:spcPct val="0"/>
              </a:spcAft>
            </a:pPr>
            <a:r>
              <a:rPr lang="de-DE" altLang="en-US" sz="1600">
                <a:latin typeface="TTE1F17478t00" charset="0"/>
              </a:rPr>
              <a:t>              s, c</a:t>
            </a:r>
            <a:r>
              <a:rPr lang="de-DE" altLang="en-US">
                <a:latin typeface="TTE1F17478t00" charset="0"/>
              </a:rPr>
              <a:t>o: </a:t>
            </a:r>
            <a:r>
              <a:rPr lang="de-DE" altLang="en-US">
                <a:solidFill>
                  <a:srgbClr val="0000FF"/>
                </a:solidFill>
                <a:latin typeface="TTE1F17478t00" charset="0"/>
              </a:rPr>
              <a:t>out</a:t>
            </a:r>
            <a:r>
              <a:rPr lang="de-DE" altLang="en-US" sz="1600">
                <a:solidFill>
                  <a:srgbClr val="3333CC"/>
                </a:solidFill>
                <a:latin typeface="TTE1F17478t00" charset="0"/>
              </a:rPr>
              <a:t> </a:t>
            </a:r>
            <a:r>
              <a:rPr lang="de-DE" altLang="en-US">
                <a:solidFill>
                  <a:srgbClr val="FF00FF"/>
                </a:solidFill>
                <a:latin typeface="TTE1F17478t00" charset="0"/>
              </a:rPr>
              <a:t>bit</a:t>
            </a:r>
          </a:p>
          <a:p>
            <a:pPr eaLnBrk="1">
              <a:lnSpc>
                <a:spcPct val="100000"/>
              </a:lnSpc>
              <a:spcAft>
                <a:spcPct val="0"/>
              </a:spcAft>
            </a:pPr>
            <a:r>
              <a:rPr lang="de-DE" altLang="en-US" sz="1600">
                <a:latin typeface="TTE1F17478t00" charset="0"/>
              </a:rPr>
              <a:t>              );</a:t>
            </a:r>
          </a:p>
          <a:p>
            <a:pPr eaLnBrk="1">
              <a:lnSpc>
                <a:spcPct val="100000"/>
              </a:lnSpc>
              <a:spcAft>
                <a:spcPct val="0"/>
              </a:spcAft>
            </a:pPr>
            <a:r>
              <a:rPr lang="de-DE" altLang="en-US">
                <a:solidFill>
                  <a:srgbClr val="0000FF"/>
                </a:solidFill>
                <a:latin typeface="TTE1F17478t00" charset="0"/>
              </a:rPr>
              <a:t>end entity Half_adder;</a:t>
            </a:r>
          </a:p>
        </p:txBody>
      </p:sp>
      <p:sp>
        <p:nvSpPr>
          <p:cNvPr id="19464" name="AutoShape 3">
            <a:extLst>
              <a:ext uri="{FF2B5EF4-FFF2-40B4-BE49-F238E27FC236}">
                <a16:creationId xmlns:a16="http://schemas.microsoft.com/office/drawing/2014/main" id="{D93F32AD-317A-3241-BC94-EBF0F7AC4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00" y="4208463"/>
            <a:ext cx="4267200" cy="1436687"/>
          </a:xfrm>
          <a:custGeom>
            <a:avLst/>
            <a:gdLst>
              <a:gd name="T0" fmla="*/ 1 w 8135937"/>
              <a:gd name="T1" fmla="*/ 0 h 6124575"/>
              <a:gd name="T2" fmla="*/ 1 w 8135937"/>
              <a:gd name="T3" fmla="*/ 0 h 6124575"/>
              <a:gd name="T4" fmla="*/ 0 w 8135937"/>
              <a:gd name="T5" fmla="*/ 0 h 6124575"/>
              <a:gd name="T6" fmla="*/ 1 w 8135937"/>
              <a:gd name="T7" fmla="*/ 0 h 6124575"/>
              <a:gd name="T8" fmla="*/ 0 60000 65536"/>
              <a:gd name="T9" fmla="*/ 5898240 60000 65536"/>
              <a:gd name="T10" fmla="*/ 11796480 60000 65536"/>
              <a:gd name="T11" fmla="*/ 17694720 60000 65536"/>
              <a:gd name="T12" fmla="*/ 0 w 8135937"/>
              <a:gd name="T13" fmla="*/ 0 h 6124575"/>
              <a:gd name="T14" fmla="*/ 8135937 w 8135937"/>
              <a:gd name="T15" fmla="*/ 6124575 h 612457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135937" h="6124575">
                <a:moveTo>
                  <a:pt x="0" y="0"/>
                </a:moveTo>
                <a:lnTo>
                  <a:pt x="22601" y="0"/>
                </a:lnTo>
                <a:lnTo>
                  <a:pt x="22601" y="17014"/>
                </a:lnTo>
                <a:lnTo>
                  <a:pt x="0" y="17014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>
            <a:spAutoFit/>
          </a:bodyPr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>
              <a:lnSpc>
                <a:spcPct val="100000"/>
              </a:lnSpc>
              <a:spcAft>
                <a:spcPct val="0"/>
              </a:spcAft>
            </a:pPr>
            <a:r>
              <a:rPr lang="de-DE" altLang="en-US">
                <a:solidFill>
                  <a:srgbClr val="0000FF"/>
                </a:solidFill>
                <a:latin typeface="TTE1F17478t00" charset="0"/>
              </a:rPr>
              <a:t>architecture logic of Half_adder is</a:t>
            </a:r>
            <a:endParaRPr lang="de-DE" altLang="en-US" sz="1600" i="1">
              <a:latin typeface="TTE1F17478t00" charset="0"/>
            </a:endParaRPr>
          </a:p>
          <a:p>
            <a:pPr eaLnBrk="1">
              <a:lnSpc>
                <a:spcPct val="100000"/>
              </a:lnSpc>
              <a:spcAft>
                <a:spcPct val="0"/>
              </a:spcAft>
            </a:pPr>
            <a:r>
              <a:rPr lang="de-DE" altLang="en-US">
                <a:latin typeface="TTE1F17478t00" charset="0"/>
              </a:rPr>
              <a:t>   </a:t>
            </a:r>
            <a:r>
              <a:rPr lang="de-DE" altLang="en-US">
                <a:solidFill>
                  <a:srgbClr val="0000FF"/>
                </a:solidFill>
                <a:latin typeface="TTE1F17478t00" charset="0"/>
              </a:rPr>
              <a:t>begin</a:t>
            </a:r>
          </a:p>
          <a:p>
            <a:pPr>
              <a:lnSpc>
                <a:spcPct val="93000"/>
              </a:lnSpc>
              <a:spcAft>
                <a:spcPct val="0"/>
              </a:spcAft>
            </a:pPr>
            <a:r>
              <a:rPr lang="en-US" altLang="en-US">
                <a:latin typeface="TTE1F17478t00" charset="0"/>
              </a:rPr>
              <a:t>   s &lt;= (</a:t>
            </a:r>
            <a:r>
              <a:rPr lang="en-US" altLang="en-US">
                <a:solidFill>
                  <a:srgbClr val="0000FF"/>
                </a:solidFill>
                <a:latin typeface="TTE1F17478t00" charset="0"/>
              </a:rPr>
              <a:t>not</a:t>
            </a:r>
            <a:r>
              <a:rPr lang="en-US" altLang="en-US">
                <a:latin typeface="TTE1F17478t00" charset="0"/>
              </a:rPr>
              <a:t>(a) </a:t>
            </a:r>
            <a:r>
              <a:rPr lang="en-US" altLang="en-US">
                <a:solidFill>
                  <a:srgbClr val="0000FF"/>
                </a:solidFill>
                <a:latin typeface="TTE1F17478t00" charset="0"/>
              </a:rPr>
              <a:t>and</a:t>
            </a:r>
            <a:r>
              <a:rPr lang="en-US" altLang="en-US">
                <a:latin typeface="TTE1F17478t00" charset="0"/>
              </a:rPr>
              <a:t> b) or (a </a:t>
            </a:r>
            <a:r>
              <a:rPr lang="en-US" altLang="en-US">
                <a:solidFill>
                  <a:srgbClr val="0000FF"/>
                </a:solidFill>
                <a:latin typeface="TTE1F17478t00" charset="0"/>
              </a:rPr>
              <a:t>and</a:t>
            </a:r>
            <a:r>
              <a:rPr lang="en-US" altLang="en-US">
                <a:latin typeface="TTE1F17478t00" charset="0"/>
              </a:rPr>
              <a:t> </a:t>
            </a:r>
            <a:r>
              <a:rPr lang="en-US" altLang="en-US">
                <a:solidFill>
                  <a:srgbClr val="0000FF"/>
                </a:solidFill>
                <a:latin typeface="TTE1F17478t00" charset="0"/>
              </a:rPr>
              <a:t>not</a:t>
            </a:r>
            <a:r>
              <a:rPr lang="en-US" altLang="en-US">
                <a:latin typeface="TTE1F17478t00" charset="0"/>
              </a:rPr>
              <a:t>(b));</a:t>
            </a:r>
          </a:p>
          <a:p>
            <a:pPr>
              <a:lnSpc>
                <a:spcPct val="93000"/>
              </a:lnSpc>
              <a:spcAft>
                <a:spcPct val="0"/>
              </a:spcAft>
            </a:pPr>
            <a:r>
              <a:rPr lang="en-US" altLang="en-US">
                <a:latin typeface="TTE1F17478t00" charset="0"/>
              </a:rPr>
              <a:t>   co &lt;= a </a:t>
            </a:r>
            <a:r>
              <a:rPr lang="en-US" altLang="en-US">
                <a:solidFill>
                  <a:srgbClr val="0000FF"/>
                </a:solidFill>
                <a:latin typeface="TTE1F17478t00" charset="0"/>
              </a:rPr>
              <a:t>and</a:t>
            </a:r>
            <a:r>
              <a:rPr lang="en-US" altLang="en-US">
                <a:latin typeface="TTE1F17478t00" charset="0"/>
              </a:rPr>
              <a:t> b;</a:t>
            </a:r>
          </a:p>
          <a:p>
            <a:pPr eaLnBrk="1">
              <a:lnSpc>
                <a:spcPct val="100000"/>
              </a:lnSpc>
              <a:spcAft>
                <a:spcPct val="0"/>
              </a:spcAft>
            </a:pPr>
            <a:r>
              <a:rPr lang="de-DE" altLang="en-US">
                <a:solidFill>
                  <a:srgbClr val="0000FF"/>
                </a:solidFill>
                <a:latin typeface="TTE1F17478t00" charset="0"/>
              </a:rPr>
              <a:t> end architecture </a:t>
            </a:r>
            <a:r>
              <a:rPr lang="de-DE" altLang="en-US">
                <a:latin typeface="TTE1F17478t00" charset="0"/>
              </a:rPr>
              <a:t>logic;</a:t>
            </a:r>
          </a:p>
        </p:txBody>
      </p:sp>
      <p:sp>
        <p:nvSpPr>
          <p:cNvPr id="19465" name="Rectangle 4">
            <a:extLst>
              <a:ext uri="{FF2B5EF4-FFF2-40B4-BE49-F238E27FC236}">
                <a16:creationId xmlns:a16="http://schemas.microsoft.com/office/drawing/2014/main" id="{509292FC-680B-D14A-84A6-CD4F32B0D2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6663" y="1752600"/>
            <a:ext cx="31829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/>
            <a:r>
              <a:rPr lang="de-DE" altLang="en-US">
                <a:solidFill>
                  <a:srgbClr val="0000FF"/>
                </a:solidFill>
                <a:latin typeface="TTE1F17478t00" charset="0"/>
              </a:rPr>
              <a:t>Library </a:t>
            </a:r>
            <a:r>
              <a:rPr lang="de-DE" altLang="en-US">
                <a:latin typeface="TTE1F17478t00" charset="0"/>
              </a:rPr>
              <a:t>ieee;</a:t>
            </a:r>
          </a:p>
          <a:p>
            <a:pPr eaLnBrk="1"/>
            <a:r>
              <a:rPr lang="de-DE" altLang="en-US">
                <a:solidFill>
                  <a:srgbClr val="0000FF"/>
                </a:solidFill>
                <a:latin typeface="TTE1F17478t00" charset="0"/>
              </a:rPr>
              <a:t>use ieee.std_logic_1164.all;</a:t>
            </a:r>
            <a:endParaRPr lang="en-GB" alt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2E302423-2414-844A-BCFF-33C383FBB62E}"/>
              </a:ext>
            </a:extLst>
          </p:cNvPr>
          <p:cNvSpPr/>
          <p:nvPr/>
        </p:nvSpPr>
        <p:spPr bwMode="auto">
          <a:xfrm>
            <a:off x="4953000" y="1771650"/>
            <a:ext cx="3124200" cy="647700"/>
          </a:xfrm>
          <a:prstGeom prst="rect">
            <a:avLst/>
          </a:prstGeom>
          <a:noFill/>
          <a:ln w="28575" cap="flat" cmpd="sng" algn="ctr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GB" dirty="0">
              <a:latin typeface="Arial" charset="0"/>
              <a:ea typeface="+mn-ea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ADE37FE7-15EC-C14E-93AF-8B977FAA554B}"/>
              </a:ext>
            </a:extLst>
          </p:cNvPr>
          <p:cNvSpPr/>
          <p:nvPr/>
        </p:nvSpPr>
        <p:spPr bwMode="auto">
          <a:xfrm>
            <a:off x="4953000" y="2470150"/>
            <a:ext cx="3124200" cy="1644650"/>
          </a:xfrm>
          <a:prstGeom prst="rect">
            <a:avLst/>
          </a:prstGeom>
          <a:noFill/>
          <a:ln w="28575" cap="flat" cmpd="sng" algn="ctr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GB" dirty="0">
              <a:latin typeface="Arial" charset="0"/>
              <a:ea typeface="+mn-ea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C649E8D-647A-5F4B-9632-FEFCFFD3CC4B}"/>
              </a:ext>
            </a:extLst>
          </p:cNvPr>
          <p:cNvSpPr/>
          <p:nvPr/>
        </p:nvSpPr>
        <p:spPr bwMode="auto">
          <a:xfrm>
            <a:off x="4953000" y="4175125"/>
            <a:ext cx="4114800" cy="1747838"/>
          </a:xfrm>
          <a:prstGeom prst="rect">
            <a:avLst/>
          </a:prstGeom>
          <a:noFill/>
          <a:ln w="28575" cap="flat" cmpd="sng" algn="ctr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GB" dirty="0">
              <a:latin typeface="Arial" charset="0"/>
              <a:ea typeface="+mn-ea"/>
            </a:endParaRPr>
          </a:p>
        </p:txBody>
      </p:sp>
      <p:grpSp>
        <p:nvGrpSpPr>
          <p:cNvPr id="19469" name="Group 6">
            <a:extLst>
              <a:ext uri="{FF2B5EF4-FFF2-40B4-BE49-F238E27FC236}">
                <a16:creationId xmlns:a16="http://schemas.microsoft.com/office/drawing/2014/main" id="{C12BF34E-630A-054B-A440-629B2617891F}"/>
              </a:ext>
            </a:extLst>
          </p:cNvPr>
          <p:cNvGrpSpPr>
            <a:grpSpLocks/>
          </p:cNvGrpSpPr>
          <p:nvPr/>
        </p:nvGrpSpPr>
        <p:grpSpPr bwMode="auto">
          <a:xfrm>
            <a:off x="762000" y="3305175"/>
            <a:ext cx="1671638" cy="1855788"/>
            <a:chOff x="2286000" y="3533001"/>
            <a:chExt cx="1671638" cy="1855788"/>
          </a:xfrm>
        </p:grpSpPr>
        <p:sp>
          <p:nvSpPr>
            <p:cNvPr id="19476" name="Oval 162">
              <a:extLst>
                <a:ext uri="{FF2B5EF4-FFF2-40B4-BE49-F238E27FC236}">
                  <a16:creationId xmlns:a16="http://schemas.microsoft.com/office/drawing/2014/main" id="{CD7AAD9D-CC09-3240-B760-55394F5023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79713" y="4025126"/>
              <a:ext cx="77788" cy="82550"/>
            </a:xfrm>
            <a:prstGeom prst="ellipse">
              <a:avLst/>
            </a:prstGeom>
            <a:solidFill>
              <a:srgbClr val="000000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19477" name="Oval 163">
              <a:extLst>
                <a:ext uri="{FF2B5EF4-FFF2-40B4-BE49-F238E27FC236}">
                  <a16:creationId xmlns:a16="http://schemas.microsoft.com/office/drawing/2014/main" id="{BB9BAF2B-D492-6444-A2EF-CF8831D744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8250" y="4194989"/>
              <a:ext cx="76200" cy="82550"/>
            </a:xfrm>
            <a:prstGeom prst="ellipse">
              <a:avLst/>
            </a:prstGeom>
            <a:solidFill>
              <a:srgbClr val="000000"/>
            </a:solidFill>
            <a:ln w="11113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19478" name="Rectangle 164">
              <a:extLst>
                <a:ext uri="{FF2B5EF4-FFF2-40B4-BE49-F238E27FC236}">
                  <a16:creationId xmlns:a16="http://schemas.microsoft.com/office/drawing/2014/main" id="{7C18B7AF-3557-E543-A06C-82AF84FAD9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6000" y="3896539"/>
              <a:ext cx="1671638" cy="1311275"/>
            </a:xfrm>
            <a:prstGeom prst="rect">
              <a:avLst/>
            </a:prstGeom>
            <a:noFill/>
            <a:ln w="15875">
              <a:solidFill>
                <a:srgbClr val="0079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19479" name="Line 165">
              <a:extLst>
                <a:ext uri="{FF2B5EF4-FFF2-40B4-BE49-F238E27FC236}">
                  <a16:creationId xmlns:a16="http://schemas.microsoft.com/office/drawing/2014/main" id="{B9863E09-BEE5-484E-898A-ABF0FF7610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20988" y="3726676"/>
              <a:ext cx="1588" cy="684213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480" name="Line 166">
              <a:extLst>
                <a:ext uri="{FF2B5EF4-FFF2-40B4-BE49-F238E27FC236}">
                  <a16:creationId xmlns:a16="http://schemas.microsoft.com/office/drawing/2014/main" id="{BD9EB0A7-0E95-7143-BF32-75741CEB82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2875" y="5044301"/>
              <a:ext cx="1588" cy="344488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481" name="Line 167">
              <a:extLst>
                <a:ext uri="{FF2B5EF4-FFF2-40B4-BE49-F238E27FC236}">
                  <a16:creationId xmlns:a16="http://schemas.microsoft.com/office/drawing/2014/main" id="{26D80903-5239-5749-968E-F7EFD74502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43175" y="3726676"/>
              <a:ext cx="1588" cy="684213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482" name="Line 168">
              <a:extLst>
                <a:ext uri="{FF2B5EF4-FFF2-40B4-BE49-F238E27FC236}">
                  <a16:creationId xmlns:a16="http://schemas.microsoft.com/office/drawing/2014/main" id="{EDE52A4C-D716-FB4E-BA7A-F5C1CE2E49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0600" y="5044301"/>
              <a:ext cx="1588" cy="338138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483" name="Freeform 173">
              <a:extLst>
                <a:ext uri="{FF2B5EF4-FFF2-40B4-BE49-F238E27FC236}">
                  <a16:creationId xmlns:a16="http://schemas.microsoft.com/office/drawing/2014/main" id="{2EA41393-4EE3-E444-9055-D3DAE1718E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0988" y="4066401"/>
              <a:ext cx="828675" cy="452438"/>
            </a:xfrm>
            <a:custGeom>
              <a:avLst/>
              <a:gdLst>
                <a:gd name="T0" fmla="*/ 2147483647 w 522"/>
                <a:gd name="T1" fmla="*/ 2147483647 h 285"/>
                <a:gd name="T2" fmla="*/ 2147483647 w 522"/>
                <a:gd name="T3" fmla="*/ 0 h 285"/>
                <a:gd name="T4" fmla="*/ 0 w 522"/>
                <a:gd name="T5" fmla="*/ 0 h 285"/>
                <a:gd name="T6" fmla="*/ 0 60000 65536"/>
                <a:gd name="T7" fmla="*/ 0 60000 65536"/>
                <a:gd name="T8" fmla="*/ 0 60000 65536"/>
                <a:gd name="T9" fmla="*/ 0 w 522"/>
                <a:gd name="T10" fmla="*/ 0 h 285"/>
                <a:gd name="T11" fmla="*/ 522 w 522"/>
                <a:gd name="T12" fmla="*/ 285 h 28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22" h="285">
                  <a:moveTo>
                    <a:pt x="522" y="285"/>
                  </a:moveTo>
                  <a:lnTo>
                    <a:pt x="522" y="0"/>
                  </a:lnTo>
                  <a:lnTo>
                    <a:pt x="0" y="0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484" name="Freeform 174">
              <a:extLst>
                <a:ext uri="{FF2B5EF4-FFF2-40B4-BE49-F238E27FC236}">
                  <a16:creationId xmlns:a16="http://schemas.microsoft.com/office/drawing/2014/main" id="{BF100132-8622-8E4D-B485-67FA3FD126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3175" y="4236264"/>
              <a:ext cx="874713" cy="277813"/>
            </a:xfrm>
            <a:custGeom>
              <a:avLst/>
              <a:gdLst>
                <a:gd name="T0" fmla="*/ 2147483647 w 551"/>
                <a:gd name="T1" fmla="*/ 2147483647 h 175"/>
                <a:gd name="T2" fmla="*/ 2147483647 w 551"/>
                <a:gd name="T3" fmla="*/ 0 h 175"/>
                <a:gd name="T4" fmla="*/ 0 w 551"/>
                <a:gd name="T5" fmla="*/ 0 h 175"/>
                <a:gd name="T6" fmla="*/ 0 60000 65536"/>
                <a:gd name="T7" fmla="*/ 0 60000 65536"/>
                <a:gd name="T8" fmla="*/ 0 60000 65536"/>
                <a:gd name="T9" fmla="*/ 0 w 551"/>
                <a:gd name="T10" fmla="*/ 0 h 175"/>
                <a:gd name="T11" fmla="*/ 551 w 551"/>
                <a:gd name="T12" fmla="*/ 175 h 17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51" h="175">
                  <a:moveTo>
                    <a:pt x="551" y="175"/>
                  </a:moveTo>
                  <a:lnTo>
                    <a:pt x="551" y="0"/>
                  </a:lnTo>
                  <a:lnTo>
                    <a:pt x="0" y="0"/>
                  </a:lnTo>
                </a:path>
              </a:pathLst>
            </a:custGeom>
            <a:noFill/>
            <a:ln w="20638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485" name="Freeform 175">
              <a:extLst>
                <a:ext uri="{FF2B5EF4-FFF2-40B4-BE49-F238E27FC236}">
                  <a16:creationId xmlns:a16="http://schemas.microsoft.com/office/drawing/2014/main" id="{0F2EACE5-EFD3-9348-9F8F-A83E648B79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5063" y="4410889"/>
              <a:ext cx="555625" cy="633413"/>
            </a:xfrm>
            <a:custGeom>
              <a:avLst/>
              <a:gdLst>
                <a:gd name="T0" fmla="*/ 0 w 108"/>
                <a:gd name="T1" fmla="*/ 0 h 123"/>
                <a:gd name="T2" fmla="*/ 0 w 108"/>
                <a:gd name="T3" fmla="*/ 2147483647 h 123"/>
                <a:gd name="T4" fmla="*/ 2147483647 w 108"/>
                <a:gd name="T5" fmla="*/ 2147483647 h 123"/>
                <a:gd name="T6" fmla="*/ 2147483647 w 108"/>
                <a:gd name="T7" fmla="*/ 2147483647 h 123"/>
                <a:gd name="T8" fmla="*/ 2147483647 w 108"/>
                <a:gd name="T9" fmla="*/ 0 h 123"/>
                <a:gd name="T10" fmla="*/ 0 w 108"/>
                <a:gd name="T11" fmla="*/ 0 h 1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8"/>
                <a:gd name="T19" fmla="*/ 0 h 123"/>
                <a:gd name="T20" fmla="*/ 108 w 108"/>
                <a:gd name="T21" fmla="*/ 123 h 1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8" h="123">
                  <a:moveTo>
                    <a:pt x="0" y="0"/>
                  </a:moveTo>
                  <a:cubicBezTo>
                    <a:pt x="0" y="69"/>
                    <a:pt x="0" y="69"/>
                    <a:pt x="0" y="69"/>
                  </a:cubicBezTo>
                  <a:cubicBezTo>
                    <a:pt x="0" y="99"/>
                    <a:pt x="24" y="123"/>
                    <a:pt x="54" y="123"/>
                  </a:cubicBezTo>
                  <a:cubicBezTo>
                    <a:pt x="84" y="123"/>
                    <a:pt x="108" y="99"/>
                    <a:pt x="108" y="69"/>
                  </a:cubicBezTo>
                  <a:cubicBezTo>
                    <a:pt x="108" y="0"/>
                    <a:pt x="108" y="0"/>
                    <a:pt x="108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5875">
              <a:solidFill>
                <a:srgbClr val="0079C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9486" name="Freeform 176">
              <a:extLst>
                <a:ext uri="{FF2B5EF4-FFF2-40B4-BE49-F238E27FC236}">
                  <a16:creationId xmlns:a16="http://schemas.microsoft.com/office/drawing/2014/main" id="{D79EC9A5-1AFF-8A40-A424-85398B733B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9138" y="4488676"/>
              <a:ext cx="544513" cy="555625"/>
            </a:xfrm>
            <a:custGeom>
              <a:avLst/>
              <a:gdLst>
                <a:gd name="T0" fmla="*/ 2147483647 w 106"/>
                <a:gd name="T1" fmla="*/ 2147483647 h 108"/>
                <a:gd name="T2" fmla="*/ 0 w 106"/>
                <a:gd name="T3" fmla="*/ 0 h 108"/>
                <a:gd name="T4" fmla="*/ 2147483647 w 106"/>
                <a:gd name="T5" fmla="*/ 2147483647 h 108"/>
                <a:gd name="T6" fmla="*/ 2147483647 w 106"/>
                <a:gd name="T7" fmla="*/ 2147483647 h 108"/>
                <a:gd name="T8" fmla="*/ 2147483647 w 106"/>
                <a:gd name="T9" fmla="*/ 0 h 108"/>
                <a:gd name="T10" fmla="*/ 2147483647 w 106"/>
                <a:gd name="T11" fmla="*/ 2147483647 h 10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06"/>
                <a:gd name="T19" fmla="*/ 0 h 108"/>
                <a:gd name="T20" fmla="*/ 106 w 106"/>
                <a:gd name="T21" fmla="*/ 108 h 10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06" h="108">
                  <a:moveTo>
                    <a:pt x="53" y="108"/>
                  </a:moveTo>
                  <a:cubicBezTo>
                    <a:pt x="53" y="108"/>
                    <a:pt x="0" y="83"/>
                    <a:pt x="0" y="0"/>
                  </a:cubicBezTo>
                  <a:cubicBezTo>
                    <a:pt x="0" y="0"/>
                    <a:pt x="5" y="16"/>
                    <a:pt x="52" y="16"/>
                  </a:cubicBezTo>
                  <a:cubicBezTo>
                    <a:pt x="54" y="16"/>
                    <a:pt x="54" y="16"/>
                    <a:pt x="54" y="16"/>
                  </a:cubicBezTo>
                  <a:cubicBezTo>
                    <a:pt x="101" y="16"/>
                    <a:pt x="106" y="0"/>
                    <a:pt x="106" y="0"/>
                  </a:cubicBezTo>
                  <a:cubicBezTo>
                    <a:pt x="106" y="83"/>
                    <a:pt x="53" y="108"/>
                    <a:pt x="53" y="108"/>
                  </a:cubicBezTo>
                  <a:close/>
                </a:path>
              </a:pathLst>
            </a:custGeom>
            <a:solidFill>
              <a:srgbClr val="FFFFFF"/>
            </a:solidFill>
            <a:ln w="15875">
              <a:solidFill>
                <a:srgbClr val="0079C1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9487" name="Freeform 177">
              <a:extLst>
                <a:ext uri="{FF2B5EF4-FFF2-40B4-BE49-F238E27FC236}">
                  <a16:creationId xmlns:a16="http://schemas.microsoft.com/office/drawing/2014/main" id="{1668E898-45AE-A742-A9A7-E99016074A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9138" y="4442639"/>
              <a:ext cx="544513" cy="80963"/>
            </a:xfrm>
            <a:custGeom>
              <a:avLst/>
              <a:gdLst>
                <a:gd name="T0" fmla="*/ 0 w 106"/>
                <a:gd name="T1" fmla="*/ 0 h 16"/>
                <a:gd name="T2" fmla="*/ 2147483647 w 106"/>
                <a:gd name="T3" fmla="*/ 2147483647 h 16"/>
                <a:gd name="T4" fmla="*/ 2147483647 w 106"/>
                <a:gd name="T5" fmla="*/ 2147483647 h 16"/>
                <a:gd name="T6" fmla="*/ 2147483647 w 106"/>
                <a:gd name="T7" fmla="*/ 0 h 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6"/>
                <a:gd name="T13" fmla="*/ 0 h 16"/>
                <a:gd name="T14" fmla="*/ 106 w 106"/>
                <a:gd name="T15" fmla="*/ 16 h 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6" h="16">
                  <a:moveTo>
                    <a:pt x="0" y="0"/>
                  </a:moveTo>
                  <a:cubicBezTo>
                    <a:pt x="0" y="0"/>
                    <a:pt x="5" y="16"/>
                    <a:pt x="52" y="16"/>
                  </a:cubicBezTo>
                  <a:cubicBezTo>
                    <a:pt x="54" y="16"/>
                    <a:pt x="54" y="16"/>
                    <a:pt x="54" y="16"/>
                  </a:cubicBezTo>
                  <a:cubicBezTo>
                    <a:pt x="101" y="16"/>
                    <a:pt x="106" y="0"/>
                    <a:pt x="106" y="0"/>
                  </a:cubicBezTo>
                </a:path>
              </a:pathLst>
            </a:custGeom>
            <a:noFill/>
            <a:ln w="15875">
              <a:solidFill>
                <a:srgbClr val="0079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9488" name="Rectangle 178">
              <a:extLst>
                <a:ext uri="{FF2B5EF4-FFF2-40B4-BE49-F238E27FC236}">
                  <a16:creationId xmlns:a16="http://schemas.microsoft.com/office/drawing/2014/main" id="{6B3AA034-5876-5A4E-A6D2-A5B589FAB9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2200" y="3533001"/>
              <a:ext cx="128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>
                  <a:solidFill>
                    <a:srgbClr val="000000"/>
                  </a:solidFill>
                  <a:latin typeface="Helvetica" pitchFamily="2" charset="0"/>
                </a:rPr>
                <a:t>a</a:t>
              </a:r>
            </a:p>
          </p:txBody>
        </p:sp>
        <p:sp>
          <p:nvSpPr>
            <p:cNvPr id="19489" name="Rectangle 179">
              <a:extLst>
                <a:ext uri="{FF2B5EF4-FFF2-40B4-BE49-F238E27FC236}">
                  <a16:creationId xmlns:a16="http://schemas.microsoft.com/office/drawing/2014/main" id="{3DCFB5E4-14BE-0649-8BE5-E3C5CD2541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0736" y="3533001"/>
              <a:ext cx="12824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>
                  <a:solidFill>
                    <a:srgbClr val="000000"/>
                  </a:solidFill>
                  <a:latin typeface="Helvetica" pitchFamily="2" charset="0"/>
                </a:rPr>
                <a:t>b</a:t>
              </a:r>
            </a:p>
          </p:txBody>
        </p:sp>
      </p:grpSp>
      <p:sp>
        <p:nvSpPr>
          <p:cNvPr id="19470" name="Rectangle 181">
            <a:extLst>
              <a:ext uri="{FF2B5EF4-FFF2-40B4-BE49-F238E27FC236}">
                <a16:creationId xmlns:a16="http://schemas.microsoft.com/office/drawing/2014/main" id="{EA65D613-A751-DE4D-8277-5A987F01E4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2513" y="5133975"/>
            <a:ext cx="24288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>
                <a:solidFill>
                  <a:srgbClr val="000000"/>
                </a:solidFill>
                <a:latin typeface="Helvetica" pitchFamily="2" charset="0"/>
              </a:rPr>
              <a:t>co</a:t>
            </a:r>
            <a:endParaRPr lang="en-US" altLang="en-US"/>
          </a:p>
        </p:txBody>
      </p:sp>
      <p:sp>
        <p:nvSpPr>
          <p:cNvPr id="19471" name="Rectangle 182">
            <a:extLst>
              <a:ext uri="{FF2B5EF4-FFF2-40B4-BE49-F238E27FC236}">
                <a16:creationId xmlns:a16="http://schemas.microsoft.com/office/drawing/2014/main" id="{1480FBA5-666F-EA49-ADB8-C01F562084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5105400"/>
            <a:ext cx="1158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>
                <a:solidFill>
                  <a:srgbClr val="000000"/>
                </a:solidFill>
                <a:latin typeface="Helvetica" pitchFamily="2" charset="0"/>
              </a:rPr>
              <a:t>s</a:t>
            </a:r>
            <a:endParaRPr lang="en-US" altLang="en-US"/>
          </a:p>
        </p:txBody>
      </p:sp>
      <p:sp>
        <p:nvSpPr>
          <p:cNvPr id="19472" name="Rectangle 94">
            <a:extLst>
              <a:ext uri="{FF2B5EF4-FFF2-40B4-BE49-F238E27FC236}">
                <a16:creationId xmlns:a16="http://schemas.microsoft.com/office/drawing/2014/main" id="{0A40C2D7-EE04-FD40-A263-6CA0D77843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4800600"/>
            <a:ext cx="3733800" cy="249238"/>
          </a:xfrm>
          <a:prstGeom prst="rect">
            <a:avLst/>
          </a:prstGeom>
          <a:noFill/>
          <a:ln w="28575" algn="ctr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19473" name="Rectangle 95">
            <a:extLst>
              <a:ext uri="{FF2B5EF4-FFF2-40B4-BE49-F238E27FC236}">
                <a16:creationId xmlns:a16="http://schemas.microsoft.com/office/drawing/2014/main" id="{F6784485-311B-654C-B725-54B549BC4B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1600" y="5084763"/>
            <a:ext cx="1676400" cy="249237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19474" name="Rectangle 96">
            <a:extLst>
              <a:ext uri="{FF2B5EF4-FFF2-40B4-BE49-F238E27FC236}">
                <a16:creationId xmlns:a16="http://schemas.microsoft.com/office/drawing/2014/main" id="{89CA1FFD-ADE6-3F4D-B880-3CB5DA1B16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114800"/>
            <a:ext cx="685800" cy="812800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19475" name="Rectangle 97">
            <a:extLst>
              <a:ext uri="{FF2B5EF4-FFF2-40B4-BE49-F238E27FC236}">
                <a16:creationId xmlns:a16="http://schemas.microsoft.com/office/drawing/2014/main" id="{D13848B1-9FC0-9D4A-8BA4-167A8F431E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8613" y="4162425"/>
            <a:ext cx="763587" cy="762000"/>
          </a:xfrm>
          <a:prstGeom prst="rect">
            <a:avLst/>
          </a:prstGeom>
          <a:noFill/>
          <a:ln w="28575" algn="ctr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649"/>
    </mc:Choice>
    <mc:Fallback xmlns="">
      <p:transition spd="slow" advTm="39649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3">
            <a:extLst>
              <a:ext uri="{FF2B5EF4-FFF2-40B4-BE49-F238E27FC236}">
                <a16:creationId xmlns:a16="http://schemas.microsoft.com/office/drawing/2014/main" id="{6716F69D-D3F5-414A-919D-B1ED458389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5200" y="6323013"/>
            <a:ext cx="2133600" cy="365125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9pPr>
          </a:lstStyle>
          <a:p>
            <a:fld id="{D207AB4C-9FC7-194B-8C2A-762426B3883E}" type="slidenum">
              <a:rPr lang="de-DE" altLang="en-US">
                <a:solidFill>
                  <a:srgbClr val="B2B2B2"/>
                </a:solidFill>
                <a:latin typeface="Frutiger LT Com 55 Roman" pitchFamily="1" charset="0"/>
              </a:rPr>
              <a:pPr/>
              <a:t>17</a:t>
            </a:fld>
            <a:endParaRPr lang="de-DE" altLang="en-US">
              <a:solidFill>
                <a:srgbClr val="B2B2B2"/>
              </a:solidFill>
              <a:latin typeface="Frutiger LT Com 55 Roman" pitchFamily="1" charset="0"/>
            </a:endParaRPr>
          </a:p>
        </p:txBody>
      </p:sp>
      <p:sp>
        <p:nvSpPr>
          <p:cNvPr id="20483" name="AutoShape 2">
            <a:extLst>
              <a:ext uri="{FF2B5EF4-FFF2-40B4-BE49-F238E27FC236}">
                <a16:creationId xmlns:a16="http://schemas.microsoft.com/office/drawing/2014/main" id="{79B2E34A-BA60-5042-9263-8222160590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" y="534988"/>
            <a:ext cx="8223250" cy="914400"/>
          </a:xfrm>
          <a:custGeom>
            <a:avLst/>
            <a:gdLst>
              <a:gd name="T0" fmla="*/ 8223250 w 8223250"/>
              <a:gd name="T1" fmla="*/ 457200 h 914400"/>
              <a:gd name="T2" fmla="*/ 4111625 w 8223250"/>
              <a:gd name="T3" fmla="*/ 914400 h 914400"/>
              <a:gd name="T4" fmla="*/ 0 w 8223250"/>
              <a:gd name="T5" fmla="*/ 457200 h 914400"/>
              <a:gd name="T6" fmla="*/ 4111625 w 8223250"/>
              <a:gd name="T7" fmla="*/ 0 h 914400"/>
              <a:gd name="T8" fmla="*/ 0 60000 65536"/>
              <a:gd name="T9" fmla="*/ 5898240 60000 65536"/>
              <a:gd name="T10" fmla="*/ 11796480 60000 65536"/>
              <a:gd name="T11" fmla="*/ 17694720 60000 65536"/>
              <a:gd name="T12" fmla="*/ 0 w 8223250"/>
              <a:gd name="T13" fmla="*/ 0 h 914400"/>
              <a:gd name="T14" fmla="*/ 8223250 w 8223250"/>
              <a:gd name="T15" fmla="*/ 914400 h 9144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223250" h="914400">
                <a:moveTo>
                  <a:pt x="0" y="0"/>
                </a:moveTo>
                <a:lnTo>
                  <a:pt x="22842" y="0"/>
                </a:lnTo>
                <a:lnTo>
                  <a:pt x="22842" y="2540"/>
                </a:lnTo>
                <a:lnTo>
                  <a:pt x="0" y="254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>
              <a:lnSpc>
                <a:spcPct val="100000"/>
              </a:lnSpc>
              <a:spcAft>
                <a:spcPct val="0"/>
              </a:spcAft>
            </a:pPr>
            <a:r>
              <a:rPr lang="de-DE" altLang="en-US" sz="3200" b="1">
                <a:latin typeface="Frutiger LT Com 45 Light" charset="0"/>
              </a:rPr>
              <a:t>Concurrent Statements</a:t>
            </a:r>
          </a:p>
        </p:txBody>
      </p:sp>
      <p:sp>
        <p:nvSpPr>
          <p:cNvPr id="20484" name="Rectangle 71">
            <a:extLst>
              <a:ext uri="{FF2B5EF4-FFF2-40B4-BE49-F238E27FC236}">
                <a16:creationId xmlns:a16="http://schemas.microsoft.com/office/drawing/2014/main" id="{13B86BB3-5829-5D40-B25F-0D44A881FD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1013" y="1741488"/>
            <a:ext cx="4673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1pPr>
            <a:lvl2pPr marL="266700" indent="-266700"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2pPr>
            <a:lvl3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3pPr>
            <a:lvl4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4pPr>
            <a:lvl5pPr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9pPr>
          </a:lstStyle>
          <a:p>
            <a:pPr lvl="1" eaLnBrk="1">
              <a:spcAft>
                <a:spcPts val="725"/>
              </a:spcAft>
              <a:buClr>
                <a:srgbClr val="00B050"/>
              </a:buClr>
              <a:buSzPct val="100000"/>
              <a:buFont typeface="Wingdings" pitchFamily="2" charset="2"/>
              <a:buChar char=""/>
            </a:pPr>
            <a:r>
              <a:rPr lang="de-DE" altLang="en-US" b="1">
                <a:solidFill>
                  <a:srgbClr val="000000"/>
                </a:solidFill>
                <a:latin typeface="TTE1F17478t00" charset="0"/>
              </a:rPr>
              <a:t>Example 2: </a:t>
            </a:r>
            <a:r>
              <a:rPr lang="de-DE" altLang="en-US">
                <a:solidFill>
                  <a:srgbClr val="000000"/>
                </a:solidFill>
                <a:latin typeface="TTE1F17478t00" charset="0"/>
              </a:rPr>
              <a:t>Intermediate signal definition</a:t>
            </a:r>
          </a:p>
        </p:txBody>
      </p:sp>
      <p:sp>
        <p:nvSpPr>
          <p:cNvPr id="20485" name="Rectangle 60">
            <a:extLst>
              <a:ext uri="{FF2B5EF4-FFF2-40B4-BE49-F238E27FC236}">
                <a16:creationId xmlns:a16="http://schemas.microsoft.com/office/drawing/2014/main" id="{488E7A2B-0195-F543-BF08-B41514B2DF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150" y="2362200"/>
            <a:ext cx="1349375" cy="608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</a:pPr>
            <a:r>
              <a:rPr lang="en-US" altLang="en-US"/>
              <a:t>int = i1 . i2</a:t>
            </a:r>
          </a:p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</a:pPr>
            <a:r>
              <a:rPr lang="en-US" altLang="en-US"/>
              <a:t>o = int’</a:t>
            </a:r>
            <a:endParaRPr lang="en-GB" alt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8A5FED9D-F44C-5E4D-8DD8-7766CB97913B}"/>
              </a:ext>
            </a:extLst>
          </p:cNvPr>
          <p:cNvSpPr/>
          <p:nvPr/>
        </p:nvSpPr>
        <p:spPr bwMode="auto">
          <a:xfrm>
            <a:off x="819150" y="2362200"/>
            <a:ext cx="1343025" cy="647700"/>
          </a:xfrm>
          <a:prstGeom prst="rect">
            <a:avLst/>
          </a:prstGeom>
          <a:noFill/>
          <a:ln w="28575" cap="flat" cmpd="sng" algn="ctr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GB" dirty="0">
              <a:latin typeface="Arial" charset="0"/>
              <a:ea typeface="+mn-ea"/>
            </a:endParaRPr>
          </a:p>
        </p:txBody>
      </p:sp>
      <p:sp>
        <p:nvSpPr>
          <p:cNvPr id="20487" name="AutoShape 3">
            <a:extLst>
              <a:ext uri="{FF2B5EF4-FFF2-40B4-BE49-F238E27FC236}">
                <a16:creationId xmlns:a16="http://schemas.microsoft.com/office/drawing/2014/main" id="{9BEDEEBB-E292-8F44-87CD-C39E29DF0B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5263" y="2447925"/>
            <a:ext cx="2819400" cy="1722438"/>
          </a:xfrm>
          <a:custGeom>
            <a:avLst/>
            <a:gdLst>
              <a:gd name="T0" fmla="*/ 1 w 7961313"/>
              <a:gd name="T1" fmla="*/ 12 h 2833688"/>
              <a:gd name="T2" fmla="*/ 0 w 7961313"/>
              <a:gd name="T3" fmla="*/ 24 h 2833688"/>
              <a:gd name="T4" fmla="*/ 0 w 7961313"/>
              <a:gd name="T5" fmla="*/ 12 h 2833688"/>
              <a:gd name="T6" fmla="*/ 0 w 7961313"/>
              <a:gd name="T7" fmla="*/ 0 h 2833688"/>
              <a:gd name="T8" fmla="*/ 0 60000 65536"/>
              <a:gd name="T9" fmla="*/ 5898240 60000 65536"/>
              <a:gd name="T10" fmla="*/ 11796480 60000 65536"/>
              <a:gd name="T11" fmla="*/ 17694720 60000 65536"/>
              <a:gd name="T12" fmla="*/ 0 w 7961313"/>
              <a:gd name="T13" fmla="*/ 0 h 2833688"/>
              <a:gd name="T14" fmla="*/ 7961313 w 7961313"/>
              <a:gd name="T15" fmla="*/ 2833688 h 28336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961313" h="2833688">
                <a:moveTo>
                  <a:pt x="0" y="0"/>
                </a:moveTo>
                <a:lnTo>
                  <a:pt x="22115" y="0"/>
                </a:lnTo>
                <a:lnTo>
                  <a:pt x="22115" y="7872"/>
                </a:lnTo>
                <a:lnTo>
                  <a:pt x="0" y="7872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>
            <a:spAutoFit/>
          </a:bodyPr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>
              <a:lnSpc>
                <a:spcPct val="100000"/>
              </a:lnSpc>
              <a:spcAft>
                <a:spcPct val="0"/>
              </a:spcAft>
            </a:pPr>
            <a:r>
              <a:rPr lang="de-DE" altLang="en-US">
                <a:solidFill>
                  <a:srgbClr val="0000FF"/>
                </a:solidFill>
                <a:latin typeface="TTE1F17478t00" charset="0"/>
              </a:rPr>
              <a:t>entity</a:t>
            </a:r>
            <a:r>
              <a:rPr lang="de-DE" altLang="en-US" sz="1600">
                <a:solidFill>
                  <a:srgbClr val="3333CC"/>
                </a:solidFill>
                <a:latin typeface="TTE1F17478t00" charset="0"/>
              </a:rPr>
              <a:t> </a:t>
            </a:r>
            <a:r>
              <a:rPr lang="de-DE" altLang="en-US">
                <a:latin typeface="TTE1F17478t00" charset="0"/>
              </a:rPr>
              <a:t>simp</a:t>
            </a:r>
            <a:r>
              <a:rPr lang="de-DE" altLang="en-US" sz="1600">
                <a:latin typeface="TTE1F17478t00" charset="0"/>
              </a:rPr>
              <a:t> </a:t>
            </a:r>
            <a:r>
              <a:rPr lang="de-DE" altLang="en-US">
                <a:solidFill>
                  <a:srgbClr val="0000FF"/>
                </a:solidFill>
                <a:latin typeface="TTE1F17478t00" charset="0"/>
              </a:rPr>
              <a:t>is</a:t>
            </a:r>
            <a:r>
              <a:rPr lang="de-DE" altLang="en-US" sz="1600">
                <a:solidFill>
                  <a:srgbClr val="0000FF"/>
                </a:solidFill>
                <a:latin typeface="TTE1F17478t00" charset="0"/>
              </a:rPr>
              <a:t> </a:t>
            </a:r>
          </a:p>
          <a:p>
            <a:pPr eaLnBrk="1">
              <a:lnSpc>
                <a:spcPct val="100000"/>
              </a:lnSpc>
              <a:spcAft>
                <a:spcPct val="0"/>
              </a:spcAft>
            </a:pPr>
            <a:r>
              <a:rPr lang="de-DE" altLang="en-US" sz="1600">
                <a:latin typeface="TTE1F17478t00" charset="0"/>
              </a:rPr>
              <a:t>       </a:t>
            </a:r>
            <a:r>
              <a:rPr lang="de-DE" altLang="en-US">
                <a:solidFill>
                  <a:srgbClr val="0000FF"/>
                </a:solidFill>
                <a:latin typeface="TTE1F17478t00" charset="0"/>
              </a:rPr>
              <a:t>port</a:t>
            </a:r>
            <a:r>
              <a:rPr lang="de-DE" altLang="en-US" sz="1600">
                <a:solidFill>
                  <a:srgbClr val="0070C0"/>
                </a:solidFill>
                <a:latin typeface="TTE1F17478t00" charset="0"/>
              </a:rPr>
              <a:t> </a:t>
            </a:r>
            <a:r>
              <a:rPr lang="de-DE" altLang="en-US" sz="1600">
                <a:latin typeface="TTE1F17478t00" charset="0"/>
              </a:rPr>
              <a:t>(</a:t>
            </a:r>
          </a:p>
          <a:p>
            <a:pPr eaLnBrk="1">
              <a:lnSpc>
                <a:spcPct val="100000"/>
              </a:lnSpc>
              <a:spcAft>
                <a:spcPct val="0"/>
              </a:spcAft>
            </a:pPr>
            <a:r>
              <a:rPr lang="de-DE" altLang="en-US" sz="1600">
                <a:latin typeface="TTE1F17478t00" charset="0"/>
              </a:rPr>
              <a:t>              </a:t>
            </a:r>
            <a:r>
              <a:rPr lang="de-DE" altLang="en-US">
                <a:latin typeface="TTE1F17478t00" charset="0"/>
              </a:rPr>
              <a:t>i1 , i2: </a:t>
            </a:r>
            <a:r>
              <a:rPr lang="de-DE" altLang="en-US">
                <a:solidFill>
                  <a:srgbClr val="0000FF"/>
                </a:solidFill>
                <a:latin typeface="TTE1F17478t00" charset="0"/>
              </a:rPr>
              <a:t>in</a:t>
            </a:r>
            <a:r>
              <a:rPr lang="de-DE" altLang="en-US" sz="1600">
                <a:latin typeface="TTE1F17478t00" charset="0"/>
              </a:rPr>
              <a:t> </a:t>
            </a:r>
            <a:r>
              <a:rPr lang="de-DE" altLang="en-US">
                <a:solidFill>
                  <a:srgbClr val="FF00FF"/>
                </a:solidFill>
                <a:latin typeface="TTE1F17478t00" charset="0"/>
              </a:rPr>
              <a:t>bit</a:t>
            </a:r>
            <a:r>
              <a:rPr lang="de-DE" altLang="en-US" sz="1600">
                <a:latin typeface="TTE1F17478t00" charset="0"/>
              </a:rPr>
              <a:t>;  </a:t>
            </a:r>
          </a:p>
          <a:p>
            <a:pPr eaLnBrk="1">
              <a:lnSpc>
                <a:spcPct val="100000"/>
              </a:lnSpc>
              <a:spcAft>
                <a:spcPct val="0"/>
              </a:spcAft>
            </a:pPr>
            <a:r>
              <a:rPr lang="de-DE" altLang="en-US">
                <a:latin typeface="TTE1F17478t00" charset="0"/>
              </a:rPr>
              <a:t>	     o: </a:t>
            </a:r>
            <a:r>
              <a:rPr lang="de-DE" altLang="en-US">
                <a:solidFill>
                  <a:srgbClr val="0000FF"/>
                </a:solidFill>
                <a:latin typeface="TTE1F17478t00" charset="0"/>
              </a:rPr>
              <a:t>out</a:t>
            </a:r>
            <a:r>
              <a:rPr lang="de-DE" altLang="en-US" sz="1600">
                <a:solidFill>
                  <a:srgbClr val="3333CC"/>
                </a:solidFill>
                <a:latin typeface="TTE1F17478t00" charset="0"/>
              </a:rPr>
              <a:t> </a:t>
            </a:r>
            <a:r>
              <a:rPr lang="de-DE" altLang="en-US">
                <a:solidFill>
                  <a:srgbClr val="FF00FF"/>
                </a:solidFill>
                <a:latin typeface="TTE1F17478t00" charset="0"/>
              </a:rPr>
              <a:t>bit</a:t>
            </a:r>
          </a:p>
          <a:p>
            <a:pPr eaLnBrk="1">
              <a:lnSpc>
                <a:spcPct val="100000"/>
              </a:lnSpc>
              <a:spcAft>
                <a:spcPct val="0"/>
              </a:spcAft>
            </a:pPr>
            <a:r>
              <a:rPr lang="de-DE" altLang="en-US" sz="1600">
                <a:latin typeface="TTE1F17478t00" charset="0"/>
              </a:rPr>
              <a:t>              );</a:t>
            </a:r>
          </a:p>
          <a:p>
            <a:pPr eaLnBrk="1">
              <a:lnSpc>
                <a:spcPct val="100000"/>
              </a:lnSpc>
              <a:spcAft>
                <a:spcPct val="0"/>
              </a:spcAft>
            </a:pPr>
            <a:r>
              <a:rPr lang="de-DE" altLang="en-US">
                <a:solidFill>
                  <a:srgbClr val="0000FF"/>
                </a:solidFill>
                <a:latin typeface="TTE1F17478t00" charset="0"/>
              </a:rPr>
              <a:t>end entity </a:t>
            </a:r>
            <a:r>
              <a:rPr lang="de-DE" altLang="en-US">
                <a:latin typeface="TTE1F17478t00" charset="0"/>
              </a:rPr>
              <a:t>simp;</a:t>
            </a:r>
          </a:p>
        </p:txBody>
      </p:sp>
      <p:sp>
        <p:nvSpPr>
          <p:cNvPr id="20488" name="AutoShape 3">
            <a:extLst>
              <a:ext uri="{FF2B5EF4-FFF2-40B4-BE49-F238E27FC236}">
                <a16:creationId xmlns:a16="http://schemas.microsoft.com/office/drawing/2014/main" id="{3864479D-F7D4-9346-886E-B5F0AF4644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4208463"/>
            <a:ext cx="3581400" cy="1941512"/>
          </a:xfrm>
          <a:custGeom>
            <a:avLst/>
            <a:gdLst>
              <a:gd name="T0" fmla="*/ 0 w 8135937"/>
              <a:gd name="T1" fmla="*/ 0 h 6124575"/>
              <a:gd name="T2" fmla="*/ 0 w 8135937"/>
              <a:gd name="T3" fmla="*/ 0 h 6124575"/>
              <a:gd name="T4" fmla="*/ 0 w 8135937"/>
              <a:gd name="T5" fmla="*/ 0 h 6124575"/>
              <a:gd name="T6" fmla="*/ 0 w 8135937"/>
              <a:gd name="T7" fmla="*/ 0 h 6124575"/>
              <a:gd name="T8" fmla="*/ 0 60000 65536"/>
              <a:gd name="T9" fmla="*/ 5898240 60000 65536"/>
              <a:gd name="T10" fmla="*/ 11796480 60000 65536"/>
              <a:gd name="T11" fmla="*/ 17694720 60000 65536"/>
              <a:gd name="T12" fmla="*/ 0 w 8135937"/>
              <a:gd name="T13" fmla="*/ 0 h 6124575"/>
              <a:gd name="T14" fmla="*/ 8135937 w 8135937"/>
              <a:gd name="T15" fmla="*/ 6124575 h 612457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135937" h="6124575">
                <a:moveTo>
                  <a:pt x="0" y="0"/>
                </a:moveTo>
                <a:lnTo>
                  <a:pt x="22601" y="0"/>
                </a:lnTo>
                <a:lnTo>
                  <a:pt x="22601" y="17014"/>
                </a:lnTo>
                <a:lnTo>
                  <a:pt x="0" y="17014"/>
                </a:lnTo>
                <a:lnTo>
                  <a:pt x="0" y="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>
            <a:spAutoFit/>
          </a:bodyPr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>
              <a:lnSpc>
                <a:spcPct val="100000"/>
              </a:lnSpc>
              <a:spcAft>
                <a:spcPct val="0"/>
              </a:spcAft>
            </a:pPr>
            <a:r>
              <a:rPr lang="de-DE" altLang="en-US">
                <a:solidFill>
                  <a:srgbClr val="0000FF"/>
                </a:solidFill>
                <a:latin typeface="TTE1F17478t00" charset="0"/>
              </a:rPr>
              <a:t>architecture</a:t>
            </a:r>
            <a:r>
              <a:rPr lang="de-DE" altLang="en-US" sz="1600" i="1">
                <a:latin typeface="TTE1F17478t00" charset="0"/>
              </a:rPr>
              <a:t> </a:t>
            </a:r>
            <a:r>
              <a:rPr lang="de-DE" altLang="en-US">
                <a:latin typeface="TTE1F17478t00" charset="0"/>
              </a:rPr>
              <a:t>logic</a:t>
            </a:r>
            <a:r>
              <a:rPr lang="de-DE" altLang="en-US" sz="1600" i="1">
                <a:latin typeface="TTE1F17478t00" charset="0"/>
              </a:rPr>
              <a:t> </a:t>
            </a:r>
            <a:r>
              <a:rPr lang="de-DE" altLang="en-US" sz="1600">
                <a:solidFill>
                  <a:srgbClr val="0000FF"/>
                </a:solidFill>
                <a:latin typeface="TTE1F17478t00" charset="0"/>
              </a:rPr>
              <a:t>of</a:t>
            </a:r>
            <a:r>
              <a:rPr lang="de-DE" altLang="en-US" sz="1600" i="1">
                <a:latin typeface="TTE1F17478t00" charset="0"/>
              </a:rPr>
              <a:t> </a:t>
            </a:r>
            <a:r>
              <a:rPr lang="de-DE" altLang="en-US">
                <a:latin typeface="TTE1F17478t00" charset="0"/>
              </a:rPr>
              <a:t>simp</a:t>
            </a:r>
            <a:r>
              <a:rPr lang="de-DE" altLang="en-US" sz="1600" i="1">
                <a:latin typeface="TTE1F17478t00" charset="0"/>
              </a:rPr>
              <a:t> </a:t>
            </a:r>
            <a:r>
              <a:rPr lang="de-DE" altLang="en-US" sz="1600">
                <a:solidFill>
                  <a:srgbClr val="0000FF"/>
                </a:solidFill>
                <a:latin typeface="TTE1F17478t00" charset="0"/>
              </a:rPr>
              <a:t>is</a:t>
            </a:r>
          </a:p>
          <a:p>
            <a:pPr eaLnBrk="1">
              <a:lnSpc>
                <a:spcPct val="100000"/>
              </a:lnSpc>
              <a:spcAft>
                <a:spcPct val="0"/>
              </a:spcAft>
            </a:pPr>
            <a:r>
              <a:rPr lang="de-DE" altLang="en-US" sz="1600">
                <a:solidFill>
                  <a:srgbClr val="0000FF"/>
                </a:solidFill>
                <a:latin typeface="TTE1F17478t00" charset="0"/>
              </a:rPr>
              <a:t>  signal int: bit;</a:t>
            </a:r>
            <a:endParaRPr lang="de-DE" altLang="en-US" sz="1600" i="1">
              <a:latin typeface="TTE1F17478t00" charset="0"/>
            </a:endParaRPr>
          </a:p>
          <a:p>
            <a:pPr eaLnBrk="1">
              <a:lnSpc>
                <a:spcPct val="100000"/>
              </a:lnSpc>
              <a:spcAft>
                <a:spcPct val="0"/>
              </a:spcAft>
            </a:pPr>
            <a:r>
              <a:rPr lang="de-DE" altLang="en-US">
                <a:latin typeface="TTE1F17478t00" charset="0"/>
              </a:rPr>
              <a:t>   </a:t>
            </a:r>
            <a:r>
              <a:rPr lang="de-DE" altLang="en-US">
                <a:solidFill>
                  <a:srgbClr val="0000FF"/>
                </a:solidFill>
                <a:latin typeface="TTE1F17478t00" charset="0"/>
              </a:rPr>
              <a:t>begin</a:t>
            </a:r>
          </a:p>
          <a:p>
            <a:pPr>
              <a:lnSpc>
                <a:spcPct val="93000"/>
              </a:lnSpc>
              <a:spcAft>
                <a:spcPct val="0"/>
              </a:spcAft>
            </a:pPr>
            <a:r>
              <a:rPr lang="en-US" altLang="en-US">
                <a:latin typeface="TTE1F17478t00" charset="0"/>
              </a:rPr>
              <a:t>   int &lt;= i1 and i2;</a:t>
            </a:r>
          </a:p>
          <a:p>
            <a:pPr>
              <a:lnSpc>
                <a:spcPct val="93000"/>
              </a:lnSpc>
              <a:spcAft>
                <a:spcPct val="0"/>
              </a:spcAft>
            </a:pPr>
            <a:r>
              <a:rPr lang="en-US" altLang="en-US">
                <a:latin typeface="TTE1F17478t00" charset="0"/>
              </a:rPr>
              <a:t>   </a:t>
            </a:r>
          </a:p>
          <a:p>
            <a:pPr>
              <a:lnSpc>
                <a:spcPct val="93000"/>
              </a:lnSpc>
              <a:spcAft>
                <a:spcPct val="0"/>
              </a:spcAft>
            </a:pPr>
            <a:r>
              <a:rPr lang="en-US" altLang="en-US">
                <a:latin typeface="TTE1F17478t00" charset="0"/>
              </a:rPr>
              <a:t>    o &lt;= not (int);</a:t>
            </a:r>
          </a:p>
          <a:p>
            <a:pPr eaLnBrk="1">
              <a:lnSpc>
                <a:spcPct val="100000"/>
              </a:lnSpc>
              <a:spcAft>
                <a:spcPct val="0"/>
              </a:spcAft>
            </a:pPr>
            <a:r>
              <a:rPr lang="de-DE" altLang="en-US">
                <a:solidFill>
                  <a:srgbClr val="0000FF"/>
                </a:solidFill>
                <a:latin typeface="TTE1F17478t00" charset="0"/>
              </a:rPr>
              <a:t> end architecture </a:t>
            </a:r>
            <a:r>
              <a:rPr lang="de-DE" altLang="en-US">
                <a:latin typeface="TTE1F17478t00" charset="0"/>
              </a:rPr>
              <a:t>logic;</a:t>
            </a:r>
          </a:p>
        </p:txBody>
      </p:sp>
      <p:sp>
        <p:nvSpPr>
          <p:cNvPr id="20489" name="Rectangle 4">
            <a:extLst>
              <a:ext uri="{FF2B5EF4-FFF2-40B4-BE49-F238E27FC236}">
                <a16:creationId xmlns:a16="http://schemas.microsoft.com/office/drawing/2014/main" id="{BE8781D4-C4D7-A94E-BCCE-37447F7C5C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5263" y="1752600"/>
            <a:ext cx="3182937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/>
            <a:r>
              <a:rPr lang="de-DE" altLang="en-US">
                <a:solidFill>
                  <a:srgbClr val="0000FF"/>
                </a:solidFill>
                <a:latin typeface="TTE1F17478t00" charset="0"/>
              </a:rPr>
              <a:t>Library </a:t>
            </a:r>
            <a:r>
              <a:rPr lang="de-DE" altLang="en-US">
                <a:latin typeface="TTE1F17478t00" charset="0"/>
              </a:rPr>
              <a:t>ieee;</a:t>
            </a:r>
          </a:p>
          <a:p>
            <a:pPr eaLnBrk="1"/>
            <a:r>
              <a:rPr lang="de-DE" altLang="en-US">
                <a:solidFill>
                  <a:srgbClr val="0000FF"/>
                </a:solidFill>
                <a:latin typeface="TTE1F17478t00" charset="0"/>
              </a:rPr>
              <a:t>use ieee.std_logic_1164.all;</a:t>
            </a:r>
            <a:endParaRPr lang="en-GB" alt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F189DE87-5507-884F-A816-953326311C1C}"/>
              </a:ext>
            </a:extLst>
          </p:cNvPr>
          <p:cNvSpPr/>
          <p:nvPr/>
        </p:nvSpPr>
        <p:spPr bwMode="auto">
          <a:xfrm>
            <a:off x="5181600" y="1771650"/>
            <a:ext cx="3124200" cy="647700"/>
          </a:xfrm>
          <a:prstGeom prst="rect">
            <a:avLst/>
          </a:prstGeom>
          <a:noFill/>
          <a:ln w="28575" cap="flat" cmpd="sng" algn="ctr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GB" dirty="0">
              <a:latin typeface="Arial" charset="0"/>
              <a:ea typeface="+mn-ea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1503C598-31AC-5B44-B28D-3571A7DAC470}"/>
              </a:ext>
            </a:extLst>
          </p:cNvPr>
          <p:cNvSpPr/>
          <p:nvPr/>
        </p:nvSpPr>
        <p:spPr bwMode="auto">
          <a:xfrm>
            <a:off x="5181600" y="2470150"/>
            <a:ext cx="3124200" cy="1644650"/>
          </a:xfrm>
          <a:prstGeom prst="rect">
            <a:avLst/>
          </a:prstGeom>
          <a:noFill/>
          <a:ln w="28575" cap="flat" cmpd="sng" algn="ctr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GB" dirty="0">
              <a:latin typeface="Arial" charset="0"/>
              <a:ea typeface="+mn-ea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2C474F24-B690-9347-B00F-FAB3AF016B0B}"/>
              </a:ext>
            </a:extLst>
          </p:cNvPr>
          <p:cNvSpPr/>
          <p:nvPr/>
        </p:nvSpPr>
        <p:spPr bwMode="auto">
          <a:xfrm>
            <a:off x="5181600" y="4175125"/>
            <a:ext cx="3505200" cy="1920875"/>
          </a:xfrm>
          <a:prstGeom prst="rect">
            <a:avLst/>
          </a:prstGeom>
          <a:noFill/>
          <a:ln w="28575" cap="flat" cmpd="sng" algn="ctr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GB" dirty="0">
              <a:latin typeface="Arial" charset="0"/>
              <a:ea typeface="+mn-ea"/>
            </a:endParaRPr>
          </a:p>
        </p:txBody>
      </p:sp>
      <p:sp>
        <p:nvSpPr>
          <p:cNvPr id="20493" name="Rectangle 94">
            <a:extLst>
              <a:ext uri="{FF2B5EF4-FFF2-40B4-BE49-F238E27FC236}">
                <a16:creationId xmlns:a16="http://schemas.microsoft.com/office/drawing/2014/main" id="{97F03A02-EDCB-D646-AD45-C369061E4A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0" y="5029200"/>
            <a:ext cx="1752600" cy="355600"/>
          </a:xfrm>
          <a:prstGeom prst="rect">
            <a:avLst/>
          </a:prstGeom>
          <a:noFill/>
          <a:ln w="28575" algn="ctr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>
              <a:lnSpc>
                <a:spcPct val="93000"/>
              </a:lnSpc>
            </a:pPr>
            <a:endParaRPr lang="en-US" altLang="en-US">
              <a:latin typeface="TTE1F17478t00" charset="0"/>
            </a:endParaRPr>
          </a:p>
        </p:txBody>
      </p:sp>
      <p:sp>
        <p:nvSpPr>
          <p:cNvPr id="20494" name="Rectangle 95">
            <a:extLst>
              <a:ext uri="{FF2B5EF4-FFF2-40B4-BE49-F238E27FC236}">
                <a16:creationId xmlns:a16="http://schemas.microsoft.com/office/drawing/2014/main" id="{270808E9-D987-4947-89F2-B37A1160C7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0988" y="5486400"/>
            <a:ext cx="1676400" cy="325438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algn="ct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0495" name="Line 488">
            <a:extLst>
              <a:ext uri="{FF2B5EF4-FFF2-40B4-BE49-F238E27FC236}">
                <a16:creationId xmlns:a16="http://schemas.microsoft.com/office/drawing/2014/main" id="{D3DEEE1F-3BD7-904A-9773-AEE0C28DE6F5}"/>
              </a:ext>
            </a:extLst>
          </p:cNvPr>
          <p:cNvSpPr>
            <a:spLocks noChangeShapeType="1"/>
          </p:cNvSpPr>
          <p:nvPr/>
        </p:nvSpPr>
        <p:spPr bwMode="auto">
          <a:xfrm>
            <a:off x="1884363" y="4110038"/>
            <a:ext cx="647700" cy="3175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0496" name="Line 489">
            <a:extLst>
              <a:ext uri="{FF2B5EF4-FFF2-40B4-BE49-F238E27FC236}">
                <a16:creationId xmlns:a16="http://schemas.microsoft.com/office/drawing/2014/main" id="{3A8A5B1D-1D35-7B41-9FBD-580EA8EA0F55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463" y="4246563"/>
            <a:ext cx="360362" cy="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0497" name="Rectangle 503">
            <a:extLst>
              <a:ext uri="{FF2B5EF4-FFF2-40B4-BE49-F238E27FC236}">
                <a16:creationId xmlns:a16="http://schemas.microsoft.com/office/drawing/2014/main" id="{7416348A-1EC0-8142-8301-C854954D02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9800" y="3862388"/>
            <a:ext cx="2159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 hangingPunct="1">
              <a:lnSpc>
                <a:spcPct val="93000"/>
              </a:lnSpc>
              <a:spcAft>
                <a:spcPct val="0"/>
              </a:spcAft>
            </a:pPr>
            <a:r>
              <a:rPr lang="en-US" altLang="en-US" sz="1600">
                <a:latin typeface="Myriad Roman" charset="0"/>
              </a:rPr>
              <a:t>int</a:t>
            </a:r>
            <a:endParaRPr lang="en-US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498" name="Freeform 507">
            <a:extLst>
              <a:ext uri="{FF2B5EF4-FFF2-40B4-BE49-F238E27FC236}">
                <a16:creationId xmlns:a16="http://schemas.microsoft.com/office/drawing/2014/main" id="{29F8DCAB-8203-CC43-9A7F-08DA2A2B1AD7}"/>
              </a:ext>
            </a:extLst>
          </p:cNvPr>
          <p:cNvSpPr>
            <a:spLocks/>
          </p:cNvSpPr>
          <p:nvPr/>
        </p:nvSpPr>
        <p:spPr bwMode="auto">
          <a:xfrm>
            <a:off x="1274763" y="3849688"/>
            <a:ext cx="609600" cy="530225"/>
          </a:xfrm>
          <a:custGeom>
            <a:avLst/>
            <a:gdLst>
              <a:gd name="T0" fmla="*/ 0 w 123"/>
              <a:gd name="T1" fmla="*/ 2147483647 h 107"/>
              <a:gd name="T2" fmla="*/ 2147483647 w 123"/>
              <a:gd name="T3" fmla="*/ 2147483647 h 107"/>
              <a:gd name="T4" fmla="*/ 2147483647 w 123"/>
              <a:gd name="T5" fmla="*/ 2147483647 h 107"/>
              <a:gd name="T6" fmla="*/ 2147483647 w 123"/>
              <a:gd name="T7" fmla="*/ 0 h 107"/>
              <a:gd name="T8" fmla="*/ 0 w 123"/>
              <a:gd name="T9" fmla="*/ 0 h 107"/>
              <a:gd name="T10" fmla="*/ 0 w 123"/>
              <a:gd name="T11" fmla="*/ 2147483647 h 107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23"/>
              <a:gd name="T19" fmla="*/ 0 h 107"/>
              <a:gd name="T20" fmla="*/ 123 w 123"/>
              <a:gd name="T21" fmla="*/ 107 h 107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23" h="107">
                <a:moveTo>
                  <a:pt x="0" y="107"/>
                </a:moveTo>
                <a:cubicBezTo>
                  <a:pt x="69" y="107"/>
                  <a:pt x="69" y="107"/>
                  <a:pt x="69" y="107"/>
                </a:cubicBezTo>
                <a:cubicBezTo>
                  <a:pt x="99" y="107"/>
                  <a:pt x="123" y="83"/>
                  <a:pt x="123" y="54"/>
                </a:cubicBezTo>
                <a:cubicBezTo>
                  <a:pt x="123" y="24"/>
                  <a:pt x="99" y="0"/>
                  <a:pt x="69" y="0"/>
                </a:cubicBezTo>
                <a:cubicBezTo>
                  <a:pt x="0" y="0"/>
                  <a:pt x="0" y="0"/>
                  <a:pt x="0" y="0"/>
                </a:cubicBezTo>
                <a:lnTo>
                  <a:pt x="0" y="107"/>
                </a:lnTo>
                <a:close/>
              </a:path>
            </a:pathLst>
          </a:custGeom>
          <a:solidFill>
            <a:srgbClr val="FFFFFF"/>
          </a:solidFill>
          <a:ln w="14288">
            <a:solidFill>
              <a:srgbClr val="0078C1"/>
            </a:solidFill>
            <a:miter lim="800000"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0499" name="Freeform 505">
            <a:extLst>
              <a:ext uri="{FF2B5EF4-FFF2-40B4-BE49-F238E27FC236}">
                <a16:creationId xmlns:a16="http://schemas.microsoft.com/office/drawing/2014/main" id="{D1CA8EAF-FC1A-7F41-9BF8-91F3CB2DE268}"/>
              </a:ext>
            </a:extLst>
          </p:cNvPr>
          <p:cNvSpPr>
            <a:spLocks/>
          </p:cNvSpPr>
          <p:nvPr/>
        </p:nvSpPr>
        <p:spPr bwMode="auto">
          <a:xfrm>
            <a:off x="2514600" y="3910013"/>
            <a:ext cx="322263" cy="409575"/>
          </a:xfrm>
          <a:custGeom>
            <a:avLst/>
            <a:gdLst>
              <a:gd name="T0" fmla="*/ 0 w 203"/>
              <a:gd name="T1" fmla="*/ 2147483647 h 259"/>
              <a:gd name="T2" fmla="*/ 2147483647 w 203"/>
              <a:gd name="T3" fmla="*/ 2147483647 h 259"/>
              <a:gd name="T4" fmla="*/ 0 w 203"/>
              <a:gd name="T5" fmla="*/ 0 h 259"/>
              <a:gd name="T6" fmla="*/ 0 w 203"/>
              <a:gd name="T7" fmla="*/ 2147483647 h 259"/>
              <a:gd name="T8" fmla="*/ 0 60000 65536"/>
              <a:gd name="T9" fmla="*/ 0 60000 65536"/>
              <a:gd name="T10" fmla="*/ 0 60000 65536"/>
              <a:gd name="T11" fmla="*/ 0 60000 65536"/>
              <a:gd name="T12" fmla="*/ 0 w 203"/>
              <a:gd name="T13" fmla="*/ 0 h 259"/>
              <a:gd name="T14" fmla="*/ 203 w 203"/>
              <a:gd name="T15" fmla="*/ 259 h 25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03" h="259">
                <a:moveTo>
                  <a:pt x="0" y="259"/>
                </a:moveTo>
                <a:lnTo>
                  <a:pt x="203" y="128"/>
                </a:lnTo>
                <a:lnTo>
                  <a:pt x="0" y="0"/>
                </a:lnTo>
                <a:lnTo>
                  <a:pt x="0" y="259"/>
                </a:lnTo>
                <a:close/>
              </a:path>
            </a:pathLst>
          </a:custGeom>
          <a:solidFill>
            <a:srgbClr val="FFFFFF"/>
          </a:solidFill>
          <a:ln w="14288">
            <a:solidFill>
              <a:srgbClr val="0078C1"/>
            </a:solidFill>
            <a:miter lim="800000"/>
            <a:headEnd/>
            <a:tailEnd/>
          </a:ln>
        </p:spPr>
        <p:txBody>
          <a:bodyPr/>
          <a:lstStyle/>
          <a:p>
            <a:endParaRPr lang="en-GB"/>
          </a:p>
        </p:txBody>
      </p:sp>
      <p:sp>
        <p:nvSpPr>
          <p:cNvPr id="20500" name="Oval 506">
            <a:extLst>
              <a:ext uri="{FF2B5EF4-FFF2-40B4-BE49-F238E27FC236}">
                <a16:creationId xmlns:a16="http://schemas.microsoft.com/office/drawing/2014/main" id="{6AF6BEC8-CAE4-CD49-8A6F-1020B823EC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1625" y="4087813"/>
            <a:ext cx="74613" cy="7937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78C1"/>
            </a:solidFill>
            <a:miter lim="800000"/>
            <a:headEnd/>
            <a:tailEnd/>
          </a:ln>
        </p:spPr>
        <p:txBody>
          <a:bodyPr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 hangingPunct="1">
              <a:lnSpc>
                <a:spcPct val="93000"/>
              </a:lnSpc>
              <a:spcAft>
                <a:spcPct val="0"/>
              </a:spcAft>
            </a:pPr>
            <a:endParaRPr lang="en-US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501" name="Line 489">
            <a:extLst>
              <a:ext uri="{FF2B5EF4-FFF2-40B4-BE49-F238E27FC236}">
                <a16:creationId xmlns:a16="http://schemas.microsoft.com/office/drawing/2014/main" id="{28F183DD-E834-DE40-9BEC-759C2AD3865A}"/>
              </a:ext>
            </a:extLst>
          </p:cNvPr>
          <p:cNvSpPr>
            <a:spLocks noChangeShapeType="1"/>
          </p:cNvSpPr>
          <p:nvPr/>
        </p:nvSpPr>
        <p:spPr bwMode="auto">
          <a:xfrm>
            <a:off x="906463" y="4014788"/>
            <a:ext cx="360362" cy="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0502" name="Line 488">
            <a:extLst>
              <a:ext uri="{FF2B5EF4-FFF2-40B4-BE49-F238E27FC236}">
                <a16:creationId xmlns:a16="http://schemas.microsoft.com/office/drawing/2014/main" id="{BD1F25CE-9C66-1F42-B7D0-D1227EF6E6F7}"/>
              </a:ext>
            </a:extLst>
          </p:cNvPr>
          <p:cNvSpPr>
            <a:spLocks noChangeShapeType="1"/>
          </p:cNvSpPr>
          <p:nvPr/>
        </p:nvSpPr>
        <p:spPr bwMode="auto">
          <a:xfrm>
            <a:off x="2935288" y="4135438"/>
            <a:ext cx="323850" cy="0"/>
          </a:xfrm>
          <a:prstGeom prst="line">
            <a:avLst/>
          </a:prstGeom>
          <a:noFill/>
          <a:ln w="190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0503" name="Rectangle 503">
            <a:extLst>
              <a:ext uri="{FF2B5EF4-FFF2-40B4-BE49-F238E27FC236}">
                <a16:creationId xmlns:a16="http://schemas.microsoft.com/office/drawing/2014/main" id="{BDF3C97B-306C-084D-BFC0-58C96EDBC9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225" y="3786188"/>
            <a:ext cx="1587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 hangingPunct="1">
              <a:lnSpc>
                <a:spcPct val="93000"/>
              </a:lnSpc>
              <a:spcAft>
                <a:spcPct val="0"/>
              </a:spcAft>
            </a:pPr>
            <a:r>
              <a:rPr lang="en-US" altLang="en-US" sz="1600">
                <a:latin typeface="Myriad Roman" charset="0"/>
              </a:rPr>
              <a:t>i1</a:t>
            </a:r>
            <a:endParaRPr lang="en-US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504" name="Rectangle 503">
            <a:extLst>
              <a:ext uri="{FF2B5EF4-FFF2-40B4-BE49-F238E27FC236}">
                <a16:creationId xmlns:a16="http://schemas.microsoft.com/office/drawing/2014/main" id="{05C3C099-C8BA-9241-B327-35C4109C54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225" y="4167188"/>
            <a:ext cx="15875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 hangingPunct="1">
              <a:lnSpc>
                <a:spcPct val="93000"/>
              </a:lnSpc>
              <a:spcAft>
                <a:spcPct val="0"/>
              </a:spcAft>
            </a:pPr>
            <a:r>
              <a:rPr lang="en-US" altLang="en-US" sz="1600">
                <a:latin typeface="Myriad Roman" charset="0"/>
              </a:rPr>
              <a:t>i2</a:t>
            </a:r>
            <a:endParaRPr lang="en-US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505" name="Rectangle 503">
            <a:extLst>
              <a:ext uri="{FF2B5EF4-FFF2-40B4-BE49-F238E27FC236}">
                <a16:creationId xmlns:a16="http://schemas.microsoft.com/office/drawing/2014/main" id="{02C01476-B7FE-E641-9DE7-A20D1B8B47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2300" y="3862388"/>
            <a:ext cx="1143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 hangingPunct="1">
              <a:lnSpc>
                <a:spcPct val="93000"/>
              </a:lnSpc>
              <a:spcAft>
                <a:spcPct val="0"/>
              </a:spcAft>
            </a:pPr>
            <a:r>
              <a:rPr lang="en-US" altLang="en-US" sz="1600">
                <a:latin typeface="Myriad Roman" charset="0"/>
              </a:rPr>
              <a:t>o</a:t>
            </a:r>
            <a:endParaRPr lang="en-US" altLang="en-US" sz="16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506" name="Rectangle 44">
            <a:extLst>
              <a:ext uri="{FF2B5EF4-FFF2-40B4-BE49-F238E27FC236}">
                <a16:creationId xmlns:a16="http://schemas.microsoft.com/office/drawing/2014/main" id="{E8E92A70-0BBF-274F-A96F-0A64E30ECF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5850" y="3759200"/>
            <a:ext cx="1057275" cy="736600"/>
          </a:xfrm>
          <a:prstGeom prst="rect">
            <a:avLst/>
          </a:prstGeom>
          <a:noFill/>
          <a:ln w="28575" algn="ctr">
            <a:solidFill>
              <a:srgbClr val="00B05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>
              <a:lnSpc>
                <a:spcPct val="93000"/>
              </a:lnSpc>
            </a:pPr>
            <a:endParaRPr lang="en-US" altLang="en-US">
              <a:latin typeface="TTE1F17478t00" charset="0"/>
            </a:endParaRPr>
          </a:p>
        </p:txBody>
      </p:sp>
      <p:sp>
        <p:nvSpPr>
          <p:cNvPr id="20507" name="Rectangle 45">
            <a:extLst>
              <a:ext uri="{FF2B5EF4-FFF2-40B4-BE49-F238E27FC236}">
                <a16:creationId xmlns:a16="http://schemas.microsoft.com/office/drawing/2014/main" id="{2098EB50-216A-2A44-8BC1-BA69DC4992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9513" y="3733800"/>
            <a:ext cx="647700" cy="736600"/>
          </a:xfrm>
          <a:prstGeom prst="rect">
            <a:avLst/>
          </a:prstGeom>
          <a:noFill/>
          <a:ln w="28575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>
              <a:lnSpc>
                <a:spcPct val="93000"/>
              </a:lnSpc>
            </a:pPr>
            <a:endParaRPr lang="en-US" altLang="en-US">
              <a:latin typeface="TTE1F17478t00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4849"/>
    </mc:Choice>
    <mc:Fallback xmlns="">
      <p:transition spd="slow" advTm="34849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11F8462-67D9-2C43-8D29-00F545350E54}"/>
              </a:ext>
            </a:extLst>
          </p:cNvPr>
          <p:cNvSpPr txBox="1"/>
          <p:nvPr/>
        </p:nvSpPr>
        <p:spPr>
          <a:xfrm>
            <a:off x="460375" y="1908175"/>
            <a:ext cx="8378825" cy="40449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66700" lvl="1" indent="-266700" eaLnBrk="1">
              <a:spcAft>
                <a:spcPts val="725"/>
              </a:spcAft>
              <a:buClr>
                <a:srgbClr val="00B050"/>
              </a:buClr>
              <a:buSzPct val="100000"/>
              <a:buFont typeface="Wingdings" pitchFamily="1" charset="2"/>
              <a:buChar char=""/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/>
            </a:pPr>
            <a:r>
              <a:rPr lang="en-GB" dirty="0">
                <a:ea typeface="+mn-ea"/>
              </a:rPr>
              <a:t>Signal assignments model transport or inertial delay. Explicit time delays are for simulation, not FPGA delay hardware.</a:t>
            </a:r>
          </a:p>
          <a:p>
            <a:pPr marL="266700" lvl="1" indent="-266700" eaLnBrk="1">
              <a:spcAft>
                <a:spcPts val="725"/>
              </a:spcAft>
              <a:buClr>
                <a:srgbClr val="00B050"/>
              </a:buClr>
              <a:buSzPct val="100000"/>
              <a:buFont typeface="Wingdings" pitchFamily="1" charset="2"/>
              <a:buChar char=""/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/>
            </a:pPr>
            <a:r>
              <a:rPr lang="en-US" dirty="0">
                <a:latin typeface="TTE1F17478t00"/>
                <a:ea typeface="+mn-ea"/>
              </a:rPr>
              <a:t>Two types</a:t>
            </a:r>
          </a:p>
          <a:p>
            <a:pPr marL="266700" lvl="1" indent="-266700" eaLnBrk="1">
              <a:spcAft>
                <a:spcPts val="725"/>
              </a:spcAft>
              <a:buClr>
                <a:srgbClr val="00B050"/>
              </a:buClr>
              <a:buSzPct val="100000"/>
              <a:buFont typeface="Wingdings" pitchFamily="1" charset="2"/>
              <a:buChar char=""/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/>
            </a:pPr>
            <a:endParaRPr lang="en-US" dirty="0">
              <a:latin typeface="TTE1F17478t00"/>
              <a:ea typeface="+mn-ea"/>
            </a:endParaRPr>
          </a:p>
          <a:p>
            <a:pPr marL="266700" lvl="1" indent="-266700" eaLnBrk="1">
              <a:spcAft>
                <a:spcPts val="725"/>
              </a:spcAft>
              <a:buClr>
                <a:srgbClr val="00B050"/>
              </a:buClr>
              <a:buSzPct val="100000"/>
              <a:buFont typeface="Wingdings" pitchFamily="1" charset="2"/>
              <a:buChar char=""/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/>
            </a:pPr>
            <a:endParaRPr lang="en-US" dirty="0">
              <a:latin typeface="TTE1F17478t00"/>
              <a:ea typeface="+mn-ea"/>
            </a:endParaRPr>
          </a:p>
          <a:p>
            <a:pPr marL="266700" lvl="1" indent="-266700" eaLnBrk="1">
              <a:spcAft>
                <a:spcPts val="725"/>
              </a:spcAft>
              <a:buClr>
                <a:srgbClr val="00B050"/>
              </a:buClr>
              <a:buSzPct val="100000"/>
              <a:buFont typeface="Wingdings" pitchFamily="1" charset="2"/>
              <a:buChar char=""/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/>
            </a:pPr>
            <a:endParaRPr lang="en-US" dirty="0">
              <a:latin typeface="TTE1F17478t00"/>
              <a:ea typeface="+mn-ea"/>
            </a:endParaRPr>
          </a:p>
          <a:p>
            <a:pPr marL="266700" lvl="1" indent="-266700" eaLnBrk="1">
              <a:spcAft>
                <a:spcPts val="725"/>
              </a:spcAft>
              <a:buClr>
                <a:srgbClr val="00B050"/>
              </a:buClr>
              <a:buSzPct val="100000"/>
              <a:buFont typeface="Wingdings" pitchFamily="1" charset="2"/>
              <a:buChar char=""/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/>
            </a:pPr>
            <a:endParaRPr lang="en-US" dirty="0">
              <a:latin typeface="TTE1F17478t00"/>
              <a:ea typeface="+mn-ea"/>
            </a:endParaRPr>
          </a:p>
          <a:p>
            <a:pPr marL="266700" lvl="1" indent="-266700" eaLnBrk="1">
              <a:spcAft>
                <a:spcPts val="725"/>
              </a:spcAft>
              <a:buClr>
                <a:srgbClr val="00B050"/>
              </a:buClr>
              <a:buSzPct val="100000"/>
              <a:buFont typeface="Wingdings" pitchFamily="1" charset="2"/>
              <a:buChar char=""/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/>
            </a:pPr>
            <a:r>
              <a:rPr lang="en-GB" b="1" dirty="0">
                <a:ea typeface="+mn-ea"/>
              </a:rPr>
              <a:t>Transport delay: delays signal changes without filtering short pulses in these examples.</a:t>
            </a:r>
          </a:p>
          <a:p>
            <a:pPr marL="266700" lvl="1" indent="-266700" eaLnBrk="1">
              <a:spcAft>
                <a:spcPts val="725"/>
              </a:spcAft>
              <a:buClr>
                <a:srgbClr val="00B050"/>
              </a:buClr>
              <a:buSzPct val="100000"/>
              <a:buFont typeface="Wingdings" pitchFamily="1" charset="2"/>
              <a:buChar char=""/>
              <a:tabLst>
                <a:tab pos="0" algn="l"/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/>
            </a:pPr>
            <a:r>
              <a:rPr lang="en-GB" b="1" dirty="0">
                <a:ea typeface="+mn-ea"/>
              </a:rPr>
              <a:t>Inertial delay (default): rejects pulses shorter than the rejection time, equal to the delay in this example.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9DB3BC3F-9AF8-8C47-9FFD-9C7BADFDD2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2906713"/>
            <a:ext cx="5410200" cy="75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2pPr>
            <a:lvl3pPr marL="1374775"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9pPr>
          </a:lstStyle>
          <a:p>
            <a:pPr lvl="2" indent="0" defTabSz="914400">
              <a:spcAft>
                <a:spcPct val="40000"/>
              </a:spcAft>
              <a:buClr>
                <a:srgbClr val="A8AFAF"/>
              </a:buClr>
            </a:pPr>
            <a:r>
              <a:rPr lang="en-US" altLang="en-US">
                <a:latin typeface="TTE1F17478t00" charset="0"/>
              </a:rPr>
              <a:t>a &lt;= </a:t>
            </a:r>
            <a:r>
              <a:rPr lang="en-US" altLang="en-US">
                <a:solidFill>
                  <a:srgbClr val="0000FF"/>
                </a:solidFill>
              </a:rPr>
              <a:t>transport</a:t>
            </a:r>
            <a:r>
              <a:rPr lang="en-US" altLang="en-US">
                <a:latin typeface="TTE1F17478t00" charset="0"/>
              </a:rPr>
              <a:t> b </a:t>
            </a:r>
            <a:r>
              <a:rPr lang="en-US" altLang="en-US">
                <a:solidFill>
                  <a:srgbClr val="0000FF"/>
                </a:solidFill>
              </a:rPr>
              <a:t>after</a:t>
            </a:r>
            <a:r>
              <a:rPr lang="en-US" altLang="en-US">
                <a:latin typeface="TTE1F17478t00" charset="0"/>
              </a:rPr>
              <a:t> 10 </a:t>
            </a:r>
            <a:r>
              <a:rPr lang="en-US" altLang="en-US">
                <a:solidFill>
                  <a:srgbClr val="0000FF"/>
                </a:solidFill>
              </a:rPr>
              <a:t>ns</a:t>
            </a:r>
            <a:r>
              <a:rPr lang="en-US" altLang="en-US">
                <a:latin typeface="TTE1F17478t00" charset="0"/>
              </a:rPr>
              <a:t> ;</a:t>
            </a:r>
          </a:p>
          <a:p>
            <a:pPr lvl="2" indent="0" defTabSz="914400">
              <a:spcAft>
                <a:spcPct val="40000"/>
              </a:spcAft>
              <a:buClr>
                <a:srgbClr val="A8AFAF"/>
              </a:buClr>
            </a:pPr>
            <a:r>
              <a:rPr lang="en-US" altLang="en-US">
                <a:latin typeface="TTE1F17478t00" charset="0"/>
              </a:rPr>
              <a:t>c &lt;= </a:t>
            </a:r>
            <a:r>
              <a:rPr lang="en-US" altLang="en-US">
                <a:solidFill>
                  <a:srgbClr val="0000FF"/>
                </a:solidFill>
              </a:rPr>
              <a:t>transport</a:t>
            </a:r>
            <a:r>
              <a:rPr lang="en-US" altLang="en-US">
                <a:latin typeface="TTE1F17478t00" charset="0"/>
              </a:rPr>
              <a:t> (a </a:t>
            </a:r>
            <a:r>
              <a:rPr lang="en-US" altLang="en-US">
                <a:solidFill>
                  <a:srgbClr val="0000FF"/>
                </a:solidFill>
              </a:rPr>
              <a:t>and</a:t>
            </a:r>
            <a:r>
              <a:rPr lang="en-US" altLang="en-US">
                <a:latin typeface="TTE1F17478t00" charset="0"/>
              </a:rPr>
              <a:t> b) </a:t>
            </a:r>
            <a:r>
              <a:rPr lang="en-US" altLang="en-US">
                <a:solidFill>
                  <a:srgbClr val="0000FF"/>
                </a:solidFill>
              </a:rPr>
              <a:t>after</a:t>
            </a:r>
            <a:r>
              <a:rPr lang="en-US" altLang="en-US">
                <a:latin typeface="TTE1F17478t00" charset="0"/>
              </a:rPr>
              <a:t> 10 </a:t>
            </a:r>
            <a:r>
              <a:rPr lang="en-US" altLang="en-US">
                <a:solidFill>
                  <a:srgbClr val="0000FF"/>
                </a:solidFill>
              </a:rPr>
              <a:t>ns</a:t>
            </a:r>
            <a:r>
              <a:rPr lang="en-US" altLang="en-US">
                <a:latin typeface="TTE1F17478t00" charset="0"/>
              </a:rPr>
              <a:t> ;</a:t>
            </a:r>
          </a:p>
        </p:txBody>
      </p:sp>
      <p:sp>
        <p:nvSpPr>
          <p:cNvPr id="21508" name="AutoShape 2">
            <a:extLst>
              <a:ext uri="{FF2B5EF4-FFF2-40B4-BE49-F238E27FC236}">
                <a16:creationId xmlns:a16="http://schemas.microsoft.com/office/drawing/2014/main" id="{AB06DBF5-9833-0747-892A-7B2AFCE51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" y="534988"/>
            <a:ext cx="8223250" cy="914400"/>
          </a:xfrm>
          <a:custGeom>
            <a:avLst/>
            <a:gdLst>
              <a:gd name="T0" fmla="*/ 8223250 w 8223250"/>
              <a:gd name="T1" fmla="*/ 457200 h 914400"/>
              <a:gd name="T2" fmla="*/ 4111625 w 8223250"/>
              <a:gd name="T3" fmla="*/ 914400 h 914400"/>
              <a:gd name="T4" fmla="*/ 0 w 8223250"/>
              <a:gd name="T5" fmla="*/ 457200 h 914400"/>
              <a:gd name="T6" fmla="*/ 4111625 w 8223250"/>
              <a:gd name="T7" fmla="*/ 0 h 914400"/>
              <a:gd name="T8" fmla="*/ 0 60000 65536"/>
              <a:gd name="T9" fmla="*/ 5898240 60000 65536"/>
              <a:gd name="T10" fmla="*/ 11796480 60000 65536"/>
              <a:gd name="T11" fmla="*/ 17694720 60000 65536"/>
              <a:gd name="T12" fmla="*/ 0 w 8223250"/>
              <a:gd name="T13" fmla="*/ 0 h 914400"/>
              <a:gd name="T14" fmla="*/ 8223250 w 8223250"/>
              <a:gd name="T15" fmla="*/ 914400 h 9144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223250" h="914400">
                <a:moveTo>
                  <a:pt x="0" y="0"/>
                </a:moveTo>
                <a:lnTo>
                  <a:pt x="22842" y="0"/>
                </a:lnTo>
                <a:lnTo>
                  <a:pt x="22842" y="2540"/>
                </a:lnTo>
                <a:lnTo>
                  <a:pt x="0" y="254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>
              <a:lnSpc>
                <a:spcPct val="100000"/>
              </a:lnSpc>
              <a:spcAft>
                <a:spcPct val="0"/>
              </a:spcAft>
            </a:pPr>
            <a:r>
              <a:rPr lang="de-DE" altLang="en-US" sz="3200" b="1">
                <a:latin typeface="Frutiger LT Com 45 Light" charset="0"/>
              </a:rPr>
              <a:t>Simulating Delay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77A0EAC-A1B5-4748-8A22-B007987994BA}"/>
              </a:ext>
            </a:extLst>
          </p:cNvPr>
          <p:cNvSpPr/>
          <p:nvPr/>
        </p:nvSpPr>
        <p:spPr bwMode="auto">
          <a:xfrm>
            <a:off x="2743200" y="2819400"/>
            <a:ext cx="4114800" cy="1447800"/>
          </a:xfrm>
          <a:prstGeom prst="rect">
            <a:avLst/>
          </a:prstGeom>
          <a:noFill/>
          <a:ln w="28575" cap="flat" cmpd="sng" algn="ctr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GB" dirty="0">
              <a:latin typeface="Arial" charset="0"/>
              <a:ea typeface="+mn-ea"/>
            </a:endParaRPr>
          </a:p>
        </p:txBody>
      </p:sp>
      <p:sp>
        <p:nvSpPr>
          <p:cNvPr id="21510" name="Rectangle 5">
            <a:extLst>
              <a:ext uri="{FF2B5EF4-FFF2-40B4-BE49-F238E27FC236}">
                <a16:creationId xmlns:a16="http://schemas.microsoft.com/office/drawing/2014/main" id="{F4532EC4-3706-A249-B7D4-07134C45AD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3733800"/>
            <a:ext cx="4495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2pPr>
            <a:lvl3pPr marL="1374775"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9pPr>
          </a:lstStyle>
          <a:p>
            <a:pPr lvl="2" indent="0" defTabSz="914400">
              <a:spcAft>
                <a:spcPct val="40000"/>
              </a:spcAft>
              <a:buClr>
                <a:srgbClr val="A8AFAF"/>
              </a:buClr>
            </a:pPr>
            <a:r>
              <a:rPr lang="en-US" altLang="en-US">
                <a:latin typeface="TTE1F17478t00" charset="0"/>
              </a:rPr>
              <a:t>a &lt;= </a:t>
            </a:r>
            <a:r>
              <a:rPr lang="en-US" altLang="en-US">
                <a:solidFill>
                  <a:srgbClr val="0000FF"/>
                </a:solidFill>
              </a:rPr>
              <a:t>inertial</a:t>
            </a:r>
            <a:r>
              <a:rPr lang="en-US" altLang="en-US">
                <a:latin typeface="TTE1F17478t00" charset="0"/>
              </a:rPr>
              <a:t> b </a:t>
            </a:r>
            <a:r>
              <a:rPr lang="en-US" altLang="en-US">
                <a:solidFill>
                  <a:srgbClr val="0000FF"/>
                </a:solidFill>
              </a:rPr>
              <a:t>after</a:t>
            </a:r>
            <a:r>
              <a:rPr lang="en-US" altLang="en-US">
                <a:latin typeface="TTE1F17478t00" charset="0"/>
              </a:rPr>
              <a:t> 10 </a:t>
            </a:r>
            <a:r>
              <a:rPr lang="en-US" altLang="en-US">
                <a:solidFill>
                  <a:srgbClr val="0000FF"/>
                </a:solidFill>
              </a:rPr>
              <a:t>ns</a:t>
            </a:r>
            <a:r>
              <a:rPr lang="en-US" altLang="en-US">
                <a:latin typeface="TTE1F17478t00" charset="0"/>
              </a:rPr>
              <a:t> ;</a:t>
            </a:r>
            <a:endParaRPr lang="en-GB" altLang="en-US"/>
          </a:p>
        </p:txBody>
      </p:sp>
      <p:sp>
        <p:nvSpPr>
          <p:cNvPr id="21511" name="Text Box 3">
            <a:extLst>
              <a:ext uri="{FF2B5EF4-FFF2-40B4-BE49-F238E27FC236}">
                <a16:creationId xmlns:a16="http://schemas.microsoft.com/office/drawing/2014/main" id="{65DF2F7F-7523-D748-9CBC-10910E2592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6323013"/>
            <a:ext cx="213360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algn="ctr" eaLnBrk="1">
              <a:lnSpc>
                <a:spcPct val="100000"/>
              </a:lnSpc>
              <a:spcAft>
                <a:spcPct val="0"/>
              </a:spcAft>
            </a:pPr>
            <a:r>
              <a:rPr lang="de-DE" altLang="en-US" sz="1200">
                <a:solidFill>
                  <a:srgbClr val="B2B2B2"/>
                </a:solidFill>
              </a:rPr>
              <a:t>18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5583"/>
    </mc:Choice>
    <mc:Fallback xmlns="">
      <p:transition spd="slow" advTm="95583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AutoShape 2">
            <a:extLst>
              <a:ext uri="{FF2B5EF4-FFF2-40B4-BE49-F238E27FC236}">
                <a16:creationId xmlns:a16="http://schemas.microsoft.com/office/drawing/2014/main" id="{35DAFFB5-2600-CB47-9C01-F92302E04C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" y="534988"/>
            <a:ext cx="8223250" cy="914400"/>
          </a:xfrm>
          <a:custGeom>
            <a:avLst/>
            <a:gdLst>
              <a:gd name="T0" fmla="*/ 8223250 w 8223250"/>
              <a:gd name="T1" fmla="*/ 457200 h 914400"/>
              <a:gd name="T2" fmla="*/ 4111625 w 8223250"/>
              <a:gd name="T3" fmla="*/ 914400 h 914400"/>
              <a:gd name="T4" fmla="*/ 0 w 8223250"/>
              <a:gd name="T5" fmla="*/ 457200 h 914400"/>
              <a:gd name="T6" fmla="*/ 4111625 w 8223250"/>
              <a:gd name="T7" fmla="*/ 0 h 914400"/>
              <a:gd name="T8" fmla="*/ 0 60000 65536"/>
              <a:gd name="T9" fmla="*/ 5898240 60000 65536"/>
              <a:gd name="T10" fmla="*/ 11796480 60000 65536"/>
              <a:gd name="T11" fmla="*/ 17694720 60000 65536"/>
              <a:gd name="T12" fmla="*/ 0 w 8223250"/>
              <a:gd name="T13" fmla="*/ 0 h 914400"/>
              <a:gd name="T14" fmla="*/ 8223250 w 8223250"/>
              <a:gd name="T15" fmla="*/ 914400 h 9144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223250" h="914400">
                <a:moveTo>
                  <a:pt x="0" y="0"/>
                </a:moveTo>
                <a:lnTo>
                  <a:pt x="22842" y="0"/>
                </a:lnTo>
                <a:lnTo>
                  <a:pt x="22842" y="2540"/>
                </a:lnTo>
                <a:lnTo>
                  <a:pt x="0" y="254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>
              <a:lnSpc>
                <a:spcPct val="100000"/>
              </a:lnSpc>
              <a:spcAft>
                <a:spcPct val="0"/>
              </a:spcAft>
            </a:pPr>
            <a:r>
              <a:rPr lang="de-DE" altLang="en-US" sz="3200" b="1" dirty="0" err="1">
                <a:latin typeface="Frutiger LT Com 45 Light" charset="0"/>
              </a:rPr>
              <a:t>Practical</a:t>
            </a:r>
            <a:r>
              <a:rPr lang="de-DE" altLang="en-US" sz="3200" b="1" dirty="0">
                <a:latin typeface="Frutiger LT Com 45 Light" charset="0"/>
              </a:rPr>
              <a:t> 3-Exercise 2</a:t>
            </a:r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8AB8D780-12A3-5F4C-8765-57A89F1D7CF5}"/>
              </a:ext>
            </a:extLst>
          </p:cNvPr>
          <p:cNvSpPr txBox="1">
            <a:spLocks/>
          </p:cNvSpPr>
          <p:nvPr/>
        </p:nvSpPr>
        <p:spPr bwMode="auto">
          <a:xfrm>
            <a:off x="460375" y="1905000"/>
            <a:ext cx="5876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 marL="268288" indent="-268288"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lvl="1">
              <a:spcAft>
                <a:spcPct val="40000"/>
              </a:spcAft>
              <a:buClr>
                <a:srgbClr val="00B050"/>
              </a:buClr>
              <a:buSzTx/>
              <a:buFont typeface="Wingdings" pitchFamily="2" charset="2"/>
              <a:buChar char="n"/>
            </a:pPr>
            <a:r>
              <a:rPr lang="en-US" altLang="en-US"/>
              <a:t>Implement a 2-to-1 multiplexer with a select input</a:t>
            </a:r>
            <a:endParaRPr lang="en-GB" altLang="en-US">
              <a:latin typeface="TTE1F17478t00" charset="0"/>
            </a:endParaRPr>
          </a:p>
        </p:txBody>
      </p:sp>
      <p:sp>
        <p:nvSpPr>
          <p:cNvPr id="22532" name="TextBox 15">
            <a:extLst>
              <a:ext uri="{FF2B5EF4-FFF2-40B4-BE49-F238E27FC236}">
                <a16:creationId xmlns:a16="http://schemas.microsoft.com/office/drawing/2014/main" id="{70439D1D-4A9A-E246-BBB9-807FCB5B27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9975" y="3581400"/>
            <a:ext cx="152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GB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</a:p>
        </p:txBody>
      </p:sp>
      <p:grpSp>
        <p:nvGrpSpPr>
          <p:cNvPr id="22533" name="Group 41">
            <a:extLst>
              <a:ext uri="{FF2B5EF4-FFF2-40B4-BE49-F238E27FC236}">
                <a16:creationId xmlns:a16="http://schemas.microsoft.com/office/drawing/2014/main" id="{7D730849-6836-3241-8DEF-07193554AAE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813175" y="3062288"/>
            <a:ext cx="1368425" cy="976312"/>
            <a:chOff x="6669" y="160"/>
            <a:chExt cx="1266" cy="896"/>
          </a:xfrm>
        </p:grpSpPr>
        <p:grpSp>
          <p:nvGrpSpPr>
            <p:cNvPr id="22542" name="Group 42">
              <a:extLst>
                <a:ext uri="{FF2B5EF4-FFF2-40B4-BE49-F238E27FC236}">
                  <a16:creationId xmlns:a16="http://schemas.microsoft.com/office/drawing/2014/main" id="{0E42F794-1741-8F49-94D2-D9D446AA933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38" y="754"/>
              <a:ext cx="497" cy="2"/>
              <a:chOff x="7438" y="754"/>
              <a:chExt cx="497" cy="2"/>
            </a:xfrm>
          </p:grpSpPr>
          <p:sp>
            <p:nvSpPr>
              <p:cNvPr id="22560" name="Freeform 60">
                <a:extLst>
                  <a:ext uri="{FF2B5EF4-FFF2-40B4-BE49-F238E27FC236}">
                    <a16:creationId xmlns:a16="http://schemas.microsoft.com/office/drawing/2014/main" id="{AAB9A26F-C90A-6640-8D51-4BC54993CB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438" y="754"/>
                <a:ext cx="497" cy="2"/>
              </a:xfrm>
              <a:custGeom>
                <a:avLst/>
                <a:gdLst>
                  <a:gd name="T0" fmla="*/ 0 w 497"/>
                  <a:gd name="T1" fmla="*/ 0 h 2"/>
                  <a:gd name="T2" fmla="*/ 497 w 497"/>
                  <a:gd name="T3" fmla="*/ 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97" h="2">
                    <a:moveTo>
                      <a:pt x="0" y="0"/>
                    </a:moveTo>
                    <a:lnTo>
                      <a:pt x="497" y="0"/>
                    </a:lnTo>
                  </a:path>
                </a:pathLst>
              </a:custGeom>
              <a:noFill/>
              <a:ln w="889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22543" name="Group 43">
              <a:extLst>
                <a:ext uri="{FF2B5EF4-FFF2-40B4-BE49-F238E27FC236}">
                  <a16:creationId xmlns:a16="http://schemas.microsoft.com/office/drawing/2014/main" id="{F0C937D8-DDC3-4D4F-BFFC-90FA69A9F89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47" y="469"/>
              <a:ext cx="313" cy="587"/>
              <a:chOff x="7147" y="469"/>
              <a:chExt cx="313" cy="587"/>
            </a:xfrm>
          </p:grpSpPr>
          <p:sp>
            <p:nvSpPr>
              <p:cNvPr id="22554" name="Freeform 54">
                <a:extLst>
                  <a:ext uri="{FF2B5EF4-FFF2-40B4-BE49-F238E27FC236}">
                    <a16:creationId xmlns:a16="http://schemas.microsoft.com/office/drawing/2014/main" id="{64FF7AC9-8384-3141-8C50-B0BE2AD8B9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47" y="469"/>
                <a:ext cx="313" cy="587"/>
              </a:xfrm>
              <a:custGeom>
                <a:avLst/>
                <a:gdLst>
                  <a:gd name="T0" fmla="*/ 30 w 313"/>
                  <a:gd name="T1" fmla="*/ 469 h 587"/>
                  <a:gd name="T2" fmla="*/ 0 w 313"/>
                  <a:gd name="T3" fmla="*/ 469 h 587"/>
                  <a:gd name="T4" fmla="*/ 0 w 313"/>
                  <a:gd name="T5" fmla="*/ 1056 h 587"/>
                  <a:gd name="T6" fmla="*/ 18 w 313"/>
                  <a:gd name="T7" fmla="*/ 1051 h 587"/>
                  <a:gd name="T8" fmla="*/ 11 w 313"/>
                  <a:gd name="T9" fmla="*/ 1022 h 587"/>
                  <a:gd name="T10" fmla="*/ 30 w 313"/>
                  <a:gd name="T11" fmla="*/ 1018 h 587"/>
                  <a:gd name="T12" fmla="*/ 30 w 313"/>
                  <a:gd name="T13" fmla="*/ 469 h 58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13" h="587">
                    <a:moveTo>
                      <a:pt x="30" y="0"/>
                    </a:moveTo>
                    <a:lnTo>
                      <a:pt x="0" y="0"/>
                    </a:lnTo>
                    <a:lnTo>
                      <a:pt x="0" y="587"/>
                    </a:lnTo>
                    <a:lnTo>
                      <a:pt x="18" y="582"/>
                    </a:lnTo>
                    <a:lnTo>
                      <a:pt x="11" y="553"/>
                    </a:lnTo>
                    <a:lnTo>
                      <a:pt x="30" y="549"/>
                    </a:lnTo>
                    <a:lnTo>
                      <a:pt x="30" y="0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2555" name="Freeform 55">
                <a:extLst>
                  <a:ext uri="{FF2B5EF4-FFF2-40B4-BE49-F238E27FC236}">
                    <a16:creationId xmlns:a16="http://schemas.microsoft.com/office/drawing/2014/main" id="{6CB05147-C662-D944-AC3C-9043B8926B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47" y="469"/>
                <a:ext cx="313" cy="587"/>
              </a:xfrm>
              <a:custGeom>
                <a:avLst/>
                <a:gdLst>
                  <a:gd name="T0" fmla="*/ 30 w 313"/>
                  <a:gd name="T1" fmla="*/ 1018 h 587"/>
                  <a:gd name="T2" fmla="*/ 11 w 313"/>
                  <a:gd name="T3" fmla="*/ 1022 h 587"/>
                  <a:gd name="T4" fmla="*/ 18 w 313"/>
                  <a:gd name="T5" fmla="*/ 1051 h 587"/>
                  <a:gd name="T6" fmla="*/ 30 w 313"/>
                  <a:gd name="T7" fmla="*/ 1037 h 587"/>
                  <a:gd name="T8" fmla="*/ 30 w 313"/>
                  <a:gd name="T9" fmla="*/ 1018 h 58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13" h="587">
                    <a:moveTo>
                      <a:pt x="30" y="549"/>
                    </a:moveTo>
                    <a:lnTo>
                      <a:pt x="11" y="553"/>
                    </a:lnTo>
                    <a:lnTo>
                      <a:pt x="18" y="582"/>
                    </a:lnTo>
                    <a:lnTo>
                      <a:pt x="30" y="568"/>
                    </a:lnTo>
                    <a:lnTo>
                      <a:pt x="30" y="549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2556" name="Freeform 56">
                <a:extLst>
                  <a:ext uri="{FF2B5EF4-FFF2-40B4-BE49-F238E27FC236}">
                    <a16:creationId xmlns:a16="http://schemas.microsoft.com/office/drawing/2014/main" id="{58C591CA-06B4-8543-83D1-04AF098818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47" y="469"/>
                <a:ext cx="313" cy="587"/>
              </a:xfrm>
              <a:custGeom>
                <a:avLst/>
                <a:gdLst>
                  <a:gd name="T0" fmla="*/ 283 w 313"/>
                  <a:gd name="T1" fmla="*/ 954 h 587"/>
                  <a:gd name="T2" fmla="*/ 30 w 313"/>
                  <a:gd name="T3" fmla="*/ 1018 h 587"/>
                  <a:gd name="T4" fmla="*/ 30 w 313"/>
                  <a:gd name="T5" fmla="*/ 1037 h 587"/>
                  <a:gd name="T6" fmla="*/ 18 w 313"/>
                  <a:gd name="T7" fmla="*/ 1051 h 587"/>
                  <a:gd name="T8" fmla="*/ 301 w 313"/>
                  <a:gd name="T9" fmla="*/ 980 h 587"/>
                  <a:gd name="T10" fmla="*/ 313 w 313"/>
                  <a:gd name="T11" fmla="*/ 977 h 587"/>
                  <a:gd name="T12" fmla="*/ 313 w 313"/>
                  <a:gd name="T13" fmla="*/ 966 h 587"/>
                  <a:gd name="T14" fmla="*/ 283 w 313"/>
                  <a:gd name="T15" fmla="*/ 966 h 587"/>
                  <a:gd name="T16" fmla="*/ 283 w 313"/>
                  <a:gd name="T17" fmla="*/ 954 h 58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313" h="587">
                    <a:moveTo>
                      <a:pt x="283" y="485"/>
                    </a:moveTo>
                    <a:lnTo>
                      <a:pt x="30" y="549"/>
                    </a:lnTo>
                    <a:lnTo>
                      <a:pt x="30" y="568"/>
                    </a:lnTo>
                    <a:lnTo>
                      <a:pt x="18" y="582"/>
                    </a:lnTo>
                    <a:lnTo>
                      <a:pt x="301" y="511"/>
                    </a:lnTo>
                    <a:lnTo>
                      <a:pt x="313" y="508"/>
                    </a:lnTo>
                    <a:lnTo>
                      <a:pt x="313" y="497"/>
                    </a:lnTo>
                    <a:lnTo>
                      <a:pt x="283" y="497"/>
                    </a:lnTo>
                    <a:lnTo>
                      <a:pt x="283" y="485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2557" name="Freeform 57">
                <a:extLst>
                  <a:ext uri="{FF2B5EF4-FFF2-40B4-BE49-F238E27FC236}">
                    <a16:creationId xmlns:a16="http://schemas.microsoft.com/office/drawing/2014/main" id="{8CFB671A-0EFF-0947-AA1E-0B9349A094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47" y="469"/>
                <a:ext cx="313" cy="587"/>
              </a:xfrm>
              <a:custGeom>
                <a:avLst/>
                <a:gdLst>
                  <a:gd name="T0" fmla="*/ 294 w 313"/>
                  <a:gd name="T1" fmla="*/ 952 h 587"/>
                  <a:gd name="T2" fmla="*/ 283 w 313"/>
                  <a:gd name="T3" fmla="*/ 954 h 587"/>
                  <a:gd name="T4" fmla="*/ 283 w 313"/>
                  <a:gd name="T5" fmla="*/ 966 h 587"/>
                  <a:gd name="T6" fmla="*/ 313 w 313"/>
                  <a:gd name="T7" fmla="*/ 966 h 587"/>
                  <a:gd name="T8" fmla="*/ 294 w 313"/>
                  <a:gd name="T9" fmla="*/ 952 h 58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13" h="587">
                    <a:moveTo>
                      <a:pt x="294" y="483"/>
                    </a:moveTo>
                    <a:lnTo>
                      <a:pt x="283" y="485"/>
                    </a:lnTo>
                    <a:lnTo>
                      <a:pt x="283" y="497"/>
                    </a:lnTo>
                    <a:lnTo>
                      <a:pt x="313" y="497"/>
                    </a:lnTo>
                    <a:lnTo>
                      <a:pt x="294" y="48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2558" name="Freeform 58">
                <a:extLst>
                  <a:ext uri="{FF2B5EF4-FFF2-40B4-BE49-F238E27FC236}">
                    <a16:creationId xmlns:a16="http://schemas.microsoft.com/office/drawing/2014/main" id="{991B22DE-E31E-0842-90B3-5EB22F0F37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47" y="469"/>
                <a:ext cx="313" cy="587"/>
              </a:xfrm>
              <a:custGeom>
                <a:avLst/>
                <a:gdLst>
                  <a:gd name="T0" fmla="*/ 313 w 313"/>
                  <a:gd name="T1" fmla="*/ 952 h 587"/>
                  <a:gd name="T2" fmla="*/ 294 w 313"/>
                  <a:gd name="T3" fmla="*/ 952 h 587"/>
                  <a:gd name="T4" fmla="*/ 313 w 313"/>
                  <a:gd name="T5" fmla="*/ 966 h 587"/>
                  <a:gd name="T6" fmla="*/ 313 w 313"/>
                  <a:gd name="T7" fmla="*/ 952 h 58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3" h="587">
                    <a:moveTo>
                      <a:pt x="313" y="483"/>
                    </a:moveTo>
                    <a:lnTo>
                      <a:pt x="294" y="483"/>
                    </a:lnTo>
                    <a:lnTo>
                      <a:pt x="313" y="497"/>
                    </a:lnTo>
                    <a:lnTo>
                      <a:pt x="313" y="483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2559" name="Freeform 59">
                <a:extLst>
                  <a:ext uri="{FF2B5EF4-FFF2-40B4-BE49-F238E27FC236}">
                    <a16:creationId xmlns:a16="http://schemas.microsoft.com/office/drawing/2014/main" id="{8371CCE8-1A43-9E40-A693-EE6B9C6591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47" y="469"/>
                <a:ext cx="313" cy="587"/>
              </a:xfrm>
              <a:custGeom>
                <a:avLst/>
                <a:gdLst>
                  <a:gd name="T0" fmla="*/ 301 w 313"/>
                  <a:gd name="T1" fmla="*/ 527 h 587"/>
                  <a:gd name="T2" fmla="*/ 283 w 313"/>
                  <a:gd name="T3" fmla="*/ 541 h 587"/>
                  <a:gd name="T4" fmla="*/ 283 w 313"/>
                  <a:gd name="T5" fmla="*/ 954 h 587"/>
                  <a:gd name="T6" fmla="*/ 294 w 313"/>
                  <a:gd name="T7" fmla="*/ 952 h 587"/>
                  <a:gd name="T8" fmla="*/ 313 w 313"/>
                  <a:gd name="T9" fmla="*/ 952 h 587"/>
                  <a:gd name="T10" fmla="*/ 313 w 313"/>
                  <a:gd name="T11" fmla="*/ 530 h 587"/>
                  <a:gd name="T12" fmla="*/ 301 w 313"/>
                  <a:gd name="T13" fmla="*/ 527 h 58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13" h="587">
                    <a:moveTo>
                      <a:pt x="301" y="58"/>
                    </a:moveTo>
                    <a:lnTo>
                      <a:pt x="283" y="72"/>
                    </a:lnTo>
                    <a:lnTo>
                      <a:pt x="283" y="485"/>
                    </a:lnTo>
                    <a:lnTo>
                      <a:pt x="294" y="483"/>
                    </a:lnTo>
                    <a:lnTo>
                      <a:pt x="313" y="483"/>
                    </a:lnTo>
                    <a:lnTo>
                      <a:pt x="313" y="61"/>
                    </a:lnTo>
                    <a:lnTo>
                      <a:pt x="301" y="58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22544" name="Group 44">
              <a:extLst>
                <a:ext uri="{FF2B5EF4-FFF2-40B4-BE49-F238E27FC236}">
                  <a16:creationId xmlns:a16="http://schemas.microsoft.com/office/drawing/2014/main" id="{E822E8FA-A958-BE44-B79D-4502364E20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47" y="450"/>
              <a:ext cx="301" cy="106"/>
              <a:chOff x="7147" y="450"/>
              <a:chExt cx="301" cy="106"/>
            </a:xfrm>
          </p:grpSpPr>
          <p:sp>
            <p:nvSpPr>
              <p:cNvPr id="22553" name="Freeform 53">
                <a:extLst>
                  <a:ext uri="{FF2B5EF4-FFF2-40B4-BE49-F238E27FC236}">
                    <a16:creationId xmlns:a16="http://schemas.microsoft.com/office/drawing/2014/main" id="{F1FB1DE9-90B7-B745-BF89-A00A3BF189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47" y="450"/>
                <a:ext cx="301" cy="106"/>
              </a:xfrm>
              <a:custGeom>
                <a:avLst/>
                <a:gdLst>
                  <a:gd name="T0" fmla="*/ 0 w 301"/>
                  <a:gd name="T1" fmla="*/ 450 h 106"/>
                  <a:gd name="T2" fmla="*/ 0 w 301"/>
                  <a:gd name="T3" fmla="*/ 469 h 106"/>
                  <a:gd name="T4" fmla="*/ 11 w 301"/>
                  <a:gd name="T5" fmla="*/ 484 h 106"/>
                  <a:gd name="T6" fmla="*/ 294 w 301"/>
                  <a:gd name="T7" fmla="*/ 556 h 106"/>
                  <a:gd name="T8" fmla="*/ 301 w 301"/>
                  <a:gd name="T9" fmla="*/ 527 h 106"/>
                  <a:gd name="T10" fmla="*/ 18 w 301"/>
                  <a:gd name="T11" fmla="*/ 455 h 106"/>
                  <a:gd name="T12" fmla="*/ 0 w 301"/>
                  <a:gd name="T13" fmla="*/ 450 h 10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01" h="106">
                    <a:moveTo>
                      <a:pt x="0" y="0"/>
                    </a:moveTo>
                    <a:lnTo>
                      <a:pt x="0" y="19"/>
                    </a:lnTo>
                    <a:lnTo>
                      <a:pt x="11" y="34"/>
                    </a:lnTo>
                    <a:lnTo>
                      <a:pt x="294" y="106"/>
                    </a:lnTo>
                    <a:lnTo>
                      <a:pt x="301" y="77"/>
                    </a:lnTo>
                    <a:lnTo>
                      <a:pt x="18" y="5"/>
                    </a:lnTo>
                    <a:lnTo>
                      <a:pt x="0" y="0"/>
                    </a:lnTo>
                  </a:path>
                </a:pathLst>
              </a:cu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22545" name="Group 45">
              <a:extLst>
                <a:ext uri="{FF2B5EF4-FFF2-40B4-BE49-F238E27FC236}">
                  <a16:creationId xmlns:a16="http://schemas.microsoft.com/office/drawing/2014/main" id="{8F8E18C8-A7E7-0047-81D9-E765E610AE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69" y="642"/>
              <a:ext cx="498" cy="2"/>
              <a:chOff x="6669" y="642"/>
              <a:chExt cx="498" cy="2"/>
            </a:xfrm>
          </p:grpSpPr>
          <p:sp>
            <p:nvSpPr>
              <p:cNvPr id="22552" name="Freeform 52">
                <a:extLst>
                  <a:ext uri="{FF2B5EF4-FFF2-40B4-BE49-F238E27FC236}">
                    <a16:creationId xmlns:a16="http://schemas.microsoft.com/office/drawing/2014/main" id="{D6D8C587-6D54-D94D-8F74-A810B0F84B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69" y="642"/>
                <a:ext cx="498" cy="2"/>
              </a:xfrm>
              <a:custGeom>
                <a:avLst/>
                <a:gdLst>
                  <a:gd name="T0" fmla="*/ 0 w 498"/>
                  <a:gd name="T1" fmla="*/ 0 h 2"/>
                  <a:gd name="T2" fmla="*/ 498 w 498"/>
                  <a:gd name="T3" fmla="*/ 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98" h="2">
                    <a:moveTo>
                      <a:pt x="0" y="0"/>
                    </a:moveTo>
                    <a:lnTo>
                      <a:pt x="498" y="0"/>
                    </a:lnTo>
                  </a:path>
                </a:pathLst>
              </a:custGeom>
              <a:noFill/>
              <a:ln w="8891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22546" name="Group 46">
              <a:extLst>
                <a:ext uri="{FF2B5EF4-FFF2-40B4-BE49-F238E27FC236}">
                  <a16:creationId xmlns:a16="http://schemas.microsoft.com/office/drawing/2014/main" id="{2DAECBD6-DD0E-B743-A28E-0B9F1EADB8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69" y="865"/>
              <a:ext cx="498" cy="2"/>
              <a:chOff x="6669" y="865"/>
              <a:chExt cx="498" cy="2"/>
            </a:xfrm>
          </p:grpSpPr>
          <p:sp>
            <p:nvSpPr>
              <p:cNvPr id="22551" name="Freeform 51">
                <a:extLst>
                  <a:ext uri="{FF2B5EF4-FFF2-40B4-BE49-F238E27FC236}">
                    <a16:creationId xmlns:a16="http://schemas.microsoft.com/office/drawing/2014/main" id="{C75467FF-FB25-2240-88F0-A91B9E348F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69" y="865"/>
                <a:ext cx="498" cy="2"/>
              </a:xfrm>
              <a:custGeom>
                <a:avLst/>
                <a:gdLst>
                  <a:gd name="T0" fmla="*/ 0 w 498"/>
                  <a:gd name="T1" fmla="*/ 0 h 2"/>
                  <a:gd name="T2" fmla="*/ 498 w 498"/>
                  <a:gd name="T3" fmla="*/ 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98" h="2">
                    <a:moveTo>
                      <a:pt x="0" y="0"/>
                    </a:moveTo>
                    <a:lnTo>
                      <a:pt x="498" y="0"/>
                    </a:lnTo>
                  </a:path>
                </a:pathLst>
              </a:custGeom>
              <a:noFill/>
              <a:ln w="889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22547" name="Group 47">
              <a:extLst>
                <a:ext uri="{FF2B5EF4-FFF2-40B4-BE49-F238E27FC236}">
                  <a16:creationId xmlns:a16="http://schemas.microsoft.com/office/drawing/2014/main" id="{65A03475-F234-5945-98EC-4FC440C4A1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285" y="160"/>
              <a:ext cx="2" cy="353"/>
              <a:chOff x="7285" y="160"/>
              <a:chExt cx="2" cy="353"/>
            </a:xfrm>
          </p:grpSpPr>
          <p:sp>
            <p:nvSpPr>
              <p:cNvPr id="22550" name="Freeform 50">
                <a:extLst>
                  <a:ext uri="{FF2B5EF4-FFF2-40B4-BE49-F238E27FC236}">
                    <a16:creationId xmlns:a16="http://schemas.microsoft.com/office/drawing/2014/main" id="{D78B776D-468C-C243-A9AF-9DB4B5BB7E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285" y="160"/>
                <a:ext cx="2" cy="353"/>
              </a:xfrm>
              <a:custGeom>
                <a:avLst/>
                <a:gdLst>
                  <a:gd name="T0" fmla="*/ 0 w 2"/>
                  <a:gd name="T1" fmla="*/ 160 h 353"/>
                  <a:gd name="T2" fmla="*/ 0 w 2"/>
                  <a:gd name="T3" fmla="*/ 512 h 35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" h="353">
                    <a:moveTo>
                      <a:pt x="0" y="0"/>
                    </a:moveTo>
                    <a:lnTo>
                      <a:pt x="0" y="352"/>
                    </a:lnTo>
                  </a:path>
                </a:pathLst>
              </a:custGeom>
              <a:noFill/>
              <a:ln w="889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  <p:grpSp>
          <p:nvGrpSpPr>
            <p:cNvPr id="22548" name="Group 48">
              <a:extLst>
                <a:ext uri="{FF2B5EF4-FFF2-40B4-BE49-F238E27FC236}">
                  <a16:creationId xmlns:a16="http://schemas.microsoft.com/office/drawing/2014/main" id="{96C584DE-5604-0F45-B7AB-61C3BB2577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669" y="166"/>
              <a:ext cx="622" cy="2"/>
              <a:chOff x="6669" y="166"/>
              <a:chExt cx="622" cy="2"/>
            </a:xfrm>
          </p:grpSpPr>
          <p:sp>
            <p:nvSpPr>
              <p:cNvPr id="22549" name="Freeform 49">
                <a:extLst>
                  <a:ext uri="{FF2B5EF4-FFF2-40B4-BE49-F238E27FC236}">
                    <a16:creationId xmlns:a16="http://schemas.microsoft.com/office/drawing/2014/main" id="{CC5CDE61-8FB4-CB44-B92B-4B45C55617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69" y="166"/>
                <a:ext cx="622" cy="2"/>
              </a:xfrm>
              <a:custGeom>
                <a:avLst/>
                <a:gdLst>
                  <a:gd name="T0" fmla="*/ 0 w 622"/>
                  <a:gd name="T1" fmla="*/ 0 h 2"/>
                  <a:gd name="T2" fmla="*/ 622 w 622"/>
                  <a:gd name="T3" fmla="*/ 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22" h="2">
                    <a:moveTo>
                      <a:pt x="0" y="0"/>
                    </a:moveTo>
                    <a:lnTo>
                      <a:pt x="622" y="0"/>
                    </a:lnTo>
                  </a:path>
                </a:pathLst>
              </a:custGeom>
              <a:noFill/>
              <a:ln w="8891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</p:grpSp>
      </p:grpSp>
      <p:sp>
        <p:nvSpPr>
          <p:cNvPr id="22534" name="TextBox 61">
            <a:extLst>
              <a:ext uri="{FF2B5EF4-FFF2-40B4-BE49-F238E27FC236}">
                <a16:creationId xmlns:a16="http://schemas.microsoft.com/office/drawing/2014/main" id="{D4D567F3-B027-F147-B559-E531EE3DF3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26088" y="1855470"/>
            <a:ext cx="2286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GB" alt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22535" name="TextBox 62">
            <a:extLst>
              <a:ext uri="{FF2B5EF4-FFF2-40B4-BE49-F238E27FC236}">
                <a16:creationId xmlns:a16="http://schemas.microsoft.com/office/drawing/2014/main" id="{41A4C1A1-A631-C346-B89F-CD3982A132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6975" y="2757488"/>
            <a:ext cx="1524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GB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</a:p>
        </p:txBody>
      </p:sp>
      <p:sp>
        <p:nvSpPr>
          <p:cNvPr id="22536" name="TextBox 63">
            <a:extLst>
              <a:ext uri="{FF2B5EF4-FFF2-40B4-BE49-F238E27FC236}">
                <a16:creationId xmlns:a16="http://schemas.microsoft.com/office/drawing/2014/main" id="{396DF6BA-4019-304A-9D03-2B5086E6D1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09975" y="3352800"/>
            <a:ext cx="1524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GB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</a:p>
        </p:txBody>
      </p:sp>
      <p:sp>
        <p:nvSpPr>
          <p:cNvPr id="22537" name="TextBox 64">
            <a:extLst>
              <a:ext uri="{FF2B5EF4-FFF2-40B4-BE49-F238E27FC236}">
                <a16:creationId xmlns:a16="http://schemas.microsoft.com/office/drawing/2014/main" id="{2EEEC6B3-7F40-A141-A02C-270B502889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9175" y="3363913"/>
            <a:ext cx="152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GB" altLang="en-US" i="1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</a:p>
        </p:txBody>
      </p:sp>
      <p:sp>
        <p:nvSpPr>
          <p:cNvPr id="22538" name="Rectangle 14">
            <a:extLst>
              <a:ext uri="{FF2B5EF4-FFF2-40B4-BE49-F238E27FC236}">
                <a16:creationId xmlns:a16="http://schemas.microsoft.com/office/drawing/2014/main" id="{61466A50-EAB4-AA45-957E-042DDC6C6F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 altLang="en-US"/>
          </a:p>
        </p:txBody>
      </p:sp>
      <p:sp>
        <p:nvSpPr>
          <p:cNvPr id="22539" name="Rectangle 72">
            <a:extLst>
              <a:ext uri="{FF2B5EF4-FFF2-40B4-BE49-F238E27FC236}">
                <a16:creationId xmlns:a16="http://schemas.microsoft.com/office/drawing/2014/main" id="{89A06E20-E759-EC4F-89AB-3E856FC30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2813" y="4495800"/>
            <a:ext cx="39893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altLang="en-US"/>
              <a:t>m &lt;= (NOT (s) AND x) OR (s AND y);</a:t>
            </a:r>
            <a:endParaRPr lang="en-GB" altLang="en-US"/>
          </a:p>
        </p:txBody>
      </p:sp>
      <p:sp>
        <p:nvSpPr>
          <p:cNvPr id="22540" name="Rectangle 73">
            <a:extLst>
              <a:ext uri="{FF2B5EF4-FFF2-40B4-BE49-F238E27FC236}">
                <a16:creationId xmlns:a16="http://schemas.microsoft.com/office/drawing/2014/main" id="{E9E1769D-C68D-C04C-AF9A-A5EA953CE2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7613" y="4953000"/>
            <a:ext cx="3124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1pPr>
            <a:lvl2pPr marL="457200"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9pPr>
          </a:lstStyle>
          <a:p>
            <a:pPr lvl="1" indent="0">
              <a:spcAft>
                <a:spcPct val="40000"/>
              </a:spcAft>
              <a:buClr>
                <a:srgbClr val="00B050"/>
              </a:buClr>
            </a:pPr>
            <a:r>
              <a:rPr lang="en-US" altLang="en-US"/>
              <a:t>(Behavioral Description)</a:t>
            </a:r>
            <a:endParaRPr lang="en-GB" altLang="en-US">
              <a:latin typeface="TTE1F17478t00" charset="0"/>
            </a:endParaRPr>
          </a:p>
        </p:txBody>
      </p:sp>
      <p:sp>
        <p:nvSpPr>
          <p:cNvPr id="22541" name="Text Box 1">
            <a:extLst>
              <a:ext uri="{FF2B5EF4-FFF2-40B4-BE49-F238E27FC236}">
                <a16:creationId xmlns:a16="http://schemas.microsoft.com/office/drawing/2014/main" id="{1EBB75A3-6AB7-494D-BF23-66ED433ADF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6788" y="6323013"/>
            <a:ext cx="21336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algn="ctr" eaLnBrk="1">
              <a:lnSpc>
                <a:spcPct val="100000"/>
              </a:lnSpc>
              <a:spcAft>
                <a:spcPct val="0"/>
              </a:spcAft>
            </a:pPr>
            <a:r>
              <a:rPr lang="de-DE" altLang="en-US" sz="1200">
                <a:solidFill>
                  <a:srgbClr val="B2B2B2"/>
                </a:solidFill>
              </a:rPr>
              <a:t>19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099EB0-0829-6C4C-B107-FA3ACE688B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8889" y="2305050"/>
            <a:ext cx="5405371" cy="3387629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8204"/>
    </mc:Choice>
    <mc:Fallback xmlns="">
      <p:transition spd="slow" advTm="58204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6F053-45B3-674F-A654-A3331D51C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>
              <a:lnSpc>
                <a:spcPct val="100000"/>
              </a:lnSpc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/>
            </a:pPr>
            <a:r>
              <a:rPr lang="de-DE" b="1" kern="1200" dirty="0">
                <a:latin typeface="Frutiger LT Com 45 Light" charset="0"/>
              </a:rPr>
              <a:t>Conditional </a:t>
            </a:r>
            <a:r>
              <a:rPr lang="en-US" b="1" kern="1200" dirty="0">
                <a:latin typeface="Frutiger LT Com 45 Light" charset="0"/>
              </a:rPr>
              <a:t>Signal Assignments</a:t>
            </a:r>
            <a:endParaRPr lang="en-GB" b="1" kern="1200" dirty="0">
              <a:latin typeface="Frutiger LT Com 45 Light" charset="0"/>
            </a:endParaRPr>
          </a:p>
        </p:txBody>
      </p:sp>
      <p:sp>
        <p:nvSpPr>
          <p:cNvPr id="23555" name="Slide Number Placeholder 3">
            <a:extLst>
              <a:ext uri="{FF2B5EF4-FFF2-40B4-BE49-F238E27FC236}">
                <a16:creationId xmlns:a16="http://schemas.microsoft.com/office/drawing/2014/main" id="{82F1FB38-4788-7B43-8A24-71F6962073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5200" y="6323013"/>
            <a:ext cx="2133600" cy="365125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9pPr>
          </a:lstStyle>
          <a:p>
            <a:fld id="{7F871BB6-3E27-B74C-B335-63FB2D4D652A}" type="slidenum">
              <a:rPr lang="de-DE" altLang="en-US">
                <a:solidFill>
                  <a:srgbClr val="B2B2B2"/>
                </a:solidFill>
                <a:latin typeface="Frutiger LT Com 55 Roman" pitchFamily="1" charset="0"/>
              </a:rPr>
              <a:pPr/>
              <a:t>20</a:t>
            </a:fld>
            <a:endParaRPr lang="de-DE" altLang="en-US">
              <a:solidFill>
                <a:srgbClr val="B2B2B2"/>
              </a:solidFill>
              <a:latin typeface="Frutiger LT Com 55 Roman" pitchFamily="1" charset="0"/>
            </a:endParaRPr>
          </a:p>
        </p:txBody>
      </p:sp>
      <p:sp>
        <p:nvSpPr>
          <p:cNvPr id="23556" name="Rectangle 9">
            <a:extLst>
              <a:ext uri="{FF2B5EF4-FFF2-40B4-BE49-F238E27FC236}">
                <a16:creationId xmlns:a16="http://schemas.microsoft.com/office/drawing/2014/main" id="{2F037BB5-9000-EC40-99A9-B6778CC0B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38750" y="3648075"/>
            <a:ext cx="3094038" cy="92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/>
            <a:r>
              <a:rPr lang="de-DE" altLang="en-US">
                <a:solidFill>
                  <a:srgbClr val="000000"/>
                </a:solidFill>
                <a:latin typeface="TTE1F17478t00" charset="0"/>
              </a:rPr>
              <a:t>q &lt;= a </a:t>
            </a:r>
            <a:r>
              <a:rPr lang="de-DE" altLang="en-US">
                <a:solidFill>
                  <a:srgbClr val="0000FF"/>
                </a:solidFill>
                <a:latin typeface="TTE1F17478t00" charset="0"/>
              </a:rPr>
              <a:t>when</a:t>
            </a:r>
            <a:r>
              <a:rPr lang="de-DE" altLang="en-US">
                <a:solidFill>
                  <a:srgbClr val="000000"/>
                </a:solidFill>
                <a:latin typeface="TTE1F17478t00" charset="0"/>
              </a:rPr>
              <a:t> sela = ‘1’ </a:t>
            </a:r>
            <a:r>
              <a:rPr lang="de-DE" altLang="en-US">
                <a:solidFill>
                  <a:srgbClr val="0000FF"/>
                </a:solidFill>
                <a:latin typeface="TTE1F17478t00" charset="0"/>
              </a:rPr>
              <a:t>else</a:t>
            </a:r>
            <a:r>
              <a:rPr lang="de-DE" altLang="en-US">
                <a:solidFill>
                  <a:srgbClr val="000000"/>
                </a:solidFill>
                <a:latin typeface="TTE1F17478t00" charset="0"/>
              </a:rPr>
              <a:t> </a:t>
            </a:r>
          </a:p>
          <a:p>
            <a:r>
              <a:rPr lang="de-DE" altLang="en-US">
                <a:solidFill>
                  <a:srgbClr val="000000"/>
                </a:solidFill>
                <a:latin typeface="TTE1F17478t00" charset="0"/>
              </a:rPr>
              <a:t>        b </a:t>
            </a:r>
            <a:r>
              <a:rPr lang="de-DE" altLang="en-US">
                <a:solidFill>
                  <a:srgbClr val="0000FF"/>
                </a:solidFill>
                <a:latin typeface="TTE1F17478t00" charset="0"/>
              </a:rPr>
              <a:t>when</a:t>
            </a:r>
            <a:r>
              <a:rPr lang="de-DE" altLang="en-US">
                <a:solidFill>
                  <a:srgbClr val="000000"/>
                </a:solidFill>
                <a:latin typeface="TTE1F17478t00" charset="0"/>
              </a:rPr>
              <a:t> sela = ‘0’ </a:t>
            </a:r>
            <a:r>
              <a:rPr lang="de-DE" altLang="en-US">
                <a:solidFill>
                  <a:srgbClr val="0000FF"/>
                </a:solidFill>
                <a:latin typeface="TTE1F17478t00" charset="0"/>
              </a:rPr>
              <a:t>else</a:t>
            </a:r>
            <a:r>
              <a:rPr lang="de-DE" altLang="en-US">
                <a:solidFill>
                  <a:srgbClr val="000000"/>
                </a:solidFill>
                <a:latin typeface="TTE1F17478t00" charset="0"/>
              </a:rPr>
              <a:t> </a:t>
            </a:r>
          </a:p>
          <a:p>
            <a:pPr eaLnBrk="1"/>
            <a:r>
              <a:rPr lang="de-DE" altLang="en-US">
                <a:solidFill>
                  <a:srgbClr val="000000"/>
                </a:solidFill>
                <a:latin typeface="TTE1F17478t00" charset="0"/>
              </a:rPr>
              <a:t>        </a:t>
            </a:r>
            <a:r>
              <a:rPr lang="en-US" altLang="en-US">
                <a:solidFill>
                  <a:srgbClr val="000000"/>
                </a:solidFill>
                <a:latin typeface="TTE1F17478t00" charset="0"/>
              </a:rPr>
              <a:t>‘Z’</a:t>
            </a:r>
            <a:r>
              <a:rPr lang="de-DE" altLang="en-US">
                <a:solidFill>
                  <a:srgbClr val="000000"/>
                </a:solidFill>
                <a:latin typeface="TTE1F17478t00" charset="0"/>
              </a:rPr>
              <a:t>;</a:t>
            </a:r>
          </a:p>
        </p:txBody>
      </p:sp>
      <p:sp>
        <p:nvSpPr>
          <p:cNvPr id="23557" name="Content Placeholder 2">
            <a:extLst>
              <a:ext uri="{FF2B5EF4-FFF2-40B4-BE49-F238E27FC236}">
                <a16:creationId xmlns:a16="http://schemas.microsoft.com/office/drawing/2014/main" id="{F9DBC052-4A59-4041-8F95-E7A3C0F2955E}"/>
              </a:ext>
            </a:extLst>
          </p:cNvPr>
          <p:cNvSpPr txBox="1">
            <a:spLocks/>
          </p:cNvSpPr>
          <p:nvPr/>
        </p:nvSpPr>
        <p:spPr bwMode="auto">
          <a:xfrm>
            <a:off x="460375" y="1905000"/>
            <a:ext cx="7823200" cy="603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 marL="268288" indent="-268288"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lvl="1">
              <a:spcAft>
                <a:spcPct val="40000"/>
              </a:spcAft>
              <a:buClr>
                <a:srgbClr val="00B050"/>
              </a:buClr>
              <a:buSzTx/>
              <a:buFont typeface="Wingdings" pitchFamily="2" charset="2"/>
              <a:buChar char="n"/>
            </a:pPr>
            <a:r>
              <a:rPr lang="en-US" altLang="en-US"/>
              <a:t>Conditional signal assignment is used to model signal assignment under a specific condition.</a:t>
            </a:r>
          </a:p>
          <a:p>
            <a:pPr lvl="1">
              <a:spcAft>
                <a:spcPct val="40000"/>
              </a:spcAft>
              <a:buClr>
                <a:srgbClr val="00B050"/>
              </a:buClr>
              <a:buSzTx/>
              <a:buFont typeface="Wingdings" pitchFamily="2" charset="2"/>
              <a:buChar char="n"/>
            </a:pPr>
            <a:r>
              <a:rPr lang="en-US" altLang="en-US"/>
              <a:t>It is possible to enter a truth table using either conditional or selected signal assignments.</a:t>
            </a:r>
          </a:p>
          <a:p>
            <a:pPr lvl="1">
              <a:spcAft>
                <a:spcPct val="40000"/>
              </a:spcAft>
              <a:buClr>
                <a:srgbClr val="00B050"/>
              </a:buClr>
              <a:buSzTx/>
              <a:buFont typeface="Wingdings" pitchFamily="2" charset="2"/>
              <a:buChar char="n"/>
            </a:pPr>
            <a:r>
              <a:rPr lang="en-GB" altLang="en-US" b="1"/>
              <a:t>Format:</a:t>
            </a:r>
            <a:r>
              <a:rPr lang="en-GB" altLang="en-US">
                <a:latin typeface="TTE1F17478t00" charset="0"/>
              </a:rPr>
              <a:t> </a:t>
            </a:r>
          </a:p>
          <a:p>
            <a:pPr lvl="1">
              <a:spcAft>
                <a:spcPct val="40000"/>
              </a:spcAft>
              <a:buClr>
                <a:srgbClr val="00B050"/>
              </a:buClr>
              <a:buSzTx/>
              <a:buFont typeface="Wingdings" pitchFamily="2" charset="2"/>
              <a:buChar char="n"/>
            </a:pPr>
            <a:endParaRPr lang="en-GB" altLang="en-US">
              <a:latin typeface="TTE1F17478t00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13B1400-F088-5347-A1BB-A3979BA98DB1}"/>
              </a:ext>
            </a:extLst>
          </p:cNvPr>
          <p:cNvSpPr/>
          <p:nvPr/>
        </p:nvSpPr>
        <p:spPr bwMode="auto">
          <a:xfrm>
            <a:off x="5087938" y="3562350"/>
            <a:ext cx="3128962" cy="1006475"/>
          </a:xfrm>
          <a:prstGeom prst="rect">
            <a:avLst/>
          </a:prstGeom>
          <a:noFill/>
          <a:ln w="28575" cap="flat" cmpd="sng" algn="ctr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GB" dirty="0">
              <a:latin typeface="Arial" charset="0"/>
              <a:ea typeface="+mn-ea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D168743-7A63-D243-89B5-85DB5EA3D35F}"/>
              </a:ext>
            </a:extLst>
          </p:cNvPr>
          <p:cNvSpPr/>
          <p:nvPr/>
        </p:nvSpPr>
        <p:spPr bwMode="auto">
          <a:xfrm>
            <a:off x="2354263" y="3262313"/>
            <a:ext cx="1912937" cy="1535112"/>
          </a:xfrm>
          <a:prstGeom prst="rect">
            <a:avLst/>
          </a:prstGeom>
          <a:noFill/>
          <a:ln w="28575" cap="flat" cmpd="sng" algn="ctr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GB" dirty="0">
              <a:latin typeface="Arial" charset="0"/>
              <a:ea typeface="+mn-ea"/>
            </a:endParaRPr>
          </a:p>
        </p:txBody>
      </p:sp>
      <p:sp>
        <p:nvSpPr>
          <p:cNvPr id="33" name="Left-Right Arrow 32">
            <a:extLst>
              <a:ext uri="{FF2B5EF4-FFF2-40B4-BE49-F238E27FC236}">
                <a16:creationId xmlns:a16="http://schemas.microsoft.com/office/drawing/2014/main" id="{F2399A26-A344-4546-9AF6-AFE91BEA78B5}"/>
              </a:ext>
            </a:extLst>
          </p:cNvPr>
          <p:cNvSpPr/>
          <p:nvPr/>
        </p:nvSpPr>
        <p:spPr bwMode="auto">
          <a:xfrm>
            <a:off x="4343400" y="3886200"/>
            <a:ext cx="695325" cy="331788"/>
          </a:xfrm>
          <a:prstGeom prst="leftRightArrow">
            <a:avLst/>
          </a:prstGeom>
          <a:solidFill>
            <a:schemeClr val="accent3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GB">
              <a:latin typeface="Arial" charset="0"/>
              <a:ea typeface="+mn-ea"/>
            </a:endParaRPr>
          </a:p>
        </p:txBody>
      </p:sp>
      <p:grpSp>
        <p:nvGrpSpPr>
          <p:cNvPr id="23561" name="Group 2">
            <a:extLst>
              <a:ext uri="{FF2B5EF4-FFF2-40B4-BE49-F238E27FC236}">
                <a16:creationId xmlns:a16="http://schemas.microsoft.com/office/drawing/2014/main" id="{8A772044-C772-6140-8AA4-176317F4592A}"/>
              </a:ext>
            </a:extLst>
          </p:cNvPr>
          <p:cNvGrpSpPr>
            <a:grpSpLocks/>
          </p:cNvGrpSpPr>
          <p:nvPr/>
        </p:nvGrpSpPr>
        <p:grpSpPr bwMode="auto">
          <a:xfrm>
            <a:off x="2506663" y="3276600"/>
            <a:ext cx="1608137" cy="1522413"/>
            <a:chOff x="2744393" y="3313233"/>
            <a:chExt cx="1607673" cy="1522485"/>
          </a:xfrm>
        </p:grpSpPr>
        <p:grpSp>
          <p:nvGrpSpPr>
            <p:cNvPr id="23564" name="Group 27">
              <a:extLst>
                <a:ext uri="{FF2B5EF4-FFF2-40B4-BE49-F238E27FC236}">
                  <a16:creationId xmlns:a16="http://schemas.microsoft.com/office/drawing/2014/main" id="{EB9734DD-1E21-BB4C-924B-6038D82612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44393" y="3465027"/>
              <a:ext cx="1607673" cy="1370691"/>
              <a:chOff x="6002855" y="4342794"/>
              <a:chExt cx="1607673" cy="1370691"/>
            </a:xfrm>
          </p:grpSpPr>
          <p:sp>
            <p:nvSpPr>
              <p:cNvPr id="23568" name="Line 490">
                <a:extLst>
                  <a:ext uri="{FF2B5EF4-FFF2-40B4-BE49-F238E27FC236}">
                    <a16:creationId xmlns:a16="http://schemas.microsoft.com/office/drawing/2014/main" id="{9E413118-594F-4046-A2C7-56BB4214F2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59662" y="4552598"/>
                <a:ext cx="50400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569" name="Line 490">
                <a:extLst>
                  <a:ext uri="{FF2B5EF4-FFF2-40B4-BE49-F238E27FC236}">
                    <a16:creationId xmlns:a16="http://schemas.microsoft.com/office/drawing/2014/main" id="{1287696C-F7F3-E54D-9F46-C9AA8640B6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31013" y="4951990"/>
                <a:ext cx="43200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17" name="Trapezoid 16">
                <a:extLst>
                  <a:ext uri="{FF2B5EF4-FFF2-40B4-BE49-F238E27FC236}">
                    <a16:creationId xmlns:a16="http://schemas.microsoft.com/office/drawing/2014/main" id="{38D4BBC2-2309-834C-B39E-74AEE3388774}"/>
                  </a:ext>
                </a:extLst>
              </p:cNvPr>
              <p:cNvSpPr/>
              <p:nvPr/>
            </p:nvSpPr>
            <p:spPr>
              <a:xfrm rot="5400000">
                <a:off x="6581204" y="4525251"/>
                <a:ext cx="758861" cy="395174"/>
              </a:xfrm>
              <a:prstGeom prst="trapezoid">
                <a:avLst/>
              </a:prstGeom>
              <a:noFill/>
              <a:ln>
                <a:solidFill>
                  <a:srgbClr val="3366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GB"/>
              </a:p>
            </p:txBody>
          </p:sp>
          <p:cxnSp>
            <p:nvCxnSpPr>
              <p:cNvPr id="19" name="Elbow Connector 18">
                <a:extLst>
                  <a:ext uri="{FF2B5EF4-FFF2-40B4-BE49-F238E27FC236}">
                    <a16:creationId xmlns:a16="http://schemas.microsoft.com/office/drawing/2014/main" id="{FAC8BF16-9C74-F64D-BBA8-6D0AD2399E11}"/>
                  </a:ext>
                </a:extLst>
              </p:cNvPr>
              <p:cNvCxnSpPr>
                <a:stCxn id="17" idx="3"/>
              </p:cNvCxnSpPr>
              <p:nvPr/>
            </p:nvCxnSpPr>
            <p:spPr>
              <a:xfrm rot="5400000">
                <a:off x="6511448" y="4926937"/>
                <a:ext cx="323865" cy="576097"/>
              </a:xfrm>
              <a:prstGeom prst="bentConnector2">
                <a:avLst/>
              </a:prstGeom>
              <a:ln w="190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572" name="Rectangle 20">
                <a:extLst>
                  <a:ext uri="{FF2B5EF4-FFF2-40B4-BE49-F238E27FC236}">
                    <a16:creationId xmlns:a16="http://schemas.microsoft.com/office/drawing/2014/main" id="{82D47781-D3F1-6340-921D-A693C929AC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88956" y="4342794"/>
                <a:ext cx="31290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de-DE" altLang="en-US">
                    <a:solidFill>
                      <a:srgbClr val="000000"/>
                    </a:solidFill>
                    <a:latin typeface="TTE1F17478t00" charset="0"/>
                  </a:rPr>
                  <a:t>q</a:t>
                </a:r>
                <a:endParaRPr lang="en-GB" altLang="en-US"/>
              </a:p>
            </p:txBody>
          </p:sp>
          <p:sp>
            <p:nvSpPr>
              <p:cNvPr id="23573" name="Line 490">
                <a:extLst>
                  <a:ext uri="{FF2B5EF4-FFF2-40B4-BE49-F238E27FC236}">
                    <a16:creationId xmlns:a16="http://schemas.microsoft.com/office/drawing/2014/main" id="{B06EA825-8EA5-8743-9C2A-D407DCFD41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78528" y="4732598"/>
                <a:ext cx="43200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3574" name="Rectangle 24">
                <a:extLst>
                  <a:ext uri="{FF2B5EF4-FFF2-40B4-BE49-F238E27FC236}">
                    <a16:creationId xmlns:a16="http://schemas.microsoft.com/office/drawing/2014/main" id="{9B7487E8-2FA4-2248-93EF-826A6B5CFB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66112" y="4734957"/>
                <a:ext cx="312906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de-DE" altLang="en-US">
                    <a:solidFill>
                      <a:srgbClr val="000000"/>
                    </a:solidFill>
                    <a:latin typeface="TTE1F17478t00" charset="0"/>
                  </a:rPr>
                  <a:t>a</a:t>
                </a:r>
                <a:endParaRPr lang="en-GB" altLang="en-US"/>
              </a:p>
            </p:txBody>
          </p:sp>
          <p:sp>
            <p:nvSpPr>
              <p:cNvPr id="23575" name="Rectangle 25">
                <a:extLst>
                  <a:ext uri="{FF2B5EF4-FFF2-40B4-BE49-F238E27FC236}">
                    <a16:creationId xmlns:a16="http://schemas.microsoft.com/office/drawing/2014/main" id="{BBB1E5F6-8DCA-DD4F-BB6F-31E6F63EC5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02855" y="5344153"/>
                <a:ext cx="607859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de-DE" altLang="en-US">
                    <a:solidFill>
                      <a:srgbClr val="000000"/>
                    </a:solidFill>
                    <a:latin typeface="TTE1F17478t00" charset="0"/>
                  </a:rPr>
                  <a:t>sela</a:t>
                </a:r>
                <a:endParaRPr lang="en-GB" altLang="en-US"/>
              </a:p>
            </p:txBody>
          </p:sp>
        </p:grpSp>
        <p:sp>
          <p:nvSpPr>
            <p:cNvPr id="23565" name="Rectangle 28">
              <a:extLst>
                <a:ext uri="{FF2B5EF4-FFF2-40B4-BE49-F238E27FC236}">
                  <a16:creationId xmlns:a16="http://schemas.microsoft.com/office/drawing/2014/main" id="{A1036901-D53D-8840-B306-6285959F9F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96793" y="3313233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/>
                <a:t>b</a:t>
              </a:r>
              <a:endParaRPr lang="en-GB" altLang="en-US"/>
            </a:p>
          </p:txBody>
        </p:sp>
        <p:sp>
          <p:nvSpPr>
            <p:cNvPr id="23566" name="Rectangle 35">
              <a:extLst>
                <a:ext uri="{FF2B5EF4-FFF2-40B4-BE49-F238E27FC236}">
                  <a16:creationId xmlns:a16="http://schemas.microsoft.com/office/drawing/2014/main" id="{F6554EA0-09B3-D14A-B74E-19376F3FE9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9748" y="3883223"/>
              <a:ext cx="28405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 sz="1400"/>
                <a:t>1</a:t>
              </a:r>
            </a:p>
          </p:txBody>
        </p:sp>
        <p:sp>
          <p:nvSpPr>
            <p:cNvPr id="23567" name="Rectangle 36">
              <a:extLst>
                <a:ext uri="{FF2B5EF4-FFF2-40B4-BE49-F238E27FC236}">
                  <a16:creationId xmlns:a16="http://schemas.microsoft.com/office/drawing/2014/main" id="{3394DE1A-FAC1-9B4E-957F-D27EEBDFDC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49748" y="3505200"/>
              <a:ext cx="28405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en-GB" altLang="en-US" sz="1400"/>
                <a:t>0</a:t>
              </a:r>
            </a:p>
          </p:txBody>
        </p:sp>
      </p:grpSp>
      <p:sp>
        <p:nvSpPr>
          <p:cNvPr id="23562" name="Rectangle 73">
            <a:extLst>
              <a:ext uri="{FF2B5EF4-FFF2-40B4-BE49-F238E27FC236}">
                <a16:creationId xmlns:a16="http://schemas.microsoft.com/office/drawing/2014/main" id="{A557F11E-FE51-E540-873E-1FB7968130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9288" y="4876800"/>
            <a:ext cx="5040312" cy="1169988"/>
          </a:xfrm>
          <a:prstGeom prst="rect">
            <a:avLst/>
          </a:prstGeom>
          <a:solidFill>
            <a:srgbClr val="D4E0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3563" name="Rectangle 38">
            <a:extLst>
              <a:ext uri="{FF2B5EF4-FFF2-40B4-BE49-F238E27FC236}">
                <a16:creationId xmlns:a16="http://schemas.microsoft.com/office/drawing/2014/main" id="{8470F571-1114-4549-BDA6-5D375237C3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8338" y="4876800"/>
            <a:ext cx="5075237" cy="1169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altLang="en-US" sz="1400" i="1">
                <a:latin typeface="TTE1F17478t00" charset="0"/>
              </a:rPr>
              <a:t>&lt;signal_name&gt; </a:t>
            </a:r>
            <a:r>
              <a:rPr lang="en-US" altLang="en-US" sz="1400">
                <a:latin typeface="TTE1F17478t00" charset="0"/>
              </a:rPr>
              <a:t>&lt;= </a:t>
            </a:r>
            <a:r>
              <a:rPr lang="en-US" altLang="en-US" sz="1400" i="1">
                <a:latin typeface="TTE1F17478t00" charset="0"/>
              </a:rPr>
              <a:t>&lt;signal/ value&gt; </a:t>
            </a:r>
            <a:r>
              <a:rPr lang="en-GB" altLang="en-US" sz="1400">
                <a:solidFill>
                  <a:srgbClr val="0000FF"/>
                </a:solidFill>
                <a:latin typeface="TTE1F17478t00" charset="0"/>
              </a:rPr>
              <a:t>when</a:t>
            </a:r>
            <a:r>
              <a:rPr lang="en-US" altLang="en-US" sz="1400" b="1" i="1">
                <a:latin typeface="TTE1F17478t00" charset="0"/>
              </a:rPr>
              <a:t> </a:t>
            </a:r>
            <a:r>
              <a:rPr lang="en-US" altLang="en-US" sz="1400" i="1">
                <a:latin typeface="TTE1F17478t00" charset="0"/>
              </a:rPr>
              <a:t>&lt;condition_l </a:t>
            </a:r>
            <a:r>
              <a:rPr lang="en-US" altLang="en-US" sz="1400">
                <a:latin typeface="TTE1F17478t00" charset="0"/>
              </a:rPr>
              <a:t>&gt; </a:t>
            </a:r>
            <a:r>
              <a:rPr lang="en-GB" altLang="en-US" sz="1400">
                <a:solidFill>
                  <a:srgbClr val="0000FF"/>
                </a:solidFill>
                <a:latin typeface="TTE1F17478t00" charset="0"/>
              </a:rPr>
              <a:t>else</a:t>
            </a:r>
            <a:endParaRPr lang="en-US" altLang="en-US" sz="1400" b="1" i="1">
              <a:solidFill>
                <a:srgbClr val="3366FF"/>
              </a:solidFill>
              <a:latin typeface="TTE1F17478t00" charset="0"/>
            </a:endParaRPr>
          </a:p>
          <a:p>
            <a:r>
              <a:rPr lang="en-US" altLang="en-US" sz="1400" b="1" i="1">
                <a:latin typeface="TTE1F17478t00" charset="0"/>
              </a:rPr>
              <a:t>                               </a:t>
            </a:r>
            <a:r>
              <a:rPr lang="en-US" altLang="en-US" sz="1400" i="1">
                <a:latin typeface="TTE1F17478t00" charset="0"/>
              </a:rPr>
              <a:t>&lt;signal/value&gt;</a:t>
            </a:r>
            <a:r>
              <a:rPr lang="en-US" altLang="en-US" sz="1400" i="1">
                <a:solidFill>
                  <a:srgbClr val="3366FF"/>
                </a:solidFill>
                <a:latin typeface="TTE1F17478t00" charset="0"/>
              </a:rPr>
              <a:t> </a:t>
            </a:r>
            <a:r>
              <a:rPr lang="en-GB" altLang="en-US" sz="1400">
                <a:solidFill>
                  <a:srgbClr val="0000FF"/>
                </a:solidFill>
                <a:latin typeface="TTE1F17478t00" charset="0"/>
              </a:rPr>
              <a:t>when</a:t>
            </a:r>
            <a:r>
              <a:rPr lang="en-US" altLang="en-US" sz="1400" b="1" i="1">
                <a:solidFill>
                  <a:srgbClr val="3366FF"/>
                </a:solidFill>
                <a:latin typeface="TTE1F17478t00" charset="0"/>
              </a:rPr>
              <a:t> </a:t>
            </a:r>
            <a:r>
              <a:rPr lang="en-US" altLang="en-US" sz="1400" i="1">
                <a:latin typeface="TTE1F17478t00" charset="0"/>
              </a:rPr>
              <a:t>&lt;condition_2&gt; </a:t>
            </a:r>
            <a:r>
              <a:rPr lang="en-GB" altLang="en-US" sz="1400">
                <a:solidFill>
                  <a:srgbClr val="0000FF"/>
                </a:solidFill>
                <a:latin typeface="TTE1F17478t00" charset="0"/>
              </a:rPr>
              <a:t>else</a:t>
            </a:r>
          </a:p>
          <a:p>
            <a:r>
              <a:rPr lang="en-GB" altLang="en-US" sz="1400" b="1" i="1">
                <a:solidFill>
                  <a:srgbClr val="0000FF"/>
                </a:solidFill>
                <a:latin typeface="TTE1F17478t00" charset="0"/>
              </a:rPr>
              <a:t>                                                                         </a:t>
            </a:r>
            <a:r>
              <a:rPr lang="en-GB" altLang="en-US" sz="1400">
                <a:latin typeface="TTE1F17478t00" charset="0"/>
              </a:rPr>
              <a:t>……</a:t>
            </a:r>
            <a:endParaRPr lang="en-US" altLang="en-US" sz="1400">
              <a:latin typeface="TTE1F17478t00" charset="0"/>
            </a:endParaRPr>
          </a:p>
          <a:p>
            <a:r>
              <a:rPr lang="en-US" altLang="en-US" sz="1400" b="1" i="1">
                <a:latin typeface="TTE1F17478t00" charset="0"/>
              </a:rPr>
              <a:t>                               </a:t>
            </a:r>
            <a:r>
              <a:rPr lang="en-US" altLang="en-US" sz="1400" i="1">
                <a:latin typeface="TTE1F17478t00" charset="0"/>
              </a:rPr>
              <a:t>&lt;signal/value&gt; </a:t>
            </a:r>
            <a:r>
              <a:rPr lang="en-GB" altLang="en-US" sz="1400">
                <a:solidFill>
                  <a:srgbClr val="0000FF"/>
                </a:solidFill>
                <a:latin typeface="TTE1F17478t00" charset="0"/>
              </a:rPr>
              <a:t>when</a:t>
            </a:r>
            <a:r>
              <a:rPr lang="en-US" altLang="en-US" sz="1400" b="1" i="1">
                <a:latin typeface="TTE1F17478t00" charset="0"/>
              </a:rPr>
              <a:t> </a:t>
            </a:r>
            <a:r>
              <a:rPr lang="en-US" altLang="en-US" sz="1400" i="1">
                <a:latin typeface="TTE1F17478t00" charset="0"/>
              </a:rPr>
              <a:t>&lt;condition_n&gt; </a:t>
            </a:r>
            <a:r>
              <a:rPr lang="en-GB" altLang="en-US" sz="1400">
                <a:solidFill>
                  <a:srgbClr val="0000FF"/>
                </a:solidFill>
                <a:latin typeface="TTE1F17478t00" charset="0"/>
              </a:rPr>
              <a:t>else</a:t>
            </a:r>
            <a:endParaRPr lang="en-US" altLang="en-US" sz="1400" b="1" i="1">
              <a:solidFill>
                <a:srgbClr val="3366FF"/>
              </a:solidFill>
              <a:latin typeface="TTE1F17478t00" charset="0"/>
            </a:endParaRPr>
          </a:p>
          <a:p>
            <a:r>
              <a:rPr lang="en-US" altLang="en-US" sz="1400" b="1" i="1">
                <a:latin typeface="TTE1F17478t00" charset="0"/>
              </a:rPr>
              <a:t>                               </a:t>
            </a:r>
            <a:r>
              <a:rPr lang="en-US" altLang="en-US" sz="1400" i="1">
                <a:latin typeface="TTE1F17478t00" charset="0"/>
              </a:rPr>
              <a:t>&lt;signal/ value&gt;;</a:t>
            </a:r>
            <a:endParaRPr lang="en-US" altLang="en-US" sz="1400" i="1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726"/>
    </mc:Choice>
    <mc:Fallback xmlns="">
      <p:transition spd="slow" advTm="38726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3">
            <a:extLst>
              <a:ext uri="{FF2B5EF4-FFF2-40B4-BE49-F238E27FC236}">
                <a16:creationId xmlns:a16="http://schemas.microsoft.com/office/drawing/2014/main" id="{060F00D2-773B-4349-90AD-586ECF0791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9288" y="4724400"/>
            <a:ext cx="5192712" cy="1362075"/>
          </a:xfrm>
          <a:prstGeom prst="rect">
            <a:avLst/>
          </a:prstGeom>
          <a:solidFill>
            <a:srgbClr val="D4E0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4579" name="Rectangle 38">
            <a:extLst>
              <a:ext uri="{FF2B5EF4-FFF2-40B4-BE49-F238E27FC236}">
                <a16:creationId xmlns:a16="http://schemas.microsoft.com/office/drawing/2014/main" id="{99DE8C10-5011-F44D-B735-939D8A7C7C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8338" y="4724400"/>
            <a:ext cx="5314950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GB" altLang="en-US" sz="1400">
                <a:solidFill>
                  <a:srgbClr val="0000FF"/>
                </a:solidFill>
                <a:latin typeface="TTE1F17478t00" charset="0"/>
              </a:rPr>
              <a:t>with</a:t>
            </a:r>
            <a:r>
              <a:rPr lang="en-US" altLang="en-US" sz="1400" b="1" i="1">
                <a:latin typeface="TTE1F17478t00" charset="0"/>
              </a:rPr>
              <a:t> </a:t>
            </a:r>
            <a:r>
              <a:rPr lang="en-US" altLang="en-US" sz="1400" i="1">
                <a:latin typeface="TTE1F17478t00" charset="0"/>
              </a:rPr>
              <a:t>&lt;expression&gt; </a:t>
            </a:r>
            <a:r>
              <a:rPr lang="en-US" altLang="en-US" sz="1400" b="1" i="1">
                <a:solidFill>
                  <a:srgbClr val="3366FF"/>
                </a:solidFill>
                <a:latin typeface="TTE1F17478t00" charset="0"/>
              </a:rPr>
              <a:t> </a:t>
            </a:r>
            <a:r>
              <a:rPr lang="en-GB" altLang="en-US" sz="1400">
                <a:solidFill>
                  <a:srgbClr val="0000FF"/>
                </a:solidFill>
                <a:latin typeface="TTE1F17478t00" charset="0"/>
              </a:rPr>
              <a:t>select</a:t>
            </a:r>
            <a:endParaRPr lang="en-US" altLang="en-US" sz="1400" b="1" i="1">
              <a:solidFill>
                <a:srgbClr val="3366FF"/>
              </a:solidFill>
              <a:latin typeface="TTE1F17478t00" charset="0"/>
            </a:endParaRPr>
          </a:p>
          <a:p>
            <a:r>
              <a:rPr lang="en-US" altLang="en-US" sz="1400" b="1" i="1"/>
              <a:t>      </a:t>
            </a:r>
            <a:r>
              <a:rPr lang="en-US" altLang="en-US" sz="1400" i="1"/>
              <a:t>&lt;signal.... name&gt; </a:t>
            </a:r>
            <a:r>
              <a:rPr lang="en-US" altLang="en-US" sz="1400"/>
              <a:t>&lt;= </a:t>
            </a:r>
            <a:r>
              <a:rPr lang="en-US" altLang="en-US" sz="1400" i="1"/>
              <a:t>&lt;signal/ value&gt; </a:t>
            </a:r>
            <a:r>
              <a:rPr lang="en-GB" altLang="en-US" sz="1400">
                <a:solidFill>
                  <a:srgbClr val="0000FF"/>
                </a:solidFill>
                <a:latin typeface="TTE1F17478t00" charset="0"/>
              </a:rPr>
              <a:t>when</a:t>
            </a:r>
            <a:r>
              <a:rPr lang="en-US" altLang="en-US" sz="1400" b="1" i="1"/>
              <a:t> </a:t>
            </a:r>
            <a:r>
              <a:rPr lang="en-US" altLang="en-US" sz="1400" i="1"/>
              <a:t>&lt;condition_1&gt;,</a:t>
            </a:r>
          </a:p>
          <a:p>
            <a:r>
              <a:rPr lang="en-US" altLang="en-US" sz="1400" i="1"/>
              <a:t>                                        &lt;signal/ value&gt; </a:t>
            </a:r>
            <a:r>
              <a:rPr lang="en-GB" altLang="en-US" sz="1400">
                <a:solidFill>
                  <a:srgbClr val="0000FF"/>
                </a:solidFill>
                <a:latin typeface="TTE1F17478t00" charset="0"/>
              </a:rPr>
              <a:t>when</a:t>
            </a:r>
            <a:r>
              <a:rPr lang="en-US" altLang="en-US" sz="1400" b="1" i="1"/>
              <a:t> </a:t>
            </a:r>
            <a:r>
              <a:rPr lang="en-US" altLang="en-US" sz="1400" i="1"/>
              <a:t>&lt;condition_2&gt;,</a:t>
            </a:r>
          </a:p>
          <a:p>
            <a:r>
              <a:rPr lang="en-US" altLang="en-US" sz="1400" i="1"/>
              <a:t>                                                    </a:t>
            </a:r>
            <a:r>
              <a:rPr lang="en-US" altLang="en-US" sz="1400">
                <a:latin typeface="TTE1F17478t00" charset="0"/>
              </a:rPr>
              <a:t>…..</a:t>
            </a:r>
          </a:p>
          <a:p>
            <a:r>
              <a:rPr lang="en-US" altLang="en-US" sz="1400" i="1">
                <a:solidFill>
                  <a:srgbClr val="000000"/>
                </a:solidFill>
              </a:rPr>
              <a:t>                                         &lt;signal/ value&gt; </a:t>
            </a:r>
            <a:r>
              <a:rPr lang="en-GB" altLang="en-US" sz="1400">
                <a:solidFill>
                  <a:srgbClr val="0000FF"/>
                </a:solidFill>
                <a:latin typeface="TTE1F17478t00" charset="0"/>
              </a:rPr>
              <a:t>when</a:t>
            </a:r>
            <a:r>
              <a:rPr lang="en-US" altLang="en-US" sz="1400" b="1" i="1">
                <a:solidFill>
                  <a:srgbClr val="000000"/>
                </a:solidFill>
              </a:rPr>
              <a:t> </a:t>
            </a:r>
            <a:r>
              <a:rPr lang="en-US" altLang="en-US" sz="1400" i="1">
                <a:solidFill>
                  <a:srgbClr val="000000"/>
                </a:solidFill>
              </a:rPr>
              <a:t>&lt;condition_n&gt;,</a:t>
            </a:r>
            <a:endParaRPr lang="en-US" altLang="en-US" sz="1400" i="1"/>
          </a:p>
          <a:p>
            <a:r>
              <a:rPr lang="en-US" altLang="en-US" sz="1400" i="1"/>
              <a:t>                                         &lt;signal/ value&gt; </a:t>
            </a:r>
            <a:r>
              <a:rPr lang="en-GB" altLang="en-US" sz="1400">
                <a:solidFill>
                  <a:srgbClr val="0000FF"/>
                </a:solidFill>
                <a:latin typeface="TTE1F17478t00" charset="0"/>
              </a:rPr>
              <a:t>when others</a:t>
            </a:r>
            <a:r>
              <a:rPr lang="en-GB" altLang="en-US" sz="1400">
                <a:latin typeface="TTE1F17478t00" charset="0"/>
              </a:rPr>
              <a:t>;</a:t>
            </a:r>
            <a:endParaRPr lang="en-US" altLang="en-US" sz="1400" i="1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65634E-0F7A-CE47-9996-AB82B8DE2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>
              <a:lnSpc>
                <a:spcPct val="100000"/>
              </a:lnSpc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/>
            </a:pPr>
            <a:r>
              <a:rPr lang="de-DE" b="1" kern="1200" dirty="0">
                <a:latin typeface="Frutiger LT Com 45 Light" charset="0"/>
              </a:rPr>
              <a:t>Selected </a:t>
            </a:r>
            <a:r>
              <a:rPr lang="en-US" b="1" kern="1200" dirty="0">
                <a:latin typeface="Frutiger LT Com 45 Light" charset="0"/>
              </a:rPr>
              <a:t>Signal Assignments</a:t>
            </a:r>
            <a:endParaRPr lang="en-GB" b="1" kern="1200" dirty="0">
              <a:latin typeface="Frutiger LT Com 45 Light" charset="0"/>
            </a:endParaRPr>
          </a:p>
        </p:txBody>
      </p:sp>
      <p:sp>
        <p:nvSpPr>
          <p:cNvPr id="24581" name="Slide Number Placeholder 3">
            <a:extLst>
              <a:ext uri="{FF2B5EF4-FFF2-40B4-BE49-F238E27FC236}">
                <a16:creationId xmlns:a16="http://schemas.microsoft.com/office/drawing/2014/main" id="{D65F556A-9853-7444-BE79-D92EA1FE26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5200" y="6323013"/>
            <a:ext cx="2133600" cy="365125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1pPr>
            <a:lvl2pPr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2pPr>
            <a:lvl3pPr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3pPr>
            <a:lvl4pPr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4pPr>
            <a:lvl5pPr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  <a:ea typeface="DejaVu Sans" pitchFamily="34" charset="0"/>
                <a:cs typeface="DejaVu Sans" pitchFamily="34" charset="0"/>
              </a:defRPr>
            </a:lvl9pPr>
          </a:lstStyle>
          <a:p>
            <a:fld id="{73EE4888-C773-EA47-B124-7CC074FB277E}" type="slidenum">
              <a:rPr lang="de-DE" altLang="en-US">
                <a:solidFill>
                  <a:srgbClr val="B2B2B2"/>
                </a:solidFill>
                <a:latin typeface="Frutiger LT Com 55 Roman" pitchFamily="1" charset="0"/>
              </a:rPr>
              <a:pPr/>
              <a:t>21</a:t>
            </a:fld>
            <a:endParaRPr lang="de-DE" altLang="en-US">
              <a:solidFill>
                <a:srgbClr val="B2B2B2"/>
              </a:solidFill>
              <a:latin typeface="Frutiger LT Com 55 Roman" pitchFamily="1" charset="0"/>
            </a:endParaRPr>
          </a:p>
        </p:txBody>
      </p:sp>
      <p:sp>
        <p:nvSpPr>
          <p:cNvPr id="24582" name="Rectangle 9">
            <a:extLst>
              <a:ext uri="{FF2B5EF4-FFF2-40B4-BE49-F238E27FC236}">
                <a16:creationId xmlns:a16="http://schemas.microsoft.com/office/drawing/2014/main" id="{4425EAD8-66F8-CE4F-A56C-EB48D72FA4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5425" y="3170238"/>
            <a:ext cx="2595563" cy="147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GB" altLang="en-US">
                <a:solidFill>
                  <a:srgbClr val="0000FF"/>
                </a:solidFill>
                <a:latin typeface="TTE1F17478t00" charset="0"/>
              </a:rPr>
              <a:t>with</a:t>
            </a:r>
            <a:r>
              <a:rPr lang="en-US" altLang="en-US" b="1" i="1"/>
              <a:t> </a:t>
            </a:r>
            <a:r>
              <a:rPr lang="en-US" altLang="en-US">
                <a:solidFill>
                  <a:srgbClr val="000000"/>
                </a:solidFill>
                <a:latin typeface="TTE1F17478t00" charset="0"/>
              </a:rPr>
              <a:t>sel</a:t>
            </a:r>
            <a:r>
              <a:rPr lang="en-US" altLang="en-US" i="1"/>
              <a:t> </a:t>
            </a:r>
            <a:r>
              <a:rPr lang="en-GB" altLang="en-US">
                <a:solidFill>
                  <a:srgbClr val="0000FF"/>
                </a:solidFill>
                <a:latin typeface="TTE1F17478t00" charset="0"/>
              </a:rPr>
              <a:t>select</a:t>
            </a:r>
            <a:endParaRPr lang="en-US" altLang="en-US" b="1" i="1">
              <a:solidFill>
                <a:srgbClr val="3366FF"/>
              </a:solidFill>
            </a:endParaRPr>
          </a:p>
          <a:p>
            <a:r>
              <a:rPr lang="en-US" altLang="en-US" b="1" i="1"/>
              <a:t>      </a:t>
            </a:r>
            <a:r>
              <a:rPr lang="en-US" altLang="en-US">
                <a:solidFill>
                  <a:srgbClr val="000000"/>
                </a:solidFill>
                <a:latin typeface="TTE1F17478t00" charset="0"/>
              </a:rPr>
              <a:t>q </a:t>
            </a:r>
            <a:r>
              <a:rPr lang="en-US" altLang="en-US"/>
              <a:t>&lt;= </a:t>
            </a:r>
            <a:r>
              <a:rPr lang="en-US" altLang="en-US">
                <a:solidFill>
                  <a:srgbClr val="000000"/>
                </a:solidFill>
                <a:latin typeface="TTE1F17478t00" charset="0"/>
              </a:rPr>
              <a:t>a</a:t>
            </a:r>
            <a:r>
              <a:rPr lang="en-GB" altLang="en-US">
                <a:solidFill>
                  <a:srgbClr val="0000FF"/>
                </a:solidFill>
                <a:latin typeface="TTE1F17478t00" charset="0"/>
              </a:rPr>
              <a:t> when</a:t>
            </a:r>
            <a:r>
              <a:rPr lang="en-US" altLang="en-US" b="1" i="1">
                <a:solidFill>
                  <a:srgbClr val="3366FF"/>
                </a:solidFill>
              </a:rPr>
              <a:t> </a:t>
            </a:r>
            <a:r>
              <a:rPr lang="en-US" altLang="en-US">
                <a:solidFill>
                  <a:srgbClr val="000000"/>
                </a:solidFill>
                <a:latin typeface="TTE1F17478t00" charset="0"/>
              </a:rPr>
              <a:t>"00",</a:t>
            </a:r>
          </a:p>
          <a:p>
            <a:r>
              <a:rPr lang="en-US" altLang="en-US" i="1"/>
              <a:t>              </a:t>
            </a:r>
            <a:r>
              <a:rPr lang="en-US" altLang="en-US">
                <a:solidFill>
                  <a:srgbClr val="000000"/>
                </a:solidFill>
                <a:latin typeface="TTE1F17478t00" charset="0"/>
              </a:rPr>
              <a:t>b</a:t>
            </a:r>
            <a:r>
              <a:rPr lang="en-US" altLang="en-US" i="1"/>
              <a:t> </a:t>
            </a:r>
            <a:r>
              <a:rPr lang="en-GB" altLang="en-US">
                <a:solidFill>
                  <a:srgbClr val="0000FF"/>
                </a:solidFill>
                <a:latin typeface="TTE1F17478t00" charset="0"/>
              </a:rPr>
              <a:t>when </a:t>
            </a:r>
            <a:r>
              <a:rPr lang="en-US" altLang="en-US">
                <a:solidFill>
                  <a:srgbClr val="000000"/>
                </a:solidFill>
                <a:latin typeface="TTE1F17478t00" charset="0"/>
              </a:rPr>
              <a:t>"01",</a:t>
            </a:r>
          </a:p>
          <a:p>
            <a:r>
              <a:rPr lang="en-US" altLang="en-US" i="1"/>
              <a:t>              </a:t>
            </a:r>
            <a:r>
              <a:rPr lang="en-US" altLang="en-US">
                <a:solidFill>
                  <a:srgbClr val="000000"/>
                </a:solidFill>
                <a:latin typeface="TTE1F17478t00" charset="0"/>
              </a:rPr>
              <a:t>c</a:t>
            </a:r>
            <a:r>
              <a:rPr lang="en-US" altLang="en-US" i="1"/>
              <a:t> </a:t>
            </a:r>
            <a:r>
              <a:rPr lang="en-GB" altLang="en-US">
                <a:solidFill>
                  <a:srgbClr val="0000FF"/>
                </a:solidFill>
                <a:latin typeface="TTE1F17478t00" charset="0"/>
              </a:rPr>
              <a:t>when </a:t>
            </a:r>
            <a:r>
              <a:rPr lang="en-US" altLang="en-US"/>
              <a:t>"</a:t>
            </a:r>
            <a:r>
              <a:rPr lang="en-US" altLang="en-US">
                <a:solidFill>
                  <a:srgbClr val="000000"/>
                </a:solidFill>
                <a:latin typeface="TTE1F17478t00" charset="0"/>
              </a:rPr>
              <a:t>10"</a:t>
            </a:r>
            <a:r>
              <a:rPr lang="en-US" altLang="en-US"/>
              <a:t>,</a:t>
            </a:r>
          </a:p>
          <a:p>
            <a:r>
              <a:rPr lang="en-US" altLang="en-US" i="1"/>
              <a:t>              </a:t>
            </a:r>
            <a:r>
              <a:rPr lang="en-US" altLang="en-US">
                <a:solidFill>
                  <a:srgbClr val="000000"/>
                </a:solidFill>
                <a:latin typeface="TTE1F17478t00" charset="0"/>
              </a:rPr>
              <a:t>d</a:t>
            </a:r>
            <a:r>
              <a:rPr lang="en-US" altLang="en-US" i="1"/>
              <a:t> </a:t>
            </a:r>
            <a:r>
              <a:rPr lang="en-GB" altLang="en-US">
                <a:solidFill>
                  <a:srgbClr val="0000FF"/>
                </a:solidFill>
                <a:latin typeface="TTE1F17478t00" charset="0"/>
              </a:rPr>
              <a:t>when others</a:t>
            </a:r>
            <a:r>
              <a:rPr lang="en-GB" altLang="en-US">
                <a:latin typeface="TTE1F17478t00" charset="0"/>
              </a:rPr>
              <a:t>;</a:t>
            </a:r>
            <a:endParaRPr lang="en-US" altLang="en-US" i="1"/>
          </a:p>
        </p:txBody>
      </p:sp>
      <p:sp>
        <p:nvSpPr>
          <p:cNvPr id="24583" name="Content Placeholder 2">
            <a:extLst>
              <a:ext uri="{FF2B5EF4-FFF2-40B4-BE49-F238E27FC236}">
                <a16:creationId xmlns:a16="http://schemas.microsoft.com/office/drawing/2014/main" id="{53DDF6A0-F922-9240-A205-1355A729FD2D}"/>
              </a:ext>
            </a:extLst>
          </p:cNvPr>
          <p:cNvSpPr txBox="1">
            <a:spLocks/>
          </p:cNvSpPr>
          <p:nvPr/>
        </p:nvSpPr>
        <p:spPr bwMode="auto">
          <a:xfrm>
            <a:off x="460375" y="1905000"/>
            <a:ext cx="8062913" cy="127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 marL="268288" indent="-268288"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lvl="1">
              <a:spcAft>
                <a:spcPct val="40000"/>
              </a:spcAft>
              <a:buClr>
                <a:srgbClr val="00B050"/>
              </a:buClr>
              <a:buSzTx/>
              <a:buFont typeface="Wingdings" pitchFamily="2" charset="2"/>
              <a:buChar char="n"/>
            </a:pPr>
            <a:r>
              <a:rPr lang="en-US" altLang="en-US"/>
              <a:t>An alternative way to do the conditional signal assignment is to use  </a:t>
            </a:r>
            <a:r>
              <a:rPr lang="en-US" altLang="en-US">
                <a:solidFill>
                  <a:srgbClr val="0000FF"/>
                </a:solidFill>
                <a:latin typeface="TTE1F17478t00" charset="0"/>
              </a:rPr>
              <a:t>with-select</a:t>
            </a:r>
            <a:r>
              <a:rPr lang="en-US" altLang="en-US"/>
              <a:t> statement.</a:t>
            </a:r>
          </a:p>
          <a:p>
            <a:pPr lvl="1">
              <a:spcAft>
                <a:spcPct val="40000"/>
              </a:spcAft>
              <a:buClr>
                <a:srgbClr val="00B050"/>
              </a:buClr>
              <a:buSzTx/>
              <a:buFont typeface="Wingdings" pitchFamily="2" charset="2"/>
              <a:buChar char="n"/>
            </a:pPr>
            <a:endParaRPr lang="en-US" altLang="en-US"/>
          </a:p>
          <a:p>
            <a:pPr lvl="1">
              <a:spcAft>
                <a:spcPct val="40000"/>
              </a:spcAft>
              <a:buClr>
                <a:srgbClr val="00B050"/>
              </a:buClr>
              <a:buSzTx/>
              <a:buFont typeface="Wingdings" pitchFamily="2" charset="2"/>
              <a:buChar char="n"/>
            </a:pPr>
            <a:r>
              <a:rPr lang="en-GB" altLang="en-US" b="1"/>
              <a:t>Format:</a:t>
            </a:r>
            <a:r>
              <a:rPr lang="en-GB" altLang="en-US">
                <a:latin typeface="TTE1F17478t00" charset="0"/>
              </a:rPr>
              <a:t> </a:t>
            </a:r>
          </a:p>
          <a:p>
            <a:pPr lvl="1">
              <a:spcAft>
                <a:spcPct val="40000"/>
              </a:spcAft>
              <a:buClr>
                <a:srgbClr val="00B050"/>
              </a:buClr>
              <a:buSzTx/>
              <a:buFont typeface="Wingdings" pitchFamily="2" charset="2"/>
              <a:buChar char="n"/>
            </a:pPr>
            <a:endParaRPr lang="en-GB" altLang="en-US">
              <a:latin typeface="TTE1F17478t00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6AF2C4BA-354E-F840-937E-1BA00DFB800A}"/>
              </a:ext>
            </a:extLst>
          </p:cNvPr>
          <p:cNvSpPr/>
          <p:nvPr/>
        </p:nvSpPr>
        <p:spPr bwMode="auto">
          <a:xfrm>
            <a:off x="5154613" y="3084513"/>
            <a:ext cx="3128962" cy="1524000"/>
          </a:xfrm>
          <a:prstGeom prst="rect">
            <a:avLst/>
          </a:prstGeom>
          <a:noFill/>
          <a:ln w="28575" cap="flat" cmpd="sng" algn="ctr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GB" dirty="0">
              <a:latin typeface="Arial" charset="0"/>
              <a:ea typeface="+mn-ea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1845C44-5F54-7049-BA11-84C08D31E597}"/>
              </a:ext>
            </a:extLst>
          </p:cNvPr>
          <p:cNvSpPr/>
          <p:nvPr/>
        </p:nvSpPr>
        <p:spPr bwMode="auto">
          <a:xfrm>
            <a:off x="1981200" y="3181350"/>
            <a:ext cx="2392363" cy="1466850"/>
          </a:xfrm>
          <a:prstGeom prst="rect">
            <a:avLst/>
          </a:prstGeom>
          <a:noFill/>
          <a:ln w="28575" cap="flat" cmpd="sng" algn="ctr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algn="ctr"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GB" dirty="0">
              <a:latin typeface="Arial" charset="0"/>
              <a:ea typeface="+mn-ea"/>
            </a:endParaRPr>
          </a:p>
        </p:txBody>
      </p:sp>
      <p:sp>
        <p:nvSpPr>
          <p:cNvPr id="33" name="Left-Right Arrow 32">
            <a:extLst>
              <a:ext uri="{FF2B5EF4-FFF2-40B4-BE49-F238E27FC236}">
                <a16:creationId xmlns:a16="http://schemas.microsoft.com/office/drawing/2014/main" id="{ED4B688F-59F5-BF42-B6B4-19A10C1713CC}"/>
              </a:ext>
            </a:extLst>
          </p:cNvPr>
          <p:cNvSpPr/>
          <p:nvPr/>
        </p:nvSpPr>
        <p:spPr bwMode="auto">
          <a:xfrm>
            <a:off x="4410075" y="3706813"/>
            <a:ext cx="695325" cy="331787"/>
          </a:xfrm>
          <a:prstGeom prst="leftRightArrow">
            <a:avLst/>
          </a:prstGeom>
          <a:solidFill>
            <a:schemeClr val="accent3">
              <a:lumMod val="7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GB">
              <a:latin typeface="Arial" charset="0"/>
              <a:ea typeface="+mn-ea"/>
            </a:endParaRPr>
          </a:p>
        </p:txBody>
      </p:sp>
      <p:grpSp>
        <p:nvGrpSpPr>
          <p:cNvPr id="24587" name="Group 39">
            <a:extLst>
              <a:ext uri="{FF2B5EF4-FFF2-40B4-BE49-F238E27FC236}">
                <a16:creationId xmlns:a16="http://schemas.microsoft.com/office/drawing/2014/main" id="{A387B08E-CADB-9445-95B9-9A533F1DF49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244725" y="3279775"/>
            <a:ext cx="1641475" cy="1266825"/>
            <a:chOff x="5790392" y="4338117"/>
            <a:chExt cx="1908621" cy="1472469"/>
          </a:xfrm>
        </p:grpSpPr>
        <p:sp>
          <p:nvSpPr>
            <p:cNvPr id="24588" name="Line 490">
              <a:extLst>
                <a:ext uri="{FF2B5EF4-FFF2-40B4-BE49-F238E27FC236}">
                  <a16:creationId xmlns:a16="http://schemas.microsoft.com/office/drawing/2014/main" id="{FECE5A9C-44AD-4A4D-BA9A-40B3E6E2B8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28000" y="4552598"/>
              <a:ext cx="5400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42" name="Trapezoid 41">
              <a:extLst>
                <a:ext uri="{FF2B5EF4-FFF2-40B4-BE49-F238E27FC236}">
                  <a16:creationId xmlns:a16="http://schemas.microsoft.com/office/drawing/2014/main" id="{69DFAFF2-5FFF-4145-8EDF-414CEBD2A22F}"/>
                </a:ext>
              </a:extLst>
            </p:cNvPr>
            <p:cNvSpPr/>
            <p:nvPr/>
          </p:nvSpPr>
          <p:spPr>
            <a:xfrm rot="5400000">
              <a:off x="6428329" y="4678486"/>
              <a:ext cx="1064679" cy="395014"/>
            </a:xfrm>
            <a:prstGeom prst="trapezoid">
              <a:avLst/>
            </a:prstGeom>
            <a:noFill/>
            <a:ln>
              <a:solidFill>
                <a:srgbClr val="3366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4590" name="Line 490">
              <a:extLst>
                <a:ext uri="{FF2B5EF4-FFF2-40B4-BE49-F238E27FC236}">
                  <a16:creationId xmlns:a16="http://schemas.microsoft.com/office/drawing/2014/main" id="{52D9ADE2-BDFF-D243-A933-0FA834BD19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28000" y="4799691"/>
              <a:ext cx="5400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4591" name="Line 490">
              <a:extLst>
                <a:ext uri="{FF2B5EF4-FFF2-40B4-BE49-F238E27FC236}">
                  <a16:creationId xmlns:a16="http://schemas.microsoft.com/office/drawing/2014/main" id="{790BAA8C-E4A4-8942-928F-F8270619D6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28000" y="5040000"/>
              <a:ext cx="5400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4592" name="Line 490">
              <a:extLst>
                <a:ext uri="{FF2B5EF4-FFF2-40B4-BE49-F238E27FC236}">
                  <a16:creationId xmlns:a16="http://schemas.microsoft.com/office/drawing/2014/main" id="{9C70EE08-CDDB-6546-BF7A-95C3CEEB77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28000" y="5256588"/>
              <a:ext cx="5400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4593" name="Line 490">
              <a:extLst>
                <a:ext uri="{FF2B5EF4-FFF2-40B4-BE49-F238E27FC236}">
                  <a16:creationId xmlns:a16="http://schemas.microsoft.com/office/drawing/2014/main" id="{9168F9E5-04E7-C641-832E-076A1910D6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59013" y="4875840"/>
              <a:ext cx="54000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cxnSp>
          <p:nvCxnSpPr>
            <p:cNvPr id="47" name="Elbow Connector 46">
              <a:extLst>
                <a:ext uri="{FF2B5EF4-FFF2-40B4-BE49-F238E27FC236}">
                  <a16:creationId xmlns:a16="http://schemas.microsoft.com/office/drawing/2014/main" id="{A7C51C15-4A1B-8A41-B72B-022118C3DD90}"/>
                </a:ext>
              </a:extLst>
            </p:cNvPr>
            <p:cNvCxnSpPr/>
            <p:nvPr/>
          </p:nvCxnSpPr>
          <p:spPr>
            <a:xfrm rot="5400000">
              <a:off x="6450347" y="5112036"/>
              <a:ext cx="324755" cy="791874"/>
            </a:xfrm>
            <a:prstGeom prst="bentConnector2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595" name="Rectangle 47">
              <a:extLst>
                <a:ext uri="{FF2B5EF4-FFF2-40B4-BE49-F238E27FC236}">
                  <a16:creationId xmlns:a16="http://schemas.microsoft.com/office/drawing/2014/main" id="{8F260109-CD40-4A4D-B42F-9F5F85C48B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03878" y="4338117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de-DE" altLang="en-US">
                  <a:solidFill>
                    <a:srgbClr val="000000"/>
                  </a:solidFill>
                  <a:latin typeface="TTE1F17478t00" charset="0"/>
                </a:rPr>
                <a:t>a</a:t>
              </a:r>
              <a:endParaRPr lang="en-GB" altLang="en-US"/>
            </a:p>
          </p:txBody>
        </p:sp>
        <p:sp>
          <p:nvSpPr>
            <p:cNvPr id="24596" name="Rectangle 48">
              <a:extLst>
                <a:ext uri="{FF2B5EF4-FFF2-40B4-BE49-F238E27FC236}">
                  <a16:creationId xmlns:a16="http://schemas.microsoft.com/office/drawing/2014/main" id="{F86D6480-C510-EB40-BF4F-0B9AA288F9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16702" y="4855334"/>
              <a:ext cx="300082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de-DE" altLang="en-US">
                  <a:solidFill>
                    <a:srgbClr val="000000"/>
                  </a:solidFill>
                  <a:latin typeface="TTE1F17478t00" charset="0"/>
                </a:rPr>
                <a:t>c</a:t>
              </a:r>
              <a:endParaRPr lang="en-GB" altLang="en-US"/>
            </a:p>
          </p:txBody>
        </p:sp>
        <p:sp>
          <p:nvSpPr>
            <p:cNvPr id="24597" name="Rectangle 49">
              <a:extLst>
                <a:ext uri="{FF2B5EF4-FFF2-40B4-BE49-F238E27FC236}">
                  <a16:creationId xmlns:a16="http://schemas.microsoft.com/office/drawing/2014/main" id="{17239E3E-3799-C049-A9F2-BC010C6343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03878" y="4615025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de-DE" altLang="en-US">
                  <a:solidFill>
                    <a:srgbClr val="000000"/>
                  </a:solidFill>
                  <a:latin typeface="TTE1F17478t00" charset="0"/>
                </a:rPr>
                <a:t>b</a:t>
              </a:r>
              <a:endParaRPr lang="en-GB" altLang="en-US"/>
            </a:p>
          </p:txBody>
        </p:sp>
        <p:sp>
          <p:nvSpPr>
            <p:cNvPr id="24598" name="Rectangle 50">
              <a:extLst>
                <a:ext uri="{FF2B5EF4-FFF2-40B4-BE49-F238E27FC236}">
                  <a16:creationId xmlns:a16="http://schemas.microsoft.com/office/drawing/2014/main" id="{3FDB326C-20AD-1C4F-9CA0-B7CC78A73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27918" y="5071922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de-DE" altLang="en-US">
                  <a:solidFill>
                    <a:srgbClr val="000000"/>
                  </a:solidFill>
                  <a:latin typeface="TTE1F17478t00" charset="0"/>
                </a:rPr>
                <a:t>d</a:t>
              </a:r>
              <a:endParaRPr lang="en-GB" altLang="en-US"/>
            </a:p>
          </p:txBody>
        </p:sp>
        <p:sp>
          <p:nvSpPr>
            <p:cNvPr id="24599" name="Rectangle 51">
              <a:extLst>
                <a:ext uri="{FF2B5EF4-FFF2-40B4-BE49-F238E27FC236}">
                  <a16:creationId xmlns:a16="http://schemas.microsoft.com/office/drawing/2014/main" id="{C124D01D-07A4-3E48-9F7C-4EC4DF13C9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90392" y="5441254"/>
              <a:ext cx="479618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de-DE" altLang="en-US">
                  <a:solidFill>
                    <a:srgbClr val="000000"/>
                  </a:solidFill>
                  <a:latin typeface="TTE1F17478t00" charset="0"/>
                </a:rPr>
                <a:t>sel</a:t>
              </a:r>
              <a:endParaRPr lang="en-GB" altLang="en-US"/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1C2671E9-3171-E74E-9D43-D54C963770AF}"/>
                </a:ext>
              </a:extLst>
            </p:cNvPr>
            <p:cNvCxnSpPr/>
            <p:nvPr/>
          </p:nvCxnSpPr>
          <p:spPr>
            <a:xfrm flipH="1">
              <a:off x="6497358" y="5561485"/>
              <a:ext cx="116289" cy="18452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601" name="Rectangle 53">
              <a:extLst>
                <a:ext uri="{FF2B5EF4-FFF2-40B4-BE49-F238E27FC236}">
                  <a16:creationId xmlns:a16="http://schemas.microsoft.com/office/drawing/2014/main" id="{AC27F860-EE11-DD4C-AD2B-CA684B72F9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43579" y="5397849"/>
              <a:ext cx="347070" cy="3936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de-DE" altLang="en-US" sz="1600">
                  <a:solidFill>
                    <a:srgbClr val="000000"/>
                  </a:solidFill>
                  <a:latin typeface="TTE1F17478t00" charset="0"/>
                </a:rPr>
                <a:t>2</a:t>
              </a:r>
              <a:endParaRPr lang="en-GB" altLang="en-US" sz="1600"/>
            </a:p>
          </p:txBody>
        </p:sp>
        <p:sp>
          <p:nvSpPr>
            <p:cNvPr id="24602" name="Rectangle 54">
              <a:extLst>
                <a:ext uri="{FF2B5EF4-FFF2-40B4-BE49-F238E27FC236}">
                  <a16:creationId xmlns:a16="http://schemas.microsoft.com/office/drawing/2014/main" id="{DA05242C-994F-D24C-90BA-E26049890C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72560" y="4495093"/>
              <a:ext cx="312906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r>
                <a:rPr lang="de-DE" altLang="en-US">
                  <a:solidFill>
                    <a:srgbClr val="000000"/>
                  </a:solidFill>
                  <a:latin typeface="TTE1F17478t00" charset="0"/>
                </a:rPr>
                <a:t>q</a:t>
              </a:r>
              <a:endParaRPr lang="en-GB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793"/>
    </mc:Choice>
    <mc:Fallback xmlns="">
      <p:transition spd="slow" advTm="75793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AutoShape 2">
            <a:extLst>
              <a:ext uri="{FF2B5EF4-FFF2-40B4-BE49-F238E27FC236}">
                <a16:creationId xmlns:a16="http://schemas.microsoft.com/office/drawing/2014/main" id="{BC2A4AE6-12BF-A949-8D41-CBDEF9CA41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" y="534988"/>
            <a:ext cx="8223250" cy="914400"/>
          </a:xfrm>
          <a:custGeom>
            <a:avLst/>
            <a:gdLst>
              <a:gd name="T0" fmla="*/ 8223250 w 8223250"/>
              <a:gd name="T1" fmla="*/ 457200 h 914400"/>
              <a:gd name="T2" fmla="*/ 4111625 w 8223250"/>
              <a:gd name="T3" fmla="*/ 914400 h 914400"/>
              <a:gd name="T4" fmla="*/ 0 w 8223250"/>
              <a:gd name="T5" fmla="*/ 457200 h 914400"/>
              <a:gd name="T6" fmla="*/ 4111625 w 8223250"/>
              <a:gd name="T7" fmla="*/ 0 h 914400"/>
              <a:gd name="T8" fmla="*/ 0 60000 65536"/>
              <a:gd name="T9" fmla="*/ 5898240 60000 65536"/>
              <a:gd name="T10" fmla="*/ 11796480 60000 65536"/>
              <a:gd name="T11" fmla="*/ 17694720 60000 65536"/>
              <a:gd name="T12" fmla="*/ 0 w 8223250"/>
              <a:gd name="T13" fmla="*/ 0 h 914400"/>
              <a:gd name="T14" fmla="*/ 8223250 w 8223250"/>
              <a:gd name="T15" fmla="*/ 914400 h 9144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223250" h="914400">
                <a:moveTo>
                  <a:pt x="0" y="0"/>
                </a:moveTo>
                <a:lnTo>
                  <a:pt x="22842" y="0"/>
                </a:lnTo>
                <a:lnTo>
                  <a:pt x="22842" y="2540"/>
                </a:lnTo>
                <a:lnTo>
                  <a:pt x="0" y="254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>
              <a:lnSpc>
                <a:spcPct val="100000"/>
              </a:lnSpc>
              <a:spcAft>
                <a:spcPct val="0"/>
              </a:spcAft>
            </a:pPr>
            <a:r>
              <a:rPr lang="de-DE" altLang="en-US" sz="3200" b="1" dirty="0" err="1">
                <a:latin typeface="Frutiger LT Com 45 Light" charset="0"/>
              </a:rPr>
              <a:t>Practical</a:t>
            </a:r>
            <a:r>
              <a:rPr lang="de-DE" altLang="en-US" sz="3200" b="1" dirty="0">
                <a:latin typeface="Frutiger LT Com 45 Light" charset="0"/>
              </a:rPr>
              <a:t> 4-Exercise 1</a:t>
            </a:r>
          </a:p>
        </p:txBody>
      </p:sp>
      <p:sp>
        <p:nvSpPr>
          <p:cNvPr id="25603" name="Content Placeholder 2">
            <a:extLst>
              <a:ext uri="{FF2B5EF4-FFF2-40B4-BE49-F238E27FC236}">
                <a16:creationId xmlns:a16="http://schemas.microsoft.com/office/drawing/2014/main" id="{8993214F-4545-8E43-80B1-8B6D76B2682A}"/>
              </a:ext>
            </a:extLst>
          </p:cNvPr>
          <p:cNvSpPr txBox="1">
            <a:spLocks/>
          </p:cNvSpPr>
          <p:nvPr/>
        </p:nvSpPr>
        <p:spPr bwMode="auto">
          <a:xfrm>
            <a:off x="460375" y="1905000"/>
            <a:ext cx="7924800" cy="53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 marL="268288" indent="-268288"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 marL="2778125" indent="-234950"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3235325" indent="-23495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3692525" indent="-23495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4149725" indent="-23495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4606925" indent="-23495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lvl="1">
              <a:spcAft>
                <a:spcPct val="40000"/>
              </a:spcAft>
              <a:buClr>
                <a:srgbClr val="00B050"/>
              </a:buClr>
              <a:buSzTx/>
              <a:buFont typeface="Wingdings" pitchFamily="2" charset="2"/>
              <a:buChar char="n"/>
            </a:pPr>
            <a:r>
              <a:rPr lang="en-US" altLang="en-US"/>
              <a:t>Implement a </a:t>
            </a:r>
            <a:r>
              <a:rPr lang="en-GB" altLang="en-US"/>
              <a:t>7-segment decoder using</a:t>
            </a:r>
          </a:p>
          <a:p>
            <a:pPr lvl="4">
              <a:lnSpc>
                <a:spcPct val="100000"/>
              </a:lnSpc>
              <a:spcAft>
                <a:spcPct val="40000"/>
              </a:spcAft>
              <a:buClr>
                <a:srgbClr val="A8AFAF"/>
              </a:buClr>
              <a:buSzTx/>
              <a:buFont typeface="Wingdings" pitchFamily="2" charset="2"/>
              <a:buChar char="n"/>
            </a:pPr>
            <a:r>
              <a:rPr lang="en-GB" altLang="en-US" sz="1800">
                <a:latin typeface="TTE1F17478t00" charset="0"/>
              </a:rPr>
              <a:t>Conditional signal assignment </a:t>
            </a:r>
            <a:endParaRPr lang="en-US" altLang="en-US" sz="1800">
              <a:latin typeface="Arial" panose="020B0604020202020204" pitchFamily="34" charset="0"/>
            </a:endParaRPr>
          </a:p>
          <a:p>
            <a:pPr lvl="1">
              <a:spcAft>
                <a:spcPct val="40000"/>
              </a:spcAft>
              <a:buClr>
                <a:srgbClr val="00B050"/>
              </a:buClr>
              <a:buSzTx/>
              <a:buFont typeface="Wingdings" pitchFamily="2" charset="2"/>
              <a:buChar char="n"/>
            </a:pPr>
            <a:endParaRPr lang="en-GB" altLang="en-US"/>
          </a:p>
          <a:p>
            <a:pPr lvl="1">
              <a:spcAft>
                <a:spcPct val="40000"/>
              </a:spcAft>
              <a:buClr>
                <a:srgbClr val="00B050"/>
              </a:buClr>
              <a:buSzTx/>
              <a:buFont typeface="Wingdings" pitchFamily="2" charset="2"/>
              <a:buChar char="n"/>
            </a:pPr>
            <a:endParaRPr lang="en-GB" altLang="en-US">
              <a:latin typeface="TTE1F17478t00" charset="0"/>
            </a:endParaRPr>
          </a:p>
        </p:txBody>
      </p:sp>
      <p:sp>
        <p:nvSpPr>
          <p:cNvPr id="25604" name="Rectangle 14">
            <a:extLst>
              <a:ext uri="{FF2B5EF4-FFF2-40B4-BE49-F238E27FC236}">
                <a16:creationId xmlns:a16="http://schemas.microsoft.com/office/drawing/2014/main" id="{A91D4F1D-96DF-7A45-8DE6-2BC19F42A9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 altLang="en-US"/>
          </a:p>
        </p:txBody>
      </p:sp>
      <p:grpSp>
        <p:nvGrpSpPr>
          <p:cNvPr id="25605" name="Group 1">
            <a:extLst>
              <a:ext uri="{FF2B5EF4-FFF2-40B4-BE49-F238E27FC236}">
                <a16:creationId xmlns:a16="http://schemas.microsoft.com/office/drawing/2014/main" id="{315520A9-F91A-9449-A140-FF7FAC0CA2F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852863" y="3575050"/>
            <a:ext cx="3081337" cy="1225550"/>
            <a:chOff x="3224004" y="2918460"/>
            <a:chExt cx="2567831" cy="1021080"/>
          </a:xfrm>
        </p:grpSpPr>
        <p:grpSp>
          <p:nvGrpSpPr>
            <p:cNvPr id="25643" name="Group 223">
              <a:extLst>
                <a:ext uri="{FF2B5EF4-FFF2-40B4-BE49-F238E27FC236}">
                  <a16:creationId xmlns:a16="http://schemas.microsoft.com/office/drawing/2014/main" id="{2D16BBEA-9632-FF44-B537-DEC9E8200F0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96945" y="2918460"/>
              <a:ext cx="2294890" cy="1021080"/>
              <a:chOff x="4376" y="-1834"/>
              <a:chExt cx="3614" cy="1608"/>
            </a:xfrm>
          </p:grpSpPr>
          <p:grpSp>
            <p:nvGrpSpPr>
              <p:cNvPr id="25648" name="Group 228">
                <a:extLst>
                  <a:ext uri="{FF2B5EF4-FFF2-40B4-BE49-F238E27FC236}">
                    <a16:creationId xmlns:a16="http://schemas.microsoft.com/office/drawing/2014/main" id="{71208B48-436F-C246-B122-45C5CB7EE8B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970" y="-1818"/>
                <a:ext cx="1004" cy="1577"/>
                <a:chOff x="6970" y="-1818"/>
                <a:chExt cx="1004" cy="1577"/>
              </a:xfrm>
            </p:grpSpPr>
            <p:sp>
              <p:nvSpPr>
                <p:cNvPr id="25828" name="Freeform 408">
                  <a:extLst>
                    <a:ext uri="{FF2B5EF4-FFF2-40B4-BE49-F238E27FC236}">
                      <a16:creationId xmlns:a16="http://schemas.microsoft.com/office/drawing/2014/main" id="{8BFA5CE9-365B-774D-9F22-09904F1D07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970" y="-1818"/>
                  <a:ext cx="1004" cy="1577"/>
                </a:xfrm>
                <a:custGeom>
                  <a:avLst/>
                  <a:gdLst>
                    <a:gd name="T0" fmla="*/ 0 w 1004"/>
                    <a:gd name="T1" fmla="*/ -241 h 1577"/>
                    <a:gd name="T2" fmla="*/ 1005 w 1004"/>
                    <a:gd name="T3" fmla="*/ -241 h 1577"/>
                    <a:gd name="T4" fmla="*/ 1005 w 1004"/>
                    <a:gd name="T5" fmla="*/ -1818 h 1577"/>
                    <a:gd name="T6" fmla="*/ 0 w 1004"/>
                    <a:gd name="T7" fmla="*/ -1818 h 1577"/>
                    <a:gd name="T8" fmla="*/ 0 w 1004"/>
                    <a:gd name="T9" fmla="*/ -241 h 157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004" h="1577">
                      <a:moveTo>
                        <a:pt x="0" y="1577"/>
                      </a:moveTo>
                      <a:lnTo>
                        <a:pt x="1005" y="1577"/>
                      </a:lnTo>
                      <a:lnTo>
                        <a:pt x="1005" y="0"/>
                      </a:lnTo>
                      <a:lnTo>
                        <a:pt x="0" y="0"/>
                      </a:lnTo>
                      <a:lnTo>
                        <a:pt x="0" y="1577"/>
                      </a:lnTo>
                    </a:path>
                  </a:pathLst>
                </a:custGeom>
                <a:solidFill>
                  <a:srgbClr val="E5E5E5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5649" name="Group 229">
                <a:extLst>
                  <a:ext uri="{FF2B5EF4-FFF2-40B4-BE49-F238E27FC236}">
                    <a16:creationId xmlns:a16="http://schemas.microsoft.com/office/drawing/2014/main" id="{3BD459D3-7E81-0D4D-B6E3-BE79E152586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970" y="-1834"/>
                <a:ext cx="1020" cy="32"/>
                <a:chOff x="6970" y="-1834"/>
                <a:chExt cx="1020" cy="32"/>
              </a:xfrm>
            </p:grpSpPr>
            <p:sp>
              <p:nvSpPr>
                <p:cNvPr id="25827" name="Freeform 407">
                  <a:extLst>
                    <a:ext uri="{FF2B5EF4-FFF2-40B4-BE49-F238E27FC236}">
                      <a16:creationId xmlns:a16="http://schemas.microsoft.com/office/drawing/2014/main" id="{2B8157EA-C888-4A40-A054-D087E443561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970" y="-1834"/>
                  <a:ext cx="1020" cy="32"/>
                </a:xfrm>
                <a:custGeom>
                  <a:avLst/>
                  <a:gdLst>
                    <a:gd name="T0" fmla="*/ 0 w 1020"/>
                    <a:gd name="T1" fmla="*/ -1802 h 32"/>
                    <a:gd name="T2" fmla="*/ 1020 w 1020"/>
                    <a:gd name="T3" fmla="*/ -1802 h 32"/>
                    <a:gd name="T4" fmla="*/ 1020 w 1020"/>
                    <a:gd name="T5" fmla="*/ -1834 h 32"/>
                    <a:gd name="T6" fmla="*/ 0 w 1020"/>
                    <a:gd name="T7" fmla="*/ -1834 h 32"/>
                    <a:gd name="T8" fmla="*/ 0 w 1020"/>
                    <a:gd name="T9" fmla="*/ -1802 h 3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020" h="32">
                      <a:moveTo>
                        <a:pt x="0" y="32"/>
                      </a:moveTo>
                      <a:lnTo>
                        <a:pt x="1020" y="32"/>
                      </a:lnTo>
                      <a:lnTo>
                        <a:pt x="1020" y="0"/>
                      </a:lnTo>
                      <a:lnTo>
                        <a:pt x="0" y="0"/>
                      </a:lnTo>
                      <a:lnTo>
                        <a:pt x="0" y="32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5650" name="Group 230">
                <a:extLst>
                  <a:ext uri="{FF2B5EF4-FFF2-40B4-BE49-F238E27FC236}">
                    <a16:creationId xmlns:a16="http://schemas.microsoft.com/office/drawing/2014/main" id="{E527A9D1-8007-104B-B778-3691E3D9130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75" y="-1818"/>
                <a:ext cx="2" cy="1592"/>
                <a:chOff x="7975" y="-1818"/>
                <a:chExt cx="2" cy="1592"/>
              </a:xfrm>
            </p:grpSpPr>
            <p:sp>
              <p:nvSpPr>
                <p:cNvPr id="25826" name="Freeform 406">
                  <a:extLst>
                    <a:ext uri="{FF2B5EF4-FFF2-40B4-BE49-F238E27FC236}">
                      <a16:creationId xmlns:a16="http://schemas.microsoft.com/office/drawing/2014/main" id="{BBA5F879-758C-8A4B-B8F9-4022E9C5419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75" y="-1818"/>
                  <a:ext cx="2" cy="1592"/>
                </a:xfrm>
                <a:custGeom>
                  <a:avLst/>
                  <a:gdLst>
                    <a:gd name="T0" fmla="*/ 0 w 2"/>
                    <a:gd name="T1" fmla="*/ -1818 h 1592"/>
                    <a:gd name="T2" fmla="*/ 0 w 2"/>
                    <a:gd name="T3" fmla="*/ -226 h 1592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2" h="1592">
                      <a:moveTo>
                        <a:pt x="0" y="0"/>
                      </a:moveTo>
                      <a:lnTo>
                        <a:pt x="0" y="1592"/>
                      </a:lnTo>
                    </a:path>
                  </a:pathLst>
                </a:custGeom>
                <a:noFill/>
                <a:ln w="2032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5651" name="Group 231">
                <a:extLst>
                  <a:ext uri="{FF2B5EF4-FFF2-40B4-BE49-F238E27FC236}">
                    <a16:creationId xmlns:a16="http://schemas.microsoft.com/office/drawing/2014/main" id="{FBF0B035-1BEF-4643-93B5-0680CB52687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956" y="-241"/>
                <a:ext cx="1019" cy="2"/>
                <a:chOff x="6956" y="-241"/>
                <a:chExt cx="1019" cy="2"/>
              </a:xfrm>
            </p:grpSpPr>
            <p:sp>
              <p:nvSpPr>
                <p:cNvPr id="25825" name="Freeform 405">
                  <a:extLst>
                    <a:ext uri="{FF2B5EF4-FFF2-40B4-BE49-F238E27FC236}">
                      <a16:creationId xmlns:a16="http://schemas.microsoft.com/office/drawing/2014/main" id="{845A3EDC-DDDC-584E-924A-F162AFE85D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956" y="-241"/>
                  <a:ext cx="1019" cy="2"/>
                </a:xfrm>
                <a:custGeom>
                  <a:avLst/>
                  <a:gdLst>
                    <a:gd name="T0" fmla="*/ 0 w 1019"/>
                    <a:gd name="T1" fmla="*/ 0 h 2"/>
                    <a:gd name="T2" fmla="*/ 1019 w 1019"/>
                    <a:gd name="T3" fmla="*/ 0 h 2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1019" h="2">
                      <a:moveTo>
                        <a:pt x="0" y="0"/>
                      </a:moveTo>
                      <a:lnTo>
                        <a:pt x="1019" y="0"/>
                      </a:lnTo>
                    </a:path>
                  </a:pathLst>
                </a:custGeom>
                <a:noFill/>
                <a:ln w="2032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5652" name="Group 232">
                <a:extLst>
                  <a:ext uri="{FF2B5EF4-FFF2-40B4-BE49-F238E27FC236}">
                    <a16:creationId xmlns:a16="http://schemas.microsoft.com/office/drawing/2014/main" id="{227EF064-0171-5440-A7FA-95F282EF615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971" y="-1833"/>
                <a:ext cx="2" cy="1591"/>
                <a:chOff x="6971" y="-1833"/>
                <a:chExt cx="2" cy="1591"/>
              </a:xfrm>
            </p:grpSpPr>
            <p:sp>
              <p:nvSpPr>
                <p:cNvPr id="25824" name="Freeform 404">
                  <a:extLst>
                    <a:ext uri="{FF2B5EF4-FFF2-40B4-BE49-F238E27FC236}">
                      <a16:creationId xmlns:a16="http://schemas.microsoft.com/office/drawing/2014/main" id="{68737628-A465-B441-9BCA-5F60F92547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971" y="-1833"/>
                  <a:ext cx="2" cy="1591"/>
                </a:xfrm>
                <a:custGeom>
                  <a:avLst/>
                  <a:gdLst>
                    <a:gd name="T0" fmla="*/ 0 w 2"/>
                    <a:gd name="T1" fmla="*/ -1833 h 1591"/>
                    <a:gd name="T2" fmla="*/ 0 w 2"/>
                    <a:gd name="T3" fmla="*/ -241 h 1591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2" h="1591">
                      <a:moveTo>
                        <a:pt x="0" y="0"/>
                      </a:moveTo>
                      <a:lnTo>
                        <a:pt x="0" y="1592"/>
                      </a:lnTo>
                    </a:path>
                  </a:pathLst>
                </a:custGeom>
                <a:noFill/>
                <a:ln w="2032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5653" name="Group 233">
                <a:extLst>
                  <a:ext uri="{FF2B5EF4-FFF2-40B4-BE49-F238E27FC236}">
                    <a16:creationId xmlns:a16="http://schemas.microsoft.com/office/drawing/2014/main" id="{84DF172F-10EB-B046-BDDB-26517E1C04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261" y="-547"/>
                <a:ext cx="60" cy="60"/>
                <a:chOff x="7261" y="-547"/>
                <a:chExt cx="60" cy="60"/>
              </a:xfrm>
            </p:grpSpPr>
            <p:sp>
              <p:nvSpPr>
                <p:cNvPr id="25823" name="Freeform 403">
                  <a:extLst>
                    <a:ext uri="{FF2B5EF4-FFF2-40B4-BE49-F238E27FC236}">
                      <a16:creationId xmlns:a16="http://schemas.microsoft.com/office/drawing/2014/main" id="{39C2DB97-2D55-9143-804C-47AD3CC59D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261" y="-547"/>
                  <a:ext cx="60" cy="60"/>
                </a:xfrm>
                <a:custGeom>
                  <a:avLst/>
                  <a:gdLst>
                    <a:gd name="T0" fmla="*/ 30 w 60"/>
                    <a:gd name="T1" fmla="*/ -547 h 60"/>
                    <a:gd name="T2" fmla="*/ 18 w 60"/>
                    <a:gd name="T3" fmla="*/ -545 h 60"/>
                    <a:gd name="T4" fmla="*/ 8 w 60"/>
                    <a:gd name="T5" fmla="*/ -539 h 60"/>
                    <a:gd name="T6" fmla="*/ 2 w 60"/>
                    <a:gd name="T7" fmla="*/ -529 h 60"/>
                    <a:gd name="T8" fmla="*/ 0 w 60"/>
                    <a:gd name="T9" fmla="*/ -517 h 60"/>
                    <a:gd name="T10" fmla="*/ 2 w 60"/>
                    <a:gd name="T11" fmla="*/ -505 h 60"/>
                    <a:gd name="T12" fmla="*/ 8 w 60"/>
                    <a:gd name="T13" fmla="*/ -496 h 60"/>
                    <a:gd name="T14" fmla="*/ 18 w 60"/>
                    <a:gd name="T15" fmla="*/ -490 h 60"/>
                    <a:gd name="T16" fmla="*/ 30 w 60"/>
                    <a:gd name="T17" fmla="*/ -487 h 60"/>
                    <a:gd name="T18" fmla="*/ 42 w 60"/>
                    <a:gd name="T19" fmla="*/ -490 h 60"/>
                    <a:gd name="T20" fmla="*/ 51 w 60"/>
                    <a:gd name="T21" fmla="*/ -496 h 60"/>
                    <a:gd name="T22" fmla="*/ 57 w 60"/>
                    <a:gd name="T23" fmla="*/ -505 h 60"/>
                    <a:gd name="T24" fmla="*/ 60 w 60"/>
                    <a:gd name="T25" fmla="*/ -517 h 60"/>
                    <a:gd name="T26" fmla="*/ 57 w 60"/>
                    <a:gd name="T27" fmla="*/ -529 h 60"/>
                    <a:gd name="T28" fmla="*/ 51 w 60"/>
                    <a:gd name="T29" fmla="*/ -539 h 60"/>
                    <a:gd name="T30" fmla="*/ 42 w 60"/>
                    <a:gd name="T31" fmla="*/ -545 h 60"/>
                    <a:gd name="T32" fmla="*/ 30 w 60"/>
                    <a:gd name="T33" fmla="*/ -547 h 60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60" h="60">
                      <a:moveTo>
                        <a:pt x="30" y="0"/>
                      </a:moveTo>
                      <a:lnTo>
                        <a:pt x="18" y="2"/>
                      </a:lnTo>
                      <a:lnTo>
                        <a:pt x="8" y="8"/>
                      </a:lnTo>
                      <a:lnTo>
                        <a:pt x="2" y="18"/>
                      </a:lnTo>
                      <a:lnTo>
                        <a:pt x="0" y="30"/>
                      </a:lnTo>
                      <a:lnTo>
                        <a:pt x="2" y="42"/>
                      </a:lnTo>
                      <a:lnTo>
                        <a:pt x="8" y="51"/>
                      </a:lnTo>
                      <a:lnTo>
                        <a:pt x="18" y="57"/>
                      </a:lnTo>
                      <a:lnTo>
                        <a:pt x="30" y="60"/>
                      </a:lnTo>
                      <a:lnTo>
                        <a:pt x="42" y="57"/>
                      </a:lnTo>
                      <a:lnTo>
                        <a:pt x="51" y="51"/>
                      </a:lnTo>
                      <a:lnTo>
                        <a:pt x="57" y="42"/>
                      </a:lnTo>
                      <a:lnTo>
                        <a:pt x="60" y="30"/>
                      </a:lnTo>
                      <a:lnTo>
                        <a:pt x="57" y="18"/>
                      </a:lnTo>
                      <a:lnTo>
                        <a:pt x="51" y="8"/>
                      </a:lnTo>
                      <a:lnTo>
                        <a:pt x="42" y="2"/>
                      </a:lnTo>
                      <a:lnTo>
                        <a:pt x="30" y="0"/>
                      </a:lnTo>
                    </a:path>
                  </a:pathLst>
                </a:cu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5654" name="Group 234">
                <a:extLst>
                  <a:ext uri="{FF2B5EF4-FFF2-40B4-BE49-F238E27FC236}">
                    <a16:creationId xmlns:a16="http://schemas.microsoft.com/office/drawing/2014/main" id="{C654A7C8-1E8B-7D42-94A4-136B74B30D7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621" y="-547"/>
                <a:ext cx="60" cy="60"/>
                <a:chOff x="7621" y="-547"/>
                <a:chExt cx="60" cy="60"/>
              </a:xfrm>
            </p:grpSpPr>
            <p:sp>
              <p:nvSpPr>
                <p:cNvPr id="25822" name="Freeform 402">
                  <a:extLst>
                    <a:ext uri="{FF2B5EF4-FFF2-40B4-BE49-F238E27FC236}">
                      <a16:creationId xmlns:a16="http://schemas.microsoft.com/office/drawing/2014/main" id="{19B59CE4-975D-1941-B557-EFEBEBB984B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21" y="-547"/>
                  <a:ext cx="60" cy="60"/>
                </a:xfrm>
                <a:custGeom>
                  <a:avLst/>
                  <a:gdLst>
                    <a:gd name="T0" fmla="*/ 30 w 60"/>
                    <a:gd name="T1" fmla="*/ -547 h 60"/>
                    <a:gd name="T2" fmla="*/ 18 w 60"/>
                    <a:gd name="T3" fmla="*/ -545 h 60"/>
                    <a:gd name="T4" fmla="*/ 8 w 60"/>
                    <a:gd name="T5" fmla="*/ -539 h 60"/>
                    <a:gd name="T6" fmla="*/ 2 w 60"/>
                    <a:gd name="T7" fmla="*/ -529 h 60"/>
                    <a:gd name="T8" fmla="*/ 0 w 60"/>
                    <a:gd name="T9" fmla="*/ -517 h 60"/>
                    <a:gd name="T10" fmla="*/ 2 w 60"/>
                    <a:gd name="T11" fmla="*/ -505 h 60"/>
                    <a:gd name="T12" fmla="*/ 8 w 60"/>
                    <a:gd name="T13" fmla="*/ -496 h 60"/>
                    <a:gd name="T14" fmla="*/ 18 w 60"/>
                    <a:gd name="T15" fmla="*/ -490 h 60"/>
                    <a:gd name="T16" fmla="*/ 30 w 60"/>
                    <a:gd name="T17" fmla="*/ -487 h 60"/>
                    <a:gd name="T18" fmla="*/ 42 w 60"/>
                    <a:gd name="T19" fmla="*/ -490 h 60"/>
                    <a:gd name="T20" fmla="*/ 51 w 60"/>
                    <a:gd name="T21" fmla="*/ -496 h 60"/>
                    <a:gd name="T22" fmla="*/ 57 w 60"/>
                    <a:gd name="T23" fmla="*/ -505 h 60"/>
                    <a:gd name="T24" fmla="*/ 60 w 60"/>
                    <a:gd name="T25" fmla="*/ -517 h 60"/>
                    <a:gd name="T26" fmla="*/ 57 w 60"/>
                    <a:gd name="T27" fmla="*/ -529 h 60"/>
                    <a:gd name="T28" fmla="*/ 51 w 60"/>
                    <a:gd name="T29" fmla="*/ -539 h 60"/>
                    <a:gd name="T30" fmla="*/ 42 w 60"/>
                    <a:gd name="T31" fmla="*/ -545 h 60"/>
                    <a:gd name="T32" fmla="*/ 30 w 60"/>
                    <a:gd name="T33" fmla="*/ -547 h 60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60" h="60">
                      <a:moveTo>
                        <a:pt x="30" y="0"/>
                      </a:moveTo>
                      <a:lnTo>
                        <a:pt x="18" y="2"/>
                      </a:lnTo>
                      <a:lnTo>
                        <a:pt x="8" y="8"/>
                      </a:lnTo>
                      <a:lnTo>
                        <a:pt x="2" y="18"/>
                      </a:lnTo>
                      <a:lnTo>
                        <a:pt x="0" y="30"/>
                      </a:lnTo>
                      <a:lnTo>
                        <a:pt x="2" y="42"/>
                      </a:lnTo>
                      <a:lnTo>
                        <a:pt x="8" y="51"/>
                      </a:lnTo>
                      <a:lnTo>
                        <a:pt x="18" y="57"/>
                      </a:lnTo>
                      <a:lnTo>
                        <a:pt x="30" y="60"/>
                      </a:lnTo>
                      <a:lnTo>
                        <a:pt x="42" y="57"/>
                      </a:lnTo>
                      <a:lnTo>
                        <a:pt x="51" y="51"/>
                      </a:lnTo>
                      <a:lnTo>
                        <a:pt x="57" y="42"/>
                      </a:lnTo>
                      <a:lnTo>
                        <a:pt x="60" y="30"/>
                      </a:lnTo>
                      <a:lnTo>
                        <a:pt x="57" y="18"/>
                      </a:lnTo>
                      <a:lnTo>
                        <a:pt x="51" y="8"/>
                      </a:lnTo>
                      <a:lnTo>
                        <a:pt x="42" y="2"/>
                      </a:lnTo>
                      <a:lnTo>
                        <a:pt x="30" y="0"/>
                      </a:lnTo>
                    </a:path>
                  </a:pathLst>
                </a:cu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5655" name="Group 235">
                <a:extLst>
                  <a:ext uri="{FF2B5EF4-FFF2-40B4-BE49-F238E27FC236}">
                    <a16:creationId xmlns:a16="http://schemas.microsoft.com/office/drawing/2014/main" id="{129FFFB3-6E71-3743-98B5-A58712D7EB9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291" y="-517"/>
                <a:ext cx="360" cy="2"/>
                <a:chOff x="7291" y="-517"/>
                <a:chExt cx="360" cy="2"/>
              </a:xfrm>
            </p:grpSpPr>
            <p:sp>
              <p:nvSpPr>
                <p:cNvPr id="25821" name="Freeform 401">
                  <a:extLst>
                    <a:ext uri="{FF2B5EF4-FFF2-40B4-BE49-F238E27FC236}">
                      <a16:creationId xmlns:a16="http://schemas.microsoft.com/office/drawing/2014/main" id="{CC557B90-C32C-724B-A367-2BE6380BE78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291" y="-517"/>
                  <a:ext cx="360" cy="2"/>
                </a:xfrm>
                <a:custGeom>
                  <a:avLst/>
                  <a:gdLst>
                    <a:gd name="T0" fmla="*/ 0 w 360"/>
                    <a:gd name="T1" fmla="*/ 0 h 2"/>
                    <a:gd name="T2" fmla="*/ 360 w 360"/>
                    <a:gd name="T3" fmla="*/ 0 h 2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360" h="2">
                      <a:moveTo>
                        <a:pt x="0" y="0"/>
                      </a:moveTo>
                      <a:lnTo>
                        <a:pt x="360" y="0"/>
                      </a:lnTo>
                    </a:path>
                  </a:pathLst>
                </a:custGeom>
                <a:noFill/>
                <a:ln w="3937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5656" name="Group 236">
                <a:extLst>
                  <a:ext uri="{FF2B5EF4-FFF2-40B4-BE49-F238E27FC236}">
                    <a16:creationId xmlns:a16="http://schemas.microsoft.com/office/drawing/2014/main" id="{1CC277AA-FD27-0D4B-8E81-7B1ADCF8700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01" y="-623"/>
                <a:ext cx="60" cy="60"/>
                <a:chOff x="7701" y="-623"/>
                <a:chExt cx="60" cy="60"/>
              </a:xfrm>
            </p:grpSpPr>
            <p:sp>
              <p:nvSpPr>
                <p:cNvPr id="25820" name="Freeform 400">
                  <a:extLst>
                    <a:ext uri="{FF2B5EF4-FFF2-40B4-BE49-F238E27FC236}">
                      <a16:creationId xmlns:a16="http://schemas.microsoft.com/office/drawing/2014/main" id="{4AB6E23A-93AD-2B43-B73C-2DF2037F14B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01" y="-623"/>
                  <a:ext cx="60" cy="60"/>
                </a:xfrm>
                <a:custGeom>
                  <a:avLst/>
                  <a:gdLst>
                    <a:gd name="T0" fmla="*/ 30 w 60"/>
                    <a:gd name="T1" fmla="*/ -623 h 60"/>
                    <a:gd name="T2" fmla="*/ 18 w 60"/>
                    <a:gd name="T3" fmla="*/ -621 h 60"/>
                    <a:gd name="T4" fmla="*/ 9 w 60"/>
                    <a:gd name="T5" fmla="*/ -615 h 60"/>
                    <a:gd name="T6" fmla="*/ 3 w 60"/>
                    <a:gd name="T7" fmla="*/ -605 h 60"/>
                    <a:gd name="T8" fmla="*/ 0 w 60"/>
                    <a:gd name="T9" fmla="*/ -593 h 60"/>
                    <a:gd name="T10" fmla="*/ 3 w 60"/>
                    <a:gd name="T11" fmla="*/ -581 h 60"/>
                    <a:gd name="T12" fmla="*/ 9 w 60"/>
                    <a:gd name="T13" fmla="*/ -571 h 60"/>
                    <a:gd name="T14" fmla="*/ 18 w 60"/>
                    <a:gd name="T15" fmla="*/ -565 h 60"/>
                    <a:gd name="T16" fmla="*/ 30 w 60"/>
                    <a:gd name="T17" fmla="*/ -563 h 60"/>
                    <a:gd name="T18" fmla="*/ 42 w 60"/>
                    <a:gd name="T19" fmla="*/ -565 h 60"/>
                    <a:gd name="T20" fmla="*/ 52 w 60"/>
                    <a:gd name="T21" fmla="*/ -571 h 60"/>
                    <a:gd name="T22" fmla="*/ 58 w 60"/>
                    <a:gd name="T23" fmla="*/ -581 h 60"/>
                    <a:gd name="T24" fmla="*/ 60 w 60"/>
                    <a:gd name="T25" fmla="*/ -593 h 60"/>
                    <a:gd name="T26" fmla="*/ 58 w 60"/>
                    <a:gd name="T27" fmla="*/ -605 h 60"/>
                    <a:gd name="T28" fmla="*/ 52 w 60"/>
                    <a:gd name="T29" fmla="*/ -615 h 60"/>
                    <a:gd name="T30" fmla="*/ 42 w 60"/>
                    <a:gd name="T31" fmla="*/ -621 h 60"/>
                    <a:gd name="T32" fmla="*/ 30 w 60"/>
                    <a:gd name="T33" fmla="*/ -623 h 60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60" h="60">
                      <a:moveTo>
                        <a:pt x="30" y="0"/>
                      </a:moveTo>
                      <a:lnTo>
                        <a:pt x="18" y="2"/>
                      </a:lnTo>
                      <a:lnTo>
                        <a:pt x="9" y="8"/>
                      </a:lnTo>
                      <a:lnTo>
                        <a:pt x="3" y="18"/>
                      </a:lnTo>
                      <a:lnTo>
                        <a:pt x="0" y="30"/>
                      </a:lnTo>
                      <a:lnTo>
                        <a:pt x="3" y="42"/>
                      </a:lnTo>
                      <a:lnTo>
                        <a:pt x="9" y="52"/>
                      </a:lnTo>
                      <a:lnTo>
                        <a:pt x="18" y="58"/>
                      </a:lnTo>
                      <a:lnTo>
                        <a:pt x="30" y="60"/>
                      </a:lnTo>
                      <a:lnTo>
                        <a:pt x="42" y="58"/>
                      </a:lnTo>
                      <a:lnTo>
                        <a:pt x="52" y="52"/>
                      </a:lnTo>
                      <a:lnTo>
                        <a:pt x="58" y="42"/>
                      </a:lnTo>
                      <a:lnTo>
                        <a:pt x="60" y="30"/>
                      </a:lnTo>
                      <a:lnTo>
                        <a:pt x="58" y="18"/>
                      </a:lnTo>
                      <a:lnTo>
                        <a:pt x="52" y="8"/>
                      </a:lnTo>
                      <a:lnTo>
                        <a:pt x="42" y="2"/>
                      </a:lnTo>
                      <a:lnTo>
                        <a:pt x="30" y="0"/>
                      </a:lnTo>
                    </a:path>
                  </a:pathLst>
                </a:cu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5657" name="Group 237">
                <a:extLst>
                  <a:ext uri="{FF2B5EF4-FFF2-40B4-BE49-F238E27FC236}">
                    <a16:creationId xmlns:a16="http://schemas.microsoft.com/office/drawing/2014/main" id="{5B8A1B85-E5C0-1C4E-99D9-F6B7A72BA6A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01" y="-983"/>
                <a:ext cx="60" cy="60"/>
                <a:chOff x="7701" y="-983"/>
                <a:chExt cx="60" cy="60"/>
              </a:xfrm>
            </p:grpSpPr>
            <p:sp>
              <p:nvSpPr>
                <p:cNvPr id="25819" name="Freeform 399">
                  <a:extLst>
                    <a:ext uri="{FF2B5EF4-FFF2-40B4-BE49-F238E27FC236}">
                      <a16:creationId xmlns:a16="http://schemas.microsoft.com/office/drawing/2014/main" id="{3AB7B7C7-C702-CF49-A1F5-588ABEC4B0E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01" y="-983"/>
                  <a:ext cx="60" cy="60"/>
                </a:xfrm>
                <a:custGeom>
                  <a:avLst/>
                  <a:gdLst>
                    <a:gd name="T0" fmla="*/ 30 w 60"/>
                    <a:gd name="T1" fmla="*/ -983 h 60"/>
                    <a:gd name="T2" fmla="*/ 18 w 60"/>
                    <a:gd name="T3" fmla="*/ -981 h 60"/>
                    <a:gd name="T4" fmla="*/ 9 w 60"/>
                    <a:gd name="T5" fmla="*/ -975 h 60"/>
                    <a:gd name="T6" fmla="*/ 3 w 60"/>
                    <a:gd name="T7" fmla="*/ -965 h 60"/>
                    <a:gd name="T8" fmla="*/ 0 w 60"/>
                    <a:gd name="T9" fmla="*/ -953 h 60"/>
                    <a:gd name="T10" fmla="*/ 3 w 60"/>
                    <a:gd name="T11" fmla="*/ -941 h 60"/>
                    <a:gd name="T12" fmla="*/ 9 w 60"/>
                    <a:gd name="T13" fmla="*/ -931 h 60"/>
                    <a:gd name="T14" fmla="*/ 18 w 60"/>
                    <a:gd name="T15" fmla="*/ -925 h 60"/>
                    <a:gd name="T16" fmla="*/ 30 w 60"/>
                    <a:gd name="T17" fmla="*/ -923 h 60"/>
                    <a:gd name="T18" fmla="*/ 42 w 60"/>
                    <a:gd name="T19" fmla="*/ -925 h 60"/>
                    <a:gd name="T20" fmla="*/ 52 w 60"/>
                    <a:gd name="T21" fmla="*/ -931 h 60"/>
                    <a:gd name="T22" fmla="*/ 58 w 60"/>
                    <a:gd name="T23" fmla="*/ -941 h 60"/>
                    <a:gd name="T24" fmla="*/ 60 w 60"/>
                    <a:gd name="T25" fmla="*/ -953 h 60"/>
                    <a:gd name="T26" fmla="*/ 58 w 60"/>
                    <a:gd name="T27" fmla="*/ -965 h 60"/>
                    <a:gd name="T28" fmla="*/ 52 w 60"/>
                    <a:gd name="T29" fmla="*/ -975 h 60"/>
                    <a:gd name="T30" fmla="*/ 42 w 60"/>
                    <a:gd name="T31" fmla="*/ -981 h 60"/>
                    <a:gd name="T32" fmla="*/ 30 w 60"/>
                    <a:gd name="T33" fmla="*/ -983 h 60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60" h="60">
                      <a:moveTo>
                        <a:pt x="30" y="0"/>
                      </a:moveTo>
                      <a:lnTo>
                        <a:pt x="18" y="2"/>
                      </a:lnTo>
                      <a:lnTo>
                        <a:pt x="9" y="8"/>
                      </a:lnTo>
                      <a:lnTo>
                        <a:pt x="3" y="18"/>
                      </a:lnTo>
                      <a:lnTo>
                        <a:pt x="0" y="30"/>
                      </a:lnTo>
                      <a:lnTo>
                        <a:pt x="3" y="42"/>
                      </a:lnTo>
                      <a:lnTo>
                        <a:pt x="9" y="52"/>
                      </a:lnTo>
                      <a:lnTo>
                        <a:pt x="18" y="58"/>
                      </a:lnTo>
                      <a:lnTo>
                        <a:pt x="30" y="60"/>
                      </a:lnTo>
                      <a:lnTo>
                        <a:pt x="42" y="58"/>
                      </a:lnTo>
                      <a:lnTo>
                        <a:pt x="52" y="52"/>
                      </a:lnTo>
                      <a:lnTo>
                        <a:pt x="58" y="42"/>
                      </a:lnTo>
                      <a:lnTo>
                        <a:pt x="60" y="30"/>
                      </a:lnTo>
                      <a:lnTo>
                        <a:pt x="58" y="18"/>
                      </a:lnTo>
                      <a:lnTo>
                        <a:pt x="52" y="8"/>
                      </a:lnTo>
                      <a:lnTo>
                        <a:pt x="42" y="2"/>
                      </a:lnTo>
                      <a:lnTo>
                        <a:pt x="30" y="0"/>
                      </a:lnTo>
                    </a:path>
                  </a:pathLst>
                </a:cu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5658" name="Group 238">
                <a:extLst>
                  <a:ext uri="{FF2B5EF4-FFF2-40B4-BE49-F238E27FC236}">
                    <a16:creationId xmlns:a16="http://schemas.microsoft.com/office/drawing/2014/main" id="{8512887F-DBBC-8D42-A1C3-7F0A06A2F4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31" y="-953"/>
                <a:ext cx="2" cy="360"/>
                <a:chOff x="7731" y="-953"/>
                <a:chExt cx="2" cy="360"/>
              </a:xfrm>
            </p:grpSpPr>
            <p:sp>
              <p:nvSpPr>
                <p:cNvPr id="25818" name="Freeform 398">
                  <a:extLst>
                    <a:ext uri="{FF2B5EF4-FFF2-40B4-BE49-F238E27FC236}">
                      <a16:creationId xmlns:a16="http://schemas.microsoft.com/office/drawing/2014/main" id="{3EEBF30B-0E02-8C46-93FE-7145E7B9550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31" y="-953"/>
                  <a:ext cx="2" cy="360"/>
                </a:xfrm>
                <a:custGeom>
                  <a:avLst/>
                  <a:gdLst>
                    <a:gd name="T0" fmla="*/ 0 w 2"/>
                    <a:gd name="T1" fmla="*/ -953 h 360"/>
                    <a:gd name="T2" fmla="*/ 0 w 2"/>
                    <a:gd name="T3" fmla="*/ -593 h 360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2" h="360">
                      <a:moveTo>
                        <a:pt x="0" y="0"/>
                      </a:moveTo>
                      <a:lnTo>
                        <a:pt x="0" y="360"/>
                      </a:lnTo>
                    </a:path>
                  </a:pathLst>
                </a:custGeom>
                <a:noFill/>
                <a:ln w="3937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5659" name="Group 239">
                <a:extLst>
                  <a:ext uri="{FF2B5EF4-FFF2-40B4-BE49-F238E27FC236}">
                    <a16:creationId xmlns:a16="http://schemas.microsoft.com/office/drawing/2014/main" id="{5992C8D6-D03B-F54F-A07A-A8547FA34CB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185" y="-623"/>
                <a:ext cx="60" cy="60"/>
                <a:chOff x="7185" y="-623"/>
                <a:chExt cx="60" cy="60"/>
              </a:xfrm>
            </p:grpSpPr>
            <p:sp>
              <p:nvSpPr>
                <p:cNvPr id="25817" name="Freeform 397">
                  <a:extLst>
                    <a:ext uri="{FF2B5EF4-FFF2-40B4-BE49-F238E27FC236}">
                      <a16:creationId xmlns:a16="http://schemas.microsoft.com/office/drawing/2014/main" id="{D5636190-87A7-A040-9FC0-A51FB138569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185" y="-623"/>
                  <a:ext cx="60" cy="60"/>
                </a:xfrm>
                <a:custGeom>
                  <a:avLst/>
                  <a:gdLst>
                    <a:gd name="T0" fmla="*/ 30 w 60"/>
                    <a:gd name="T1" fmla="*/ -623 h 60"/>
                    <a:gd name="T2" fmla="*/ 18 w 60"/>
                    <a:gd name="T3" fmla="*/ -621 h 60"/>
                    <a:gd name="T4" fmla="*/ 9 w 60"/>
                    <a:gd name="T5" fmla="*/ -615 h 60"/>
                    <a:gd name="T6" fmla="*/ 3 w 60"/>
                    <a:gd name="T7" fmla="*/ -605 h 60"/>
                    <a:gd name="T8" fmla="*/ 0 w 60"/>
                    <a:gd name="T9" fmla="*/ -593 h 60"/>
                    <a:gd name="T10" fmla="*/ 3 w 60"/>
                    <a:gd name="T11" fmla="*/ -581 h 60"/>
                    <a:gd name="T12" fmla="*/ 9 w 60"/>
                    <a:gd name="T13" fmla="*/ -571 h 60"/>
                    <a:gd name="T14" fmla="*/ 18 w 60"/>
                    <a:gd name="T15" fmla="*/ -565 h 60"/>
                    <a:gd name="T16" fmla="*/ 30 w 60"/>
                    <a:gd name="T17" fmla="*/ -563 h 60"/>
                    <a:gd name="T18" fmla="*/ 42 w 60"/>
                    <a:gd name="T19" fmla="*/ -565 h 60"/>
                    <a:gd name="T20" fmla="*/ 52 w 60"/>
                    <a:gd name="T21" fmla="*/ -571 h 60"/>
                    <a:gd name="T22" fmla="*/ 58 w 60"/>
                    <a:gd name="T23" fmla="*/ -581 h 60"/>
                    <a:gd name="T24" fmla="*/ 60 w 60"/>
                    <a:gd name="T25" fmla="*/ -593 h 60"/>
                    <a:gd name="T26" fmla="*/ 58 w 60"/>
                    <a:gd name="T27" fmla="*/ -605 h 60"/>
                    <a:gd name="T28" fmla="*/ 52 w 60"/>
                    <a:gd name="T29" fmla="*/ -615 h 60"/>
                    <a:gd name="T30" fmla="*/ 42 w 60"/>
                    <a:gd name="T31" fmla="*/ -621 h 60"/>
                    <a:gd name="T32" fmla="*/ 30 w 60"/>
                    <a:gd name="T33" fmla="*/ -623 h 60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60" h="60">
                      <a:moveTo>
                        <a:pt x="30" y="0"/>
                      </a:moveTo>
                      <a:lnTo>
                        <a:pt x="18" y="2"/>
                      </a:lnTo>
                      <a:lnTo>
                        <a:pt x="9" y="8"/>
                      </a:lnTo>
                      <a:lnTo>
                        <a:pt x="3" y="18"/>
                      </a:lnTo>
                      <a:lnTo>
                        <a:pt x="0" y="30"/>
                      </a:lnTo>
                      <a:lnTo>
                        <a:pt x="3" y="42"/>
                      </a:lnTo>
                      <a:lnTo>
                        <a:pt x="9" y="52"/>
                      </a:lnTo>
                      <a:lnTo>
                        <a:pt x="18" y="58"/>
                      </a:lnTo>
                      <a:lnTo>
                        <a:pt x="30" y="60"/>
                      </a:lnTo>
                      <a:lnTo>
                        <a:pt x="42" y="58"/>
                      </a:lnTo>
                      <a:lnTo>
                        <a:pt x="52" y="52"/>
                      </a:lnTo>
                      <a:lnTo>
                        <a:pt x="58" y="42"/>
                      </a:lnTo>
                      <a:lnTo>
                        <a:pt x="60" y="30"/>
                      </a:lnTo>
                      <a:lnTo>
                        <a:pt x="58" y="18"/>
                      </a:lnTo>
                      <a:lnTo>
                        <a:pt x="52" y="8"/>
                      </a:lnTo>
                      <a:lnTo>
                        <a:pt x="42" y="2"/>
                      </a:lnTo>
                      <a:lnTo>
                        <a:pt x="30" y="0"/>
                      </a:lnTo>
                    </a:path>
                  </a:pathLst>
                </a:cu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5660" name="Group 240">
                <a:extLst>
                  <a:ext uri="{FF2B5EF4-FFF2-40B4-BE49-F238E27FC236}">
                    <a16:creationId xmlns:a16="http://schemas.microsoft.com/office/drawing/2014/main" id="{7DD1CC7D-9BAF-F54B-B137-5411E651FDA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185" y="-983"/>
                <a:ext cx="60" cy="60"/>
                <a:chOff x="7185" y="-983"/>
                <a:chExt cx="60" cy="60"/>
              </a:xfrm>
            </p:grpSpPr>
            <p:sp>
              <p:nvSpPr>
                <p:cNvPr id="25816" name="Freeform 396">
                  <a:extLst>
                    <a:ext uri="{FF2B5EF4-FFF2-40B4-BE49-F238E27FC236}">
                      <a16:creationId xmlns:a16="http://schemas.microsoft.com/office/drawing/2014/main" id="{840A9C09-F29C-3F4B-BDC4-6D5508A45ED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185" y="-983"/>
                  <a:ext cx="60" cy="60"/>
                </a:xfrm>
                <a:custGeom>
                  <a:avLst/>
                  <a:gdLst>
                    <a:gd name="T0" fmla="*/ 30 w 60"/>
                    <a:gd name="T1" fmla="*/ -983 h 60"/>
                    <a:gd name="T2" fmla="*/ 18 w 60"/>
                    <a:gd name="T3" fmla="*/ -981 h 60"/>
                    <a:gd name="T4" fmla="*/ 9 w 60"/>
                    <a:gd name="T5" fmla="*/ -975 h 60"/>
                    <a:gd name="T6" fmla="*/ 3 w 60"/>
                    <a:gd name="T7" fmla="*/ -965 h 60"/>
                    <a:gd name="T8" fmla="*/ 0 w 60"/>
                    <a:gd name="T9" fmla="*/ -953 h 60"/>
                    <a:gd name="T10" fmla="*/ 3 w 60"/>
                    <a:gd name="T11" fmla="*/ -941 h 60"/>
                    <a:gd name="T12" fmla="*/ 9 w 60"/>
                    <a:gd name="T13" fmla="*/ -931 h 60"/>
                    <a:gd name="T14" fmla="*/ 18 w 60"/>
                    <a:gd name="T15" fmla="*/ -925 h 60"/>
                    <a:gd name="T16" fmla="*/ 30 w 60"/>
                    <a:gd name="T17" fmla="*/ -923 h 60"/>
                    <a:gd name="T18" fmla="*/ 42 w 60"/>
                    <a:gd name="T19" fmla="*/ -925 h 60"/>
                    <a:gd name="T20" fmla="*/ 52 w 60"/>
                    <a:gd name="T21" fmla="*/ -931 h 60"/>
                    <a:gd name="T22" fmla="*/ 58 w 60"/>
                    <a:gd name="T23" fmla="*/ -941 h 60"/>
                    <a:gd name="T24" fmla="*/ 60 w 60"/>
                    <a:gd name="T25" fmla="*/ -953 h 60"/>
                    <a:gd name="T26" fmla="*/ 58 w 60"/>
                    <a:gd name="T27" fmla="*/ -965 h 60"/>
                    <a:gd name="T28" fmla="*/ 52 w 60"/>
                    <a:gd name="T29" fmla="*/ -975 h 60"/>
                    <a:gd name="T30" fmla="*/ 42 w 60"/>
                    <a:gd name="T31" fmla="*/ -981 h 60"/>
                    <a:gd name="T32" fmla="*/ 30 w 60"/>
                    <a:gd name="T33" fmla="*/ -983 h 60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60" h="60">
                      <a:moveTo>
                        <a:pt x="30" y="0"/>
                      </a:moveTo>
                      <a:lnTo>
                        <a:pt x="18" y="2"/>
                      </a:lnTo>
                      <a:lnTo>
                        <a:pt x="9" y="8"/>
                      </a:lnTo>
                      <a:lnTo>
                        <a:pt x="3" y="18"/>
                      </a:lnTo>
                      <a:lnTo>
                        <a:pt x="0" y="30"/>
                      </a:lnTo>
                      <a:lnTo>
                        <a:pt x="3" y="42"/>
                      </a:lnTo>
                      <a:lnTo>
                        <a:pt x="9" y="52"/>
                      </a:lnTo>
                      <a:lnTo>
                        <a:pt x="18" y="58"/>
                      </a:lnTo>
                      <a:lnTo>
                        <a:pt x="30" y="60"/>
                      </a:lnTo>
                      <a:lnTo>
                        <a:pt x="42" y="58"/>
                      </a:lnTo>
                      <a:lnTo>
                        <a:pt x="52" y="52"/>
                      </a:lnTo>
                      <a:lnTo>
                        <a:pt x="58" y="42"/>
                      </a:lnTo>
                      <a:lnTo>
                        <a:pt x="60" y="30"/>
                      </a:lnTo>
                      <a:lnTo>
                        <a:pt x="58" y="18"/>
                      </a:lnTo>
                      <a:lnTo>
                        <a:pt x="52" y="8"/>
                      </a:lnTo>
                      <a:lnTo>
                        <a:pt x="42" y="2"/>
                      </a:lnTo>
                      <a:lnTo>
                        <a:pt x="30" y="0"/>
                      </a:lnTo>
                    </a:path>
                  </a:pathLst>
                </a:cu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5661" name="Group 241">
                <a:extLst>
                  <a:ext uri="{FF2B5EF4-FFF2-40B4-BE49-F238E27FC236}">
                    <a16:creationId xmlns:a16="http://schemas.microsoft.com/office/drawing/2014/main" id="{86019146-2ED7-FC41-99FD-791FF72BB55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215" y="-953"/>
                <a:ext cx="2" cy="360"/>
                <a:chOff x="7215" y="-953"/>
                <a:chExt cx="2" cy="360"/>
              </a:xfrm>
            </p:grpSpPr>
            <p:sp>
              <p:nvSpPr>
                <p:cNvPr id="25815" name="Freeform 395">
                  <a:extLst>
                    <a:ext uri="{FF2B5EF4-FFF2-40B4-BE49-F238E27FC236}">
                      <a16:creationId xmlns:a16="http://schemas.microsoft.com/office/drawing/2014/main" id="{D69179A6-5ED1-C148-A69D-AB42F3A2B74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215" y="-953"/>
                  <a:ext cx="2" cy="360"/>
                </a:xfrm>
                <a:custGeom>
                  <a:avLst/>
                  <a:gdLst>
                    <a:gd name="T0" fmla="*/ 0 w 2"/>
                    <a:gd name="T1" fmla="*/ -953 h 360"/>
                    <a:gd name="T2" fmla="*/ 0 w 2"/>
                    <a:gd name="T3" fmla="*/ -593 h 360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2" h="360">
                      <a:moveTo>
                        <a:pt x="0" y="0"/>
                      </a:moveTo>
                      <a:lnTo>
                        <a:pt x="0" y="360"/>
                      </a:lnTo>
                    </a:path>
                  </a:pathLst>
                </a:custGeom>
                <a:noFill/>
                <a:ln w="3937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5662" name="Group 242">
                <a:extLst>
                  <a:ext uri="{FF2B5EF4-FFF2-40B4-BE49-F238E27FC236}">
                    <a16:creationId xmlns:a16="http://schemas.microsoft.com/office/drawing/2014/main" id="{59AE5C9F-BDD7-DD4B-A7A9-8C2BA6A501A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263" y="-1567"/>
                <a:ext cx="60" cy="60"/>
                <a:chOff x="7263" y="-1567"/>
                <a:chExt cx="60" cy="60"/>
              </a:xfrm>
            </p:grpSpPr>
            <p:sp>
              <p:nvSpPr>
                <p:cNvPr id="25814" name="Freeform 394">
                  <a:extLst>
                    <a:ext uri="{FF2B5EF4-FFF2-40B4-BE49-F238E27FC236}">
                      <a16:creationId xmlns:a16="http://schemas.microsoft.com/office/drawing/2014/main" id="{FFC49F93-26C4-D14D-8A4C-39640046DD7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263" y="-1567"/>
                  <a:ext cx="60" cy="60"/>
                </a:xfrm>
                <a:custGeom>
                  <a:avLst/>
                  <a:gdLst>
                    <a:gd name="T0" fmla="*/ 30 w 60"/>
                    <a:gd name="T1" fmla="*/ -1567 h 60"/>
                    <a:gd name="T2" fmla="*/ 18 w 60"/>
                    <a:gd name="T3" fmla="*/ -1565 h 60"/>
                    <a:gd name="T4" fmla="*/ 9 w 60"/>
                    <a:gd name="T5" fmla="*/ -1559 h 60"/>
                    <a:gd name="T6" fmla="*/ 3 w 60"/>
                    <a:gd name="T7" fmla="*/ -1549 h 60"/>
                    <a:gd name="T8" fmla="*/ 0 w 60"/>
                    <a:gd name="T9" fmla="*/ -1537 h 60"/>
                    <a:gd name="T10" fmla="*/ 3 w 60"/>
                    <a:gd name="T11" fmla="*/ -1525 h 60"/>
                    <a:gd name="T12" fmla="*/ 9 w 60"/>
                    <a:gd name="T13" fmla="*/ -1516 h 60"/>
                    <a:gd name="T14" fmla="*/ 18 w 60"/>
                    <a:gd name="T15" fmla="*/ -1510 h 60"/>
                    <a:gd name="T16" fmla="*/ 30 w 60"/>
                    <a:gd name="T17" fmla="*/ -1507 h 60"/>
                    <a:gd name="T18" fmla="*/ 42 w 60"/>
                    <a:gd name="T19" fmla="*/ -1510 h 60"/>
                    <a:gd name="T20" fmla="*/ 52 w 60"/>
                    <a:gd name="T21" fmla="*/ -1516 h 60"/>
                    <a:gd name="T22" fmla="*/ 58 w 60"/>
                    <a:gd name="T23" fmla="*/ -1525 h 60"/>
                    <a:gd name="T24" fmla="*/ 60 w 60"/>
                    <a:gd name="T25" fmla="*/ -1537 h 60"/>
                    <a:gd name="T26" fmla="*/ 58 w 60"/>
                    <a:gd name="T27" fmla="*/ -1549 h 60"/>
                    <a:gd name="T28" fmla="*/ 52 w 60"/>
                    <a:gd name="T29" fmla="*/ -1559 h 60"/>
                    <a:gd name="T30" fmla="*/ 42 w 60"/>
                    <a:gd name="T31" fmla="*/ -1565 h 60"/>
                    <a:gd name="T32" fmla="*/ 30 w 60"/>
                    <a:gd name="T33" fmla="*/ -1567 h 60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60" h="60">
                      <a:moveTo>
                        <a:pt x="30" y="0"/>
                      </a:moveTo>
                      <a:lnTo>
                        <a:pt x="18" y="2"/>
                      </a:lnTo>
                      <a:lnTo>
                        <a:pt x="9" y="8"/>
                      </a:lnTo>
                      <a:lnTo>
                        <a:pt x="3" y="18"/>
                      </a:lnTo>
                      <a:lnTo>
                        <a:pt x="0" y="30"/>
                      </a:lnTo>
                      <a:lnTo>
                        <a:pt x="3" y="42"/>
                      </a:lnTo>
                      <a:lnTo>
                        <a:pt x="9" y="51"/>
                      </a:lnTo>
                      <a:lnTo>
                        <a:pt x="18" y="57"/>
                      </a:lnTo>
                      <a:lnTo>
                        <a:pt x="30" y="60"/>
                      </a:lnTo>
                      <a:lnTo>
                        <a:pt x="42" y="57"/>
                      </a:lnTo>
                      <a:lnTo>
                        <a:pt x="52" y="51"/>
                      </a:lnTo>
                      <a:lnTo>
                        <a:pt x="58" y="42"/>
                      </a:lnTo>
                      <a:lnTo>
                        <a:pt x="60" y="30"/>
                      </a:lnTo>
                      <a:lnTo>
                        <a:pt x="58" y="18"/>
                      </a:lnTo>
                      <a:lnTo>
                        <a:pt x="52" y="8"/>
                      </a:lnTo>
                      <a:lnTo>
                        <a:pt x="42" y="2"/>
                      </a:lnTo>
                      <a:lnTo>
                        <a:pt x="30" y="0"/>
                      </a:lnTo>
                    </a:path>
                  </a:pathLst>
                </a:cu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5663" name="Group 243">
                <a:extLst>
                  <a:ext uri="{FF2B5EF4-FFF2-40B4-BE49-F238E27FC236}">
                    <a16:creationId xmlns:a16="http://schemas.microsoft.com/office/drawing/2014/main" id="{5D4D7375-A561-014F-BBE6-1A5339DFB3C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623" y="-1567"/>
                <a:ext cx="60" cy="60"/>
                <a:chOff x="7623" y="-1567"/>
                <a:chExt cx="60" cy="60"/>
              </a:xfrm>
            </p:grpSpPr>
            <p:sp>
              <p:nvSpPr>
                <p:cNvPr id="25813" name="Freeform 393">
                  <a:extLst>
                    <a:ext uri="{FF2B5EF4-FFF2-40B4-BE49-F238E27FC236}">
                      <a16:creationId xmlns:a16="http://schemas.microsoft.com/office/drawing/2014/main" id="{3750A65C-CB1F-6A4E-9B5F-22F4223CDF8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23" y="-1567"/>
                  <a:ext cx="60" cy="60"/>
                </a:xfrm>
                <a:custGeom>
                  <a:avLst/>
                  <a:gdLst>
                    <a:gd name="T0" fmla="*/ 30 w 60"/>
                    <a:gd name="T1" fmla="*/ -1567 h 60"/>
                    <a:gd name="T2" fmla="*/ 18 w 60"/>
                    <a:gd name="T3" fmla="*/ -1565 h 60"/>
                    <a:gd name="T4" fmla="*/ 9 w 60"/>
                    <a:gd name="T5" fmla="*/ -1559 h 60"/>
                    <a:gd name="T6" fmla="*/ 3 w 60"/>
                    <a:gd name="T7" fmla="*/ -1549 h 60"/>
                    <a:gd name="T8" fmla="*/ 0 w 60"/>
                    <a:gd name="T9" fmla="*/ -1537 h 60"/>
                    <a:gd name="T10" fmla="*/ 3 w 60"/>
                    <a:gd name="T11" fmla="*/ -1525 h 60"/>
                    <a:gd name="T12" fmla="*/ 9 w 60"/>
                    <a:gd name="T13" fmla="*/ -1516 h 60"/>
                    <a:gd name="T14" fmla="*/ 18 w 60"/>
                    <a:gd name="T15" fmla="*/ -1510 h 60"/>
                    <a:gd name="T16" fmla="*/ 30 w 60"/>
                    <a:gd name="T17" fmla="*/ -1507 h 60"/>
                    <a:gd name="T18" fmla="*/ 42 w 60"/>
                    <a:gd name="T19" fmla="*/ -1510 h 60"/>
                    <a:gd name="T20" fmla="*/ 52 w 60"/>
                    <a:gd name="T21" fmla="*/ -1516 h 60"/>
                    <a:gd name="T22" fmla="*/ 58 w 60"/>
                    <a:gd name="T23" fmla="*/ -1525 h 60"/>
                    <a:gd name="T24" fmla="*/ 60 w 60"/>
                    <a:gd name="T25" fmla="*/ -1537 h 60"/>
                    <a:gd name="T26" fmla="*/ 58 w 60"/>
                    <a:gd name="T27" fmla="*/ -1549 h 60"/>
                    <a:gd name="T28" fmla="*/ 52 w 60"/>
                    <a:gd name="T29" fmla="*/ -1559 h 60"/>
                    <a:gd name="T30" fmla="*/ 42 w 60"/>
                    <a:gd name="T31" fmla="*/ -1565 h 60"/>
                    <a:gd name="T32" fmla="*/ 30 w 60"/>
                    <a:gd name="T33" fmla="*/ -1567 h 60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60" h="60">
                      <a:moveTo>
                        <a:pt x="30" y="0"/>
                      </a:moveTo>
                      <a:lnTo>
                        <a:pt x="18" y="2"/>
                      </a:lnTo>
                      <a:lnTo>
                        <a:pt x="9" y="8"/>
                      </a:lnTo>
                      <a:lnTo>
                        <a:pt x="3" y="18"/>
                      </a:lnTo>
                      <a:lnTo>
                        <a:pt x="0" y="30"/>
                      </a:lnTo>
                      <a:lnTo>
                        <a:pt x="3" y="42"/>
                      </a:lnTo>
                      <a:lnTo>
                        <a:pt x="9" y="51"/>
                      </a:lnTo>
                      <a:lnTo>
                        <a:pt x="18" y="57"/>
                      </a:lnTo>
                      <a:lnTo>
                        <a:pt x="30" y="60"/>
                      </a:lnTo>
                      <a:lnTo>
                        <a:pt x="42" y="57"/>
                      </a:lnTo>
                      <a:lnTo>
                        <a:pt x="52" y="51"/>
                      </a:lnTo>
                      <a:lnTo>
                        <a:pt x="58" y="42"/>
                      </a:lnTo>
                      <a:lnTo>
                        <a:pt x="60" y="30"/>
                      </a:lnTo>
                      <a:lnTo>
                        <a:pt x="58" y="18"/>
                      </a:lnTo>
                      <a:lnTo>
                        <a:pt x="52" y="8"/>
                      </a:lnTo>
                      <a:lnTo>
                        <a:pt x="42" y="2"/>
                      </a:lnTo>
                      <a:lnTo>
                        <a:pt x="30" y="0"/>
                      </a:lnTo>
                    </a:path>
                  </a:pathLst>
                </a:cu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5664" name="Group 244">
                <a:extLst>
                  <a:ext uri="{FF2B5EF4-FFF2-40B4-BE49-F238E27FC236}">
                    <a16:creationId xmlns:a16="http://schemas.microsoft.com/office/drawing/2014/main" id="{38AA9089-3DFD-B04B-8EEF-5136E510822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293" y="-1537"/>
                <a:ext cx="360" cy="2"/>
                <a:chOff x="7293" y="-1537"/>
                <a:chExt cx="360" cy="2"/>
              </a:xfrm>
            </p:grpSpPr>
            <p:sp>
              <p:nvSpPr>
                <p:cNvPr id="25812" name="Freeform 392">
                  <a:extLst>
                    <a:ext uri="{FF2B5EF4-FFF2-40B4-BE49-F238E27FC236}">
                      <a16:creationId xmlns:a16="http://schemas.microsoft.com/office/drawing/2014/main" id="{B30878E2-FEE1-5B49-AC75-38656857D45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293" y="-1537"/>
                  <a:ext cx="360" cy="2"/>
                </a:xfrm>
                <a:custGeom>
                  <a:avLst/>
                  <a:gdLst>
                    <a:gd name="T0" fmla="*/ 0 w 360"/>
                    <a:gd name="T1" fmla="*/ 0 h 2"/>
                    <a:gd name="T2" fmla="*/ 360 w 360"/>
                    <a:gd name="T3" fmla="*/ 0 h 2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360" h="2">
                      <a:moveTo>
                        <a:pt x="0" y="0"/>
                      </a:moveTo>
                      <a:lnTo>
                        <a:pt x="360" y="0"/>
                      </a:lnTo>
                    </a:path>
                  </a:pathLst>
                </a:custGeom>
                <a:noFill/>
                <a:ln w="3937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5665" name="Group 245">
                <a:extLst>
                  <a:ext uri="{FF2B5EF4-FFF2-40B4-BE49-F238E27FC236}">
                    <a16:creationId xmlns:a16="http://schemas.microsoft.com/office/drawing/2014/main" id="{958C0657-7A9B-4E4C-9A81-8A7AC63FE4B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263" y="-1059"/>
                <a:ext cx="60" cy="60"/>
                <a:chOff x="7263" y="-1059"/>
                <a:chExt cx="60" cy="60"/>
              </a:xfrm>
            </p:grpSpPr>
            <p:sp>
              <p:nvSpPr>
                <p:cNvPr id="25811" name="Freeform 391">
                  <a:extLst>
                    <a:ext uri="{FF2B5EF4-FFF2-40B4-BE49-F238E27FC236}">
                      <a16:creationId xmlns:a16="http://schemas.microsoft.com/office/drawing/2014/main" id="{D01E31B6-7994-D144-8D91-B055EC6C502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263" y="-1059"/>
                  <a:ext cx="60" cy="60"/>
                </a:xfrm>
                <a:custGeom>
                  <a:avLst/>
                  <a:gdLst>
                    <a:gd name="T0" fmla="*/ 30 w 60"/>
                    <a:gd name="T1" fmla="*/ -1059 h 60"/>
                    <a:gd name="T2" fmla="*/ 18 w 60"/>
                    <a:gd name="T3" fmla="*/ -1056 h 60"/>
                    <a:gd name="T4" fmla="*/ 9 w 60"/>
                    <a:gd name="T5" fmla="*/ -1050 h 60"/>
                    <a:gd name="T6" fmla="*/ 3 w 60"/>
                    <a:gd name="T7" fmla="*/ -1041 h 60"/>
                    <a:gd name="T8" fmla="*/ 0 w 60"/>
                    <a:gd name="T9" fmla="*/ -1029 h 60"/>
                    <a:gd name="T10" fmla="*/ 3 w 60"/>
                    <a:gd name="T11" fmla="*/ -1017 h 60"/>
                    <a:gd name="T12" fmla="*/ 9 w 60"/>
                    <a:gd name="T13" fmla="*/ -1007 h 60"/>
                    <a:gd name="T14" fmla="*/ 18 w 60"/>
                    <a:gd name="T15" fmla="*/ -1001 h 60"/>
                    <a:gd name="T16" fmla="*/ 30 w 60"/>
                    <a:gd name="T17" fmla="*/ -999 h 60"/>
                    <a:gd name="T18" fmla="*/ 42 w 60"/>
                    <a:gd name="T19" fmla="*/ -1001 h 60"/>
                    <a:gd name="T20" fmla="*/ 52 w 60"/>
                    <a:gd name="T21" fmla="*/ -1007 h 60"/>
                    <a:gd name="T22" fmla="*/ 58 w 60"/>
                    <a:gd name="T23" fmla="*/ -1017 h 60"/>
                    <a:gd name="T24" fmla="*/ 60 w 60"/>
                    <a:gd name="T25" fmla="*/ -1029 h 60"/>
                    <a:gd name="T26" fmla="*/ 58 w 60"/>
                    <a:gd name="T27" fmla="*/ -1041 h 60"/>
                    <a:gd name="T28" fmla="*/ 52 w 60"/>
                    <a:gd name="T29" fmla="*/ -1050 h 60"/>
                    <a:gd name="T30" fmla="*/ 42 w 60"/>
                    <a:gd name="T31" fmla="*/ -1056 h 60"/>
                    <a:gd name="T32" fmla="*/ 30 w 60"/>
                    <a:gd name="T33" fmla="*/ -1059 h 60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60" h="60">
                      <a:moveTo>
                        <a:pt x="30" y="0"/>
                      </a:moveTo>
                      <a:lnTo>
                        <a:pt x="18" y="3"/>
                      </a:lnTo>
                      <a:lnTo>
                        <a:pt x="9" y="9"/>
                      </a:lnTo>
                      <a:lnTo>
                        <a:pt x="3" y="18"/>
                      </a:lnTo>
                      <a:lnTo>
                        <a:pt x="0" y="30"/>
                      </a:lnTo>
                      <a:lnTo>
                        <a:pt x="3" y="42"/>
                      </a:lnTo>
                      <a:lnTo>
                        <a:pt x="9" y="52"/>
                      </a:lnTo>
                      <a:lnTo>
                        <a:pt x="18" y="58"/>
                      </a:lnTo>
                      <a:lnTo>
                        <a:pt x="30" y="60"/>
                      </a:lnTo>
                      <a:lnTo>
                        <a:pt x="42" y="58"/>
                      </a:lnTo>
                      <a:lnTo>
                        <a:pt x="52" y="52"/>
                      </a:lnTo>
                      <a:lnTo>
                        <a:pt x="58" y="42"/>
                      </a:lnTo>
                      <a:lnTo>
                        <a:pt x="60" y="30"/>
                      </a:lnTo>
                      <a:lnTo>
                        <a:pt x="58" y="18"/>
                      </a:lnTo>
                      <a:lnTo>
                        <a:pt x="52" y="9"/>
                      </a:lnTo>
                      <a:lnTo>
                        <a:pt x="42" y="3"/>
                      </a:lnTo>
                      <a:lnTo>
                        <a:pt x="30" y="0"/>
                      </a:lnTo>
                    </a:path>
                  </a:pathLst>
                </a:cu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5666" name="Group 246">
                <a:extLst>
                  <a:ext uri="{FF2B5EF4-FFF2-40B4-BE49-F238E27FC236}">
                    <a16:creationId xmlns:a16="http://schemas.microsoft.com/office/drawing/2014/main" id="{E1552165-E11E-D147-9C03-A5FC1D419E1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623" y="-1059"/>
                <a:ext cx="60" cy="60"/>
                <a:chOff x="7623" y="-1059"/>
                <a:chExt cx="60" cy="60"/>
              </a:xfrm>
            </p:grpSpPr>
            <p:sp>
              <p:nvSpPr>
                <p:cNvPr id="25810" name="Freeform 390">
                  <a:extLst>
                    <a:ext uri="{FF2B5EF4-FFF2-40B4-BE49-F238E27FC236}">
                      <a16:creationId xmlns:a16="http://schemas.microsoft.com/office/drawing/2014/main" id="{8A9F5438-41DA-5B4D-BD38-ED0A64F020D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623" y="-1059"/>
                  <a:ext cx="60" cy="60"/>
                </a:xfrm>
                <a:custGeom>
                  <a:avLst/>
                  <a:gdLst>
                    <a:gd name="T0" fmla="*/ 30 w 60"/>
                    <a:gd name="T1" fmla="*/ -1059 h 60"/>
                    <a:gd name="T2" fmla="*/ 18 w 60"/>
                    <a:gd name="T3" fmla="*/ -1056 h 60"/>
                    <a:gd name="T4" fmla="*/ 9 w 60"/>
                    <a:gd name="T5" fmla="*/ -1050 h 60"/>
                    <a:gd name="T6" fmla="*/ 3 w 60"/>
                    <a:gd name="T7" fmla="*/ -1041 h 60"/>
                    <a:gd name="T8" fmla="*/ 0 w 60"/>
                    <a:gd name="T9" fmla="*/ -1029 h 60"/>
                    <a:gd name="T10" fmla="*/ 3 w 60"/>
                    <a:gd name="T11" fmla="*/ -1017 h 60"/>
                    <a:gd name="T12" fmla="*/ 9 w 60"/>
                    <a:gd name="T13" fmla="*/ -1007 h 60"/>
                    <a:gd name="T14" fmla="*/ 18 w 60"/>
                    <a:gd name="T15" fmla="*/ -1001 h 60"/>
                    <a:gd name="T16" fmla="*/ 30 w 60"/>
                    <a:gd name="T17" fmla="*/ -999 h 60"/>
                    <a:gd name="T18" fmla="*/ 42 w 60"/>
                    <a:gd name="T19" fmla="*/ -1001 h 60"/>
                    <a:gd name="T20" fmla="*/ 52 w 60"/>
                    <a:gd name="T21" fmla="*/ -1007 h 60"/>
                    <a:gd name="T22" fmla="*/ 58 w 60"/>
                    <a:gd name="T23" fmla="*/ -1017 h 60"/>
                    <a:gd name="T24" fmla="*/ 60 w 60"/>
                    <a:gd name="T25" fmla="*/ -1029 h 60"/>
                    <a:gd name="T26" fmla="*/ 58 w 60"/>
                    <a:gd name="T27" fmla="*/ -1041 h 60"/>
                    <a:gd name="T28" fmla="*/ 52 w 60"/>
                    <a:gd name="T29" fmla="*/ -1050 h 60"/>
                    <a:gd name="T30" fmla="*/ 42 w 60"/>
                    <a:gd name="T31" fmla="*/ -1056 h 60"/>
                    <a:gd name="T32" fmla="*/ 30 w 60"/>
                    <a:gd name="T33" fmla="*/ -1059 h 60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60" h="60">
                      <a:moveTo>
                        <a:pt x="30" y="0"/>
                      </a:moveTo>
                      <a:lnTo>
                        <a:pt x="18" y="3"/>
                      </a:lnTo>
                      <a:lnTo>
                        <a:pt x="9" y="9"/>
                      </a:lnTo>
                      <a:lnTo>
                        <a:pt x="3" y="18"/>
                      </a:lnTo>
                      <a:lnTo>
                        <a:pt x="0" y="30"/>
                      </a:lnTo>
                      <a:lnTo>
                        <a:pt x="3" y="42"/>
                      </a:lnTo>
                      <a:lnTo>
                        <a:pt x="9" y="52"/>
                      </a:lnTo>
                      <a:lnTo>
                        <a:pt x="18" y="58"/>
                      </a:lnTo>
                      <a:lnTo>
                        <a:pt x="30" y="60"/>
                      </a:lnTo>
                      <a:lnTo>
                        <a:pt x="42" y="58"/>
                      </a:lnTo>
                      <a:lnTo>
                        <a:pt x="52" y="52"/>
                      </a:lnTo>
                      <a:lnTo>
                        <a:pt x="58" y="42"/>
                      </a:lnTo>
                      <a:lnTo>
                        <a:pt x="60" y="30"/>
                      </a:lnTo>
                      <a:lnTo>
                        <a:pt x="58" y="18"/>
                      </a:lnTo>
                      <a:lnTo>
                        <a:pt x="52" y="9"/>
                      </a:lnTo>
                      <a:lnTo>
                        <a:pt x="42" y="3"/>
                      </a:lnTo>
                      <a:lnTo>
                        <a:pt x="30" y="0"/>
                      </a:lnTo>
                    </a:path>
                  </a:pathLst>
                </a:cu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5667" name="Group 247">
                <a:extLst>
                  <a:ext uri="{FF2B5EF4-FFF2-40B4-BE49-F238E27FC236}">
                    <a16:creationId xmlns:a16="http://schemas.microsoft.com/office/drawing/2014/main" id="{09B46CBA-5F16-254C-BCC9-B74F6C822C6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293" y="-1029"/>
                <a:ext cx="360" cy="2"/>
                <a:chOff x="7293" y="-1029"/>
                <a:chExt cx="360" cy="2"/>
              </a:xfrm>
            </p:grpSpPr>
            <p:sp>
              <p:nvSpPr>
                <p:cNvPr id="25809" name="Freeform 389">
                  <a:extLst>
                    <a:ext uri="{FF2B5EF4-FFF2-40B4-BE49-F238E27FC236}">
                      <a16:creationId xmlns:a16="http://schemas.microsoft.com/office/drawing/2014/main" id="{F7AA870C-2E5E-584B-AFEB-6C2E3071806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293" y="-1029"/>
                  <a:ext cx="360" cy="2"/>
                </a:xfrm>
                <a:custGeom>
                  <a:avLst/>
                  <a:gdLst>
                    <a:gd name="T0" fmla="*/ 0 w 360"/>
                    <a:gd name="T1" fmla="*/ 0 h 2"/>
                    <a:gd name="T2" fmla="*/ 360 w 360"/>
                    <a:gd name="T3" fmla="*/ 0 h 2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360" h="2">
                      <a:moveTo>
                        <a:pt x="0" y="0"/>
                      </a:moveTo>
                      <a:lnTo>
                        <a:pt x="360" y="0"/>
                      </a:lnTo>
                    </a:path>
                  </a:pathLst>
                </a:custGeom>
                <a:noFill/>
                <a:ln w="3937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5668" name="Group 248">
                <a:extLst>
                  <a:ext uri="{FF2B5EF4-FFF2-40B4-BE49-F238E27FC236}">
                    <a16:creationId xmlns:a16="http://schemas.microsoft.com/office/drawing/2014/main" id="{CE7BB4C0-2F55-1E49-82FB-C0ECF37D935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04" y="-1134"/>
                <a:ext cx="60" cy="60"/>
                <a:chOff x="7704" y="-1134"/>
                <a:chExt cx="60" cy="60"/>
              </a:xfrm>
            </p:grpSpPr>
            <p:sp>
              <p:nvSpPr>
                <p:cNvPr id="25808" name="Freeform 388">
                  <a:extLst>
                    <a:ext uri="{FF2B5EF4-FFF2-40B4-BE49-F238E27FC236}">
                      <a16:creationId xmlns:a16="http://schemas.microsoft.com/office/drawing/2014/main" id="{1C2E4406-6E8C-0444-9767-4162D7D4D17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04" y="-1134"/>
                  <a:ext cx="60" cy="60"/>
                </a:xfrm>
                <a:custGeom>
                  <a:avLst/>
                  <a:gdLst>
                    <a:gd name="T0" fmla="*/ 30 w 60"/>
                    <a:gd name="T1" fmla="*/ -1134 h 60"/>
                    <a:gd name="T2" fmla="*/ 18 w 60"/>
                    <a:gd name="T3" fmla="*/ -1132 h 60"/>
                    <a:gd name="T4" fmla="*/ 8 w 60"/>
                    <a:gd name="T5" fmla="*/ -1126 h 60"/>
                    <a:gd name="T6" fmla="*/ 2 w 60"/>
                    <a:gd name="T7" fmla="*/ -1116 h 60"/>
                    <a:gd name="T8" fmla="*/ 0 w 60"/>
                    <a:gd name="T9" fmla="*/ -1104 h 60"/>
                    <a:gd name="T10" fmla="*/ 2 w 60"/>
                    <a:gd name="T11" fmla="*/ -1092 h 60"/>
                    <a:gd name="T12" fmla="*/ 8 w 60"/>
                    <a:gd name="T13" fmla="*/ -1083 h 60"/>
                    <a:gd name="T14" fmla="*/ 18 w 60"/>
                    <a:gd name="T15" fmla="*/ -1077 h 60"/>
                    <a:gd name="T16" fmla="*/ 30 w 60"/>
                    <a:gd name="T17" fmla="*/ -1074 h 60"/>
                    <a:gd name="T18" fmla="*/ 42 w 60"/>
                    <a:gd name="T19" fmla="*/ -1077 h 60"/>
                    <a:gd name="T20" fmla="*/ 51 w 60"/>
                    <a:gd name="T21" fmla="*/ -1083 h 60"/>
                    <a:gd name="T22" fmla="*/ 57 w 60"/>
                    <a:gd name="T23" fmla="*/ -1092 h 60"/>
                    <a:gd name="T24" fmla="*/ 60 w 60"/>
                    <a:gd name="T25" fmla="*/ -1104 h 60"/>
                    <a:gd name="T26" fmla="*/ 57 w 60"/>
                    <a:gd name="T27" fmla="*/ -1116 h 60"/>
                    <a:gd name="T28" fmla="*/ 51 w 60"/>
                    <a:gd name="T29" fmla="*/ -1126 h 60"/>
                    <a:gd name="T30" fmla="*/ 42 w 60"/>
                    <a:gd name="T31" fmla="*/ -1132 h 60"/>
                    <a:gd name="T32" fmla="*/ 30 w 60"/>
                    <a:gd name="T33" fmla="*/ -1134 h 60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60" h="60">
                      <a:moveTo>
                        <a:pt x="30" y="0"/>
                      </a:moveTo>
                      <a:lnTo>
                        <a:pt x="18" y="2"/>
                      </a:lnTo>
                      <a:lnTo>
                        <a:pt x="8" y="8"/>
                      </a:lnTo>
                      <a:lnTo>
                        <a:pt x="2" y="18"/>
                      </a:lnTo>
                      <a:lnTo>
                        <a:pt x="0" y="30"/>
                      </a:lnTo>
                      <a:lnTo>
                        <a:pt x="2" y="42"/>
                      </a:lnTo>
                      <a:lnTo>
                        <a:pt x="8" y="51"/>
                      </a:lnTo>
                      <a:lnTo>
                        <a:pt x="18" y="57"/>
                      </a:lnTo>
                      <a:lnTo>
                        <a:pt x="30" y="60"/>
                      </a:lnTo>
                      <a:lnTo>
                        <a:pt x="42" y="57"/>
                      </a:lnTo>
                      <a:lnTo>
                        <a:pt x="51" y="51"/>
                      </a:lnTo>
                      <a:lnTo>
                        <a:pt x="57" y="42"/>
                      </a:lnTo>
                      <a:lnTo>
                        <a:pt x="60" y="30"/>
                      </a:lnTo>
                      <a:lnTo>
                        <a:pt x="57" y="18"/>
                      </a:lnTo>
                      <a:lnTo>
                        <a:pt x="51" y="8"/>
                      </a:lnTo>
                      <a:lnTo>
                        <a:pt x="42" y="2"/>
                      </a:lnTo>
                      <a:lnTo>
                        <a:pt x="30" y="0"/>
                      </a:lnTo>
                    </a:path>
                  </a:pathLst>
                </a:cu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5669" name="Group 249">
                <a:extLst>
                  <a:ext uri="{FF2B5EF4-FFF2-40B4-BE49-F238E27FC236}">
                    <a16:creationId xmlns:a16="http://schemas.microsoft.com/office/drawing/2014/main" id="{64FD6446-CA93-1A46-80B2-4A883DE89A9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04" y="-1494"/>
                <a:ext cx="60" cy="60"/>
                <a:chOff x="7704" y="-1494"/>
                <a:chExt cx="60" cy="60"/>
              </a:xfrm>
            </p:grpSpPr>
            <p:sp>
              <p:nvSpPr>
                <p:cNvPr id="25807" name="Freeform 387">
                  <a:extLst>
                    <a:ext uri="{FF2B5EF4-FFF2-40B4-BE49-F238E27FC236}">
                      <a16:creationId xmlns:a16="http://schemas.microsoft.com/office/drawing/2014/main" id="{A9FB1A36-2B26-0E46-BD67-37875831698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04" y="-1494"/>
                  <a:ext cx="60" cy="60"/>
                </a:xfrm>
                <a:custGeom>
                  <a:avLst/>
                  <a:gdLst>
                    <a:gd name="T0" fmla="*/ 30 w 60"/>
                    <a:gd name="T1" fmla="*/ -1494 h 60"/>
                    <a:gd name="T2" fmla="*/ 18 w 60"/>
                    <a:gd name="T3" fmla="*/ -1492 h 60"/>
                    <a:gd name="T4" fmla="*/ 8 w 60"/>
                    <a:gd name="T5" fmla="*/ -1486 h 60"/>
                    <a:gd name="T6" fmla="*/ 2 w 60"/>
                    <a:gd name="T7" fmla="*/ -1476 h 60"/>
                    <a:gd name="T8" fmla="*/ 0 w 60"/>
                    <a:gd name="T9" fmla="*/ -1464 h 60"/>
                    <a:gd name="T10" fmla="*/ 2 w 60"/>
                    <a:gd name="T11" fmla="*/ -1452 h 60"/>
                    <a:gd name="T12" fmla="*/ 8 w 60"/>
                    <a:gd name="T13" fmla="*/ -1443 h 60"/>
                    <a:gd name="T14" fmla="*/ 18 w 60"/>
                    <a:gd name="T15" fmla="*/ -1437 h 60"/>
                    <a:gd name="T16" fmla="*/ 30 w 60"/>
                    <a:gd name="T17" fmla="*/ -1434 h 60"/>
                    <a:gd name="T18" fmla="*/ 42 w 60"/>
                    <a:gd name="T19" fmla="*/ -1437 h 60"/>
                    <a:gd name="T20" fmla="*/ 51 w 60"/>
                    <a:gd name="T21" fmla="*/ -1443 h 60"/>
                    <a:gd name="T22" fmla="*/ 57 w 60"/>
                    <a:gd name="T23" fmla="*/ -1452 h 60"/>
                    <a:gd name="T24" fmla="*/ 60 w 60"/>
                    <a:gd name="T25" fmla="*/ -1464 h 60"/>
                    <a:gd name="T26" fmla="*/ 57 w 60"/>
                    <a:gd name="T27" fmla="*/ -1476 h 60"/>
                    <a:gd name="T28" fmla="*/ 51 w 60"/>
                    <a:gd name="T29" fmla="*/ -1486 h 60"/>
                    <a:gd name="T30" fmla="*/ 42 w 60"/>
                    <a:gd name="T31" fmla="*/ -1492 h 60"/>
                    <a:gd name="T32" fmla="*/ 30 w 60"/>
                    <a:gd name="T33" fmla="*/ -1494 h 60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60" h="60">
                      <a:moveTo>
                        <a:pt x="30" y="0"/>
                      </a:moveTo>
                      <a:lnTo>
                        <a:pt x="18" y="2"/>
                      </a:lnTo>
                      <a:lnTo>
                        <a:pt x="8" y="8"/>
                      </a:lnTo>
                      <a:lnTo>
                        <a:pt x="2" y="18"/>
                      </a:lnTo>
                      <a:lnTo>
                        <a:pt x="0" y="30"/>
                      </a:lnTo>
                      <a:lnTo>
                        <a:pt x="2" y="42"/>
                      </a:lnTo>
                      <a:lnTo>
                        <a:pt x="8" y="51"/>
                      </a:lnTo>
                      <a:lnTo>
                        <a:pt x="18" y="57"/>
                      </a:lnTo>
                      <a:lnTo>
                        <a:pt x="30" y="60"/>
                      </a:lnTo>
                      <a:lnTo>
                        <a:pt x="42" y="57"/>
                      </a:lnTo>
                      <a:lnTo>
                        <a:pt x="51" y="51"/>
                      </a:lnTo>
                      <a:lnTo>
                        <a:pt x="57" y="42"/>
                      </a:lnTo>
                      <a:lnTo>
                        <a:pt x="60" y="30"/>
                      </a:lnTo>
                      <a:lnTo>
                        <a:pt x="57" y="18"/>
                      </a:lnTo>
                      <a:lnTo>
                        <a:pt x="51" y="8"/>
                      </a:lnTo>
                      <a:lnTo>
                        <a:pt x="42" y="2"/>
                      </a:lnTo>
                      <a:lnTo>
                        <a:pt x="30" y="0"/>
                      </a:lnTo>
                    </a:path>
                  </a:pathLst>
                </a:cu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5670" name="Group 250">
                <a:extLst>
                  <a:ext uri="{FF2B5EF4-FFF2-40B4-BE49-F238E27FC236}">
                    <a16:creationId xmlns:a16="http://schemas.microsoft.com/office/drawing/2014/main" id="{C2385A5A-04C9-C142-AA33-167113ABCB4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34" y="-1464"/>
                <a:ext cx="2" cy="360"/>
                <a:chOff x="7734" y="-1464"/>
                <a:chExt cx="2" cy="360"/>
              </a:xfrm>
            </p:grpSpPr>
            <p:sp>
              <p:nvSpPr>
                <p:cNvPr id="25806" name="Freeform 386">
                  <a:extLst>
                    <a:ext uri="{FF2B5EF4-FFF2-40B4-BE49-F238E27FC236}">
                      <a16:creationId xmlns:a16="http://schemas.microsoft.com/office/drawing/2014/main" id="{79EE2505-E427-A841-9F71-D766AE2D48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734" y="-1464"/>
                  <a:ext cx="2" cy="360"/>
                </a:xfrm>
                <a:custGeom>
                  <a:avLst/>
                  <a:gdLst>
                    <a:gd name="T0" fmla="*/ 0 w 2"/>
                    <a:gd name="T1" fmla="*/ -1464 h 360"/>
                    <a:gd name="T2" fmla="*/ 0 w 2"/>
                    <a:gd name="T3" fmla="*/ -1104 h 360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2" h="360">
                      <a:moveTo>
                        <a:pt x="0" y="0"/>
                      </a:moveTo>
                      <a:lnTo>
                        <a:pt x="0" y="360"/>
                      </a:lnTo>
                    </a:path>
                  </a:pathLst>
                </a:custGeom>
                <a:noFill/>
                <a:ln w="3937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5671" name="Group 251">
                <a:extLst>
                  <a:ext uri="{FF2B5EF4-FFF2-40B4-BE49-F238E27FC236}">
                    <a16:creationId xmlns:a16="http://schemas.microsoft.com/office/drawing/2014/main" id="{A3D3B18E-8D40-BC49-9B17-B1EC529844C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188" y="-1134"/>
                <a:ext cx="60" cy="60"/>
                <a:chOff x="7188" y="-1134"/>
                <a:chExt cx="60" cy="60"/>
              </a:xfrm>
            </p:grpSpPr>
            <p:sp>
              <p:nvSpPr>
                <p:cNvPr id="25805" name="Freeform 385">
                  <a:extLst>
                    <a:ext uri="{FF2B5EF4-FFF2-40B4-BE49-F238E27FC236}">
                      <a16:creationId xmlns:a16="http://schemas.microsoft.com/office/drawing/2014/main" id="{9255E82A-BAF3-4E4F-8E2F-AC2D97E890B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188" y="-1134"/>
                  <a:ext cx="60" cy="60"/>
                </a:xfrm>
                <a:custGeom>
                  <a:avLst/>
                  <a:gdLst>
                    <a:gd name="T0" fmla="*/ 30 w 60"/>
                    <a:gd name="T1" fmla="*/ -1134 h 60"/>
                    <a:gd name="T2" fmla="*/ 18 w 60"/>
                    <a:gd name="T3" fmla="*/ -1132 h 60"/>
                    <a:gd name="T4" fmla="*/ 8 w 60"/>
                    <a:gd name="T5" fmla="*/ -1126 h 60"/>
                    <a:gd name="T6" fmla="*/ 2 w 60"/>
                    <a:gd name="T7" fmla="*/ -1116 h 60"/>
                    <a:gd name="T8" fmla="*/ 0 w 60"/>
                    <a:gd name="T9" fmla="*/ -1104 h 60"/>
                    <a:gd name="T10" fmla="*/ 2 w 60"/>
                    <a:gd name="T11" fmla="*/ -1092 h 60"/>
                    <a:gd name="T12" fmla="*/ 8 w 60"/>
                    <a:gd name="T13" fmla="*/ -1083 h 60"/>
                    <a:gd name="T14" fmla="*/ 18 w 60"/>
                    <a:gd name="T15" fmla="*/ -1077 h 60"/>
                    <a:gd name="T16" fmla="*/ 30 w 60"/>
                    <a:gd name="T17" fmla="*/ -1074 h 60"/>
                    <a:gd name="T18" fmla="*/ 42 w 60"/>
                    <a:gd name="T19" fmla="*/ -1077 h 60"/>
                    <a:gd name="T20" fmla="*/ 51 w 60"/>
                    <a:gd name="T21" fmla="*/ -1083 h 60"/>
                    <a:gd name="T22" fmla="*/ 57 w 60"/>
                    <a:gd name="T23" fmla="*/ -1092 h 60"/>
                    <a:gd name="T24" fmla="*/ 60 w 60"/>
                    <a:gd name="T25" fmla="*/ -1104 h 60"/>
                    <a:gd name="T26" fmla="*/ 57 w 60"/>
                    <a:gd name="T27" fmla="*/ -1116 h 60"/>
                    <a:gd name="T28" fmla="*/ 51 w 60"/>
                    <a:gd name="T29" fmla="*/ -1126 h 60"/>
                    <a:gd name="T30" fmla="*/ 42 w 60"/>
                    <a:gd name="T31" fmla="*/ -1132 h 60"/>
                    <a:gd name="T32" fmla="*/ 30 w 60"/>
                    <a:gd name="T33" fmla="*/ -1134 h 60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60" h="60">
                      <a:moveTo>
                        <a:pt x="30" y="0"/>
                      </a:moveTo>
                      <a:lnTo>
                        <a:pt x="18" y="2"/>
                      </a:lnTo>
                      <a:lnTo>
                        <a:pt x="8" y="8"/>
                      </a:lnTo>
                      <a:lnTo>
                        <a:pt x="2" y="18"/>
                      </a:lnTo>
                      <a:lnTo>
                        <a:pt x="0" y="30"/>
                      </a:lnTo>
                      <a:lnTo>
                        <a:pt x="2" y="42"/>
                      </a:lnTo>
                      <a:lnTo>
                        <a:pt x="8" y="51"/>
                      </a:lnTo>
                      <a:lnTo>
                        <a:pt x="18" y="57"/>
                      </a:lnTo>
                      <a:lnTo>
                        <a:pt x="30" y="60"/>
                      </a:lnTo>
                      <a:lnTo>
                        <a:pt x="42" y="57"/>
                      </a:lnTo>
                      <a:lnTo>
                        <a:pt x="51" y="51"/>
                      </a:lnTo>
                      <a:lnTo>
                        <a:pt x="57" y="42"/>
                      </a:lnTo>
                      <a:lnTo>
                        <a:pt x="60" y="30"/>
                      </a:lnTo>
                      <a:lnTo>
                        <a:pt x="57" y="18"/>
                      </a:lnTo>
                      <a:lnTo>
                        <a:pt x="51" y="8"/>
                      </a:lnTo>
                      <a:lnTo>
                        <a:pt x="42" y="2"/>
                      </a:lnTo>
                      <a:lnTo>
                        <a:pt x="30" y="0"/>
                      </a:lnTo>
                    </a:path>
                  </a:pathLst>
                </a:cu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5672" name="Group 252">
                <a:extLst>
                  <a:ext uri="{FF2B5EF4-FFF2-40B4-BE49-F238E27FC236}">
                    <a16:creationId xmlns:a16="http://schemas.microsoft.com/office/drawing/2014/main" id="{BF6C1196-3CDD-A543-AA85-2A107D283F1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188" y="-1494"/>
                <a:ext cx="60" cy="60"/>
                <a:chOff x="7188" y="-1494"/>
                <a:chExt cx="60" cy="60"/>
              </a:xfrm>
            </p:grpSpPr>
            <p:sp>
              <p:nvSpPr>
                <p:cNvPr id="25804" name="Freeform 384">
                  <a:extLst>
                    <a:ext uri="{FF2B5EF4-FFF2-40B4-BE49-F238E27FC236}">
                      <a16:creationId xmlns:a16="http://schemas.microsoft.com/office/drawing/2014/main" id="{A7778CE3-FE64-844E-8A67-896EB6158DD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188" y="-1494"/>
                  <a:ext cx="60" cy="60"/>
                </a:xfrm>
                <a:custGeom>
                  <a:avLst/>
                  <a:gdLst>
                    <a:gd name="T0" fmla="*/ 30 w 60"/>
                    <a:gd name="T1" fmla="*/ -1494 h 60"/>
                    <a:gd name="T2" fmla="*/ 18 w 60"/>
                    <a:gd name="T3" fmla="*/ -1492 h 60"/>
                    <a:gd name="T4" fmla="*/ 8 w 60"/>
                    <a:gd name="T5" fmla="*/ -1486 h 60"/>
                    <a:gd name="T6" fmla="*/ 2 w 60"/>
                    <a:gd name="T7" fmla="*/ -1476 h 60"/>
                    <a:gd name="T8" fmla="*/ 0 w 60"/>
                    <a:gd name="T9" fmla="*/ -1464 h 60"/>
                    <a:gd name="T10" fmla="*/ 2 w 60"/>
                    <a:gd name="T11" fmla="*/ -1452 h 60"/>
                    <a:gd name="T12" fmla="*/ 8 w 60"/>
                    <a:gd name="T13" fmla="*/ -1443 h 60"/>
                    <a:gd name="T14" fmla="*/ 18 w 60"/>
                    <a:gd name="T15" fmla="*/ -1437 h 60"/>
                    <a:gd name="T16" fmla="*/ 30 w 60"/>
                    <a:gd name="T17" fmla="*/ -1434 h 60"/>
                    <a:gd name="T18" fmla="*/ 42 w 60"/>
                    <a:gd name="T19" fmla="*/ -1437 h 60"/>
                    <a:gd name="T20" fmla="*/ 51 w 60"/>
                    <a:gd name="T21" fmla="*/ -1443 h 60"/>
                    <a:gd name="T22" fmla="*/ 57 w 60"/>
                    <a:gd name="T23" fmla="*/ -1452 h 60"/>
                    <a:gd name="T24" fmla="*/ 60 w 60"/>
                    <a:gd name="T25" fmla="*/ -1464 h 60"/>
                    <a:gd name="T26" fmla="*/ 57 w 60"/>
                    <a:gd name="T27" fmla="*/ -1476 h 60"/>
                    <a:gd name="T28" fmla="*/ 51 w 60"/>
                    <a:gd name="T29" fmla="*/ -1486 h 60"/>
                    <a:gd name="T30" fmla="*/ 42 w 60"/>
                    <a:gd name="T31" fmla="*/ -1492 h 60"/>
                    <a:gd name="T32" fmla="*/ 30 w 60"/>
                    <a:gd name="T33" fmla="*/ -1494 h 60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60" h="60">
                      <a:moveTo>
                        <a:pt x="30" y="0"/>
                      </a:moveTo>
                      <a:lnTo>
                        <a:pt x="18" y="2"/>
                      </a:lnTo>
                      <a:lnTo>
                        <a:pt x="8" y="8"/>
                      </a:lnTo>
                      <a:lnTo>
                        <a:pt x="2" y="18"/>
                      </a:lnTo>
                      <a:lnTo>
                        <a:pt x="0" y="30"/>
                      </a:lnTo>
                      <a:lnTo>
                        <a:pt x="2" y="42"/>
                      </a:lnTo>
                      <a:lnTo>
                        <a:pt x="8" y="51"/>
                      </a:lnTo>
                      <a:lnTo>
                        <a:pt x="18" y="57"/>
                      </a:lnTo>
                      <a:lnTo>
                        <a:pt x="30" y="60"/>
                      </a:lnTo>
                      <a:lnTo>
                        <a:pt x="42" y="57"/>
                      </a:lnTo>
                      <a:lnTo>
                        <a:pt x="51" y="51"/>
                      </a:lnTo>
                      <a:lnTo>
                        <a:pt x="57" y="42"/>
                      </a:lnTo>
                      <a:lnTo>
                        <a:pt x="60" y="30"/>
                      </a:lnTo>
                      <a:lnTo>
                        <a:pt x="57" y="18"/>
                      </a:lnTo>
                      <a:lnTo>
                        <a:pt x="51" y="8"/>
                      </a:lnTo>
                      <a:lnTo>
                        <a:pt x="42" y="2"/>
                      </a:lnTo>
                      <a:lnTo>
                        <a:pt x="30" y="0"/>
                      </a:lnTo>
                    </a:path>
                  </a:pathLst>
                </a:cu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5673" name="Group 253">
                <a:extLst>
                  <a:ext uri="{FF2B5EF4-FFF2-40B4-BE49-F238E27FC236}">
                    <a16:creationId xmlns:a16="http://schemas.microsoft.com/office/drawing/2014/main" id="{8332686F-5077-2F42-9D6A-E0A7435AA75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218" y="-1464"/>
                <a:ext cx="2" cy="360"/>
                <a:chOff x="7218" y="-1464"/>
                <a:chExt cx="2" cy="360"/>
              </a:xfrm>
            </p:grpSpPr>
            <p:sp>
              <p:nvSpPr>
                <p:cNvPr id="25803" name="Freeform 383">
                  <a:extLst>
                    <a:ext uri="{FF2B5EF4-FFF2-40B4-BE49-F238E27FC236}">
                      <a16:creationId xmlns:a16="http://schemas.microsoft.com/office/drawing/2014/main" id="{CBAED975-396E-F543-870D-519F87A3423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218" y="-1464"/>
                  <a:ext cx="2" cy="360"/>
                </a:xfrm>
                <a:custGeom>
                  <a:avLst/>
                  <a:gdLst>
                    <a:gd name="T0" fmla="*/ 0 w 2"/>
                    <a:gd name="T1" fmla="*/ -1464 h 360"/>
                    <a:gd name="T2" fmla="*/ 0 w 2"/>
                    <a:gd name="T3" fmla="*/ -1104 h 360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2" h="360">
                      <a:moveTo>
                        <a:pt x="0" y="0"/>
                      </a:moveTo>
                      <a:lnTo>
                        <a:pt x="0" y="360"/>
                      </a:lnTo>
                    </a:path>
                  </a:pathLst>
                </a:custGeom>
                <a:noFill/>
                <a:ln w="3937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5674" name="Group 254">
                <a:extLst>
                  <a:ext uri="{FF2B5EF4-FFF2-40B4-BE49-F238E27FC236}">
                    <a16:creationId xmlns:a16="http://schemas.microsoft.com/office/drawing/2014/main" id="{4F8B5468-FC4A-C84C-8BD4-C37E58545DE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814" y="-1567"/>
                <a:ext cx="110" cy="66"/>
                <a:chOff x="6814" y="-1567"/>
                <a:chExt cx="110" cy="66"/>
              </a:xfrm>
            </p:grpSpPr>
            <p:sp>
              <p:nvSpPr>
                <p:cNvPr id="25798" name="Freeform 378">
                  <a:extLst>
                    <a:ext uri="{FF2B5EF4-FFF2-40B4-BE49-F238E27FC236}">
                      <a16:creationId xmlns:a16="http://schemas.microsoft.com/office/drawing/2014/main" id="{7A0420CC-6D9D-1C46-BA5B-DF52FC56FA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14" y="-1567"/>
                  <a:ext cx="110" cy="66"/>
                </a:xfrm>
                <a:custGeom>
                  <a:avLst/>
                  <a:gdLst>
                    <a:gd name="T0" fmla="*/ 111 w 110"/>
                    <a:gd name="T1" fmla="*/ -1545 h 66"/>
                    <a:gd name="T2" fmla="*/ 107 w 110"/>
                    <a:gd name="T3" fmla="*/ -1545 h 66"/>
                    <a:gd name="T4" fmla="*/ 107 w 110"/>
                    <a:gd name="T5" fmla="*/ -1524 h 66"/>
                    <a:gd name="T6" fmla="*/ 9 w 110"/>
                    <a:gd name="T7" fmla="*/ -1524 h 66"/>
                    <a:gd name="T8" fmla="*/ 0 w 110"/>
                    <a:gd name="T9" fmla="*/ -1515 h 66"/>
                    <a:gd name="T10" fmla="*/ 0 w 110"/>
                    <a:gd name="T11" fmla="*/ -1501 h 66"/>
                    <a:gd name="T12" fmla="*/ 111 w 110"/>
                    <a:gd name="T13" fmla="*/ -1524 h 66"/>
                    <a:gd name="T14" fmla="*/ 107 w 110"/>
                    <a:gd name="T15" fmla="*/ -1524 h 66"/>
                    <a:gd name="T16" fmla="*/ 58 w 110"/>
                    <a:gd name="T17" fmla="*/ -1534 h 66"/>
                    <a:gd name="T18" fmla="*/ 111 w 110"/>
                    <a:gd name="T19" fmla="*/ -1534 h 66"/>
                    <a:gd name="T20" fmla="*/ 111 w 110"/>
                    <a:gd name="T21" fmla="*/ -1545 h 6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10" h="66">
                      <a:moveTo>
                        <a:pt x="111" y="22"/>
                      </a:moveTo>
                      <a:lnTo>
                        <a:pt x="107" y="22"/>
                      </a:lnTo>
                      <a:lnTo>
                        <a:pt x="107" y="43"/>
                      </a:lnTo>
                      <a:lnTo>
                        <a:pt x="9" y="43"/>
                      </a:lnTo>
                      <a:lnTo>
                        <a:pt x="0" y="52"/>
                      </a:lnTo>
                      <a:lnTo>
                        <a:pt x="0" y="66"/>
                      </a:lnTo>
                      <a:lnTo>
                        <a:pt x="111" y="43"/>
                      </a:lnTo>
                      <a:lnTo>
                        <a:pt x="107" y="43"/>
                      </a:lnTo>
                      <a:lnTo>
                        <a:pt x="58" y="33"/>
                      </a:lnTo>
                      <a:lnTo>
                        <a:pt x="111" y="33"/>
                      </a:lnTo>
                      <a:lnTo>
                        <a:pt x="111" y="22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5799" name="Freeform 379">
                  <a:extLst>
                    <a:ext uri="{FF2B5EF4-FFF2-40B4-BE49-F238E27FC236}">
                      <a16:creationId xmlns:a16="http://schemas.microsoft.com/office/drawing/2014/main" id="{CD2E40B2-C977-744B-ADB8-1AAD46C9E46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14" y="-1567"/>
                  <a:ext cx="110" cy="66"/>
                </a:xfrm>
                <a:custGeom>
                  <a:avLst/>
                  <a:gdLst>
                    <a:gd name="T0" fmla="*/ 107 w 110"/>
                    <a:gd name="T1" fmla="*/ -1545 h 66"/>
                    <a:gd name="T2" fmla="*/ 58 w 110"/>
                    <a:gd name="T3" fmla="*/ -1534 h 66"/>
                    <a:gd name="T4" fmla="*/ 107 w 110"/>
                    <a:gd name="T5" fmla="*/ -1524 h 66"/>
                    <a:gd name="T6" fmla="*/ 107 w 110"/>
                    <a:gd name="T7" fmla="*/ -1545 h 66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10" h="66">
                      <a:moveTo>
                        <a:pt x="107" y="22"/>
                      </a:moveTo>
                      <a:lnTo>
                        <a:pt x="58" y="33"/>
                      </a:lnTo>
                      <a:lnTo>
                        <a:pt x="107" y="43"/>
                      </a:lnTo>
                      <a:lnTo>
                        <a:pt x="107" y="22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5800" name="Freeform 380">
                  <a:extLst>
                    <a:ext uri="{FF2B5EF4-FFF2-40B4-BE49-F238E27FC236}">
                      <a16:creationId xmlns:a16="http://schemas.microsoft.com/office/drawing/2014/main" id="{F5466A96-BF6F-8443-B019-B24452CA141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14" y="-1567"/>
                  <a:ext cx="110" cy="66"/>
                </a:xfrm>
                <a:custGeom>
                  <a:avLst/>
                  <a:gdLst>
                    <a:gd name="T0" fmla="*/ 12 w 110"/>
                    <a:gd name="T1" fmla="*/ -1565 h 66"/>
                    <a:gd name="T2" fmla="*/ 21 w 110"/>
                    <a:gd name="T3" fmla="*/ -1555 h 66"/>
                    <a:gd name="T4" fmla="*/ 21 w 110"/>
                    <a:gd name="T5" fmla="*/ -1542 h 66"/>
                    <a:gd name="T6" fmla="*/ 58 w 110"/>
                    <a:gd name="T7" fmla="*/ -1534 h 66"/>
                    <a:gd name="T8" fmla="*/ 107 w 110"/>
                    <a:gd name="T9" fmla="*/ -1545 h 66"/>
                    <a:gd name="T10" fmla="*/ 111 w 110"/>
                    <a:gd name="T11" fmla="*/ -1545 h 66"/>
                    <a:gd name="T12" fmla="*/ 12 w 110"/>
                    <a:gd name="T13" fmla="*/ -1565 h 6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110" h="66">
                      <a:moveTo>
                        <a:pt x="12" y="2"/>
                      </a:moveTo>
                      <a:lnTo>
                        <a:pt x="21" y="12"/>
                      </a:lnTo>
                      <a:lnTo>
                        <a:pt x="21" y="25"/>
                      </a:lnTo>
                      <a:lnTo>
                        <a:pt x="58" y="33"/>
                      </a:lnTo>
                      <a:lnTo>
                        <a:pt x="107" y="22"/>
                      </a:lnTo>
                      <a:lnTo>
                        <a:pt x="111" y="22"/>
                      </a:lnTo>
                      <a:lnTo>
                        <a:pt x="12" y="2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5801" name="Freeform 381">
                  <a:extLst>
                    <a:ext uri="{FF2B5EF4-FFF2-40B4-BE49-F238E27FC236}">
                      <a16:creationId xmlns:a16="http://schemas.microsoft.com/office/drawing/2014/main" id="{2351FACF-4501-8247-AECC-3ADACCFC7D8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14" y="-1567"/>
                  <a:ext cx="110" cy="66"/>
                </a:xfrm>
                <a:custGeom>
                  <a:avLst/>
                  <a:gdLst>
                    <a:gd name="T0" fmla="*/ 0 w 110"/>
                    <a:gd name="T1" fmla="*/ -1567 h 66"/>
                    <a:gd name="T2" fmla="*/ 0 w 110"/>
                    <a:gd name="T3" fmla="*/ -1535 h 66"/>
                    <a:gd name="T4" fmla="*/ 21 w 110"/>
                    <a:gd name="T5" fmla="*/ -1535 h 66"/>
                    <a:gd name="T6" fmla="*/ 21 w 110"/>
                    <a:gd name="T7" fmla="*/ -1542 h 66"/>
                    <a:gd name="T8" fmla="*/ 9 w 110"/>
                    <a:gd name="T9" fmla="*/ -1545 h 66"/>
                    <a:gd name="T10" fmla="*/ 12 w 110"/>
                    <a:gd name="T11" fmla="*/ -1565 h 66"/>
                    <a:gd name="T12" fmla="*/ 0 w 110"/>
                    <a:gd name="T13" fmla="*/ -1567 h 6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110" h="66">
                      <a:moveTo>
                        <a:pt x="0" y="0"/>
                      </a:moveTo>
                      <a:lnTo>
                        <a:pt x="0" y="32"/>
                      </a:lnTo>
                      <a:lnTo>
                        <a:pt x="21" y="32"/>
                      </a:lnTo>
                      <a:lnTo>
                        <a:pt x="21" y="25"/>
                      </a:lnTo>
                      <a:lnTo>
                        <a:pt x="9" y="22"/>
                      </a:lnTo>
                      <a:lnTo>
                        <a:pt x="12" y="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5802" name="Freeform 382">
                  <a:extLst>
                    <a:ext uri="{FF2B5EF4-FFF2-40B4-BE49-F238E27FC236}">
                      <a16:creationId xmlns:a16="http://schemas.microsoft.com/office/drawing/2014/main" id="{E1EA2259-20EC-C04A-9EE9-32EDAB6043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14" y="-1567"/>
                  <a:ext cx="110" cy="66"/>
                </a:xfrm>
                <a:custGeom>
                  <a:avLst/>
                  <a:gdLst>
                    <a:gd name="T0" fmla="*/ 12 w 110"/>
                    <a:gd name="T1" fmla="*/ -1565 h 66"/>
                    <a:gd name="T2" fmla="*/ 9 w 110"/>
                    <a:gd name="T3" fmla="*/ -1545 h 66"/>
                    <a:gd name="T4" fmla="*/ 21 w 110"/>
                    <a:gd name="T5" fmla="*/ -1542 h 66"/>
                    <a:gd name="T6" fmla="*/ 21 w 110"/>
                    <a:gd name="T7" fmla="*/ -1555 h 66"/>
                    <a:gd name="T8" fmla="*/ 12 w 110"/>
                    <a:gd name="T9" fmla="*/ -1565 h 6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10" h="66">
                      <a:moveTo>
                        <a:pt x="12" y="2"/>
                      </a:moveTo>
                      <a:lnTo>
                        <a:pt x="9" y="22"/>
                      </a:lnTo>
                      <a:lnTo>
                        <a:pt x="21" y="25"/>
                      </a:lnTo>
                      <a:lnTo>
                        <a:pt x="21" y="12"/>
                      </a:lnTo>
                      <a:lnTo>
                        <a:pt x="12" y="2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5675" name="Group 255">
                <a:extLst>
                  <a:ext uri="{FF2B5EF4-FFF2-40B4-BE49-F238E27FC236}">
                    <a16:creationId xmlns:a16="http://schemas.microsoft.com/office/drawing/2014/main" id="{92B12CA1-221C-0143-8F6D-5A606A0F147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813" y="-1528"/>
                <a:ext cx="22" cy="2"/>
                <a:chOff x="6813" y="-1528"/>
                <a:chExt cx="22" cy="2"/>
              </a:xfrm>
            </p:grpSpPr>
            <p:sp>
              <p:nvSpPr>
                <p:cNvPr id="25797" name="Freeform 377">
                  <a:extLst>
                    <a:ext uri="{FF2B5EF4-FFF2-40B4-BE49-F238E27FC236}">
                      <a16:creationId xmlns:a16="http://schemas.microsoft.com/office/drawing/2014/main" id="{FB20B3F4-DEFC-9848-881A-6B6E094E99A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13" y="-1528"/>
                  <a:ext cx="22" cy="2"/>
                </a:xfrm>
                <a:custGeom>
                  <a:avLst/>
                  <a:gdLst>
                    <a:gd name="T0" fmla="*/ 0 w 22"/>
                    <a:gd name="T1" fmla="*/ 0 h 2"/>
                    <a:gd name="T2" fmla="*/ 22 w 22"/>
                    <a:gd name="T3" fmla="*/ 0 h 2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22" h="2">
                      <a:moveTo>
                        <a:pt x="0" y="0"/>
                      </a:moveTo>
                      <a:lnTo>
                        <a:pt x="22" y="0"/>
                      </a:lnTo>
                    </a:path>
                  </a:pathLst>
                </a:custGeom>
                <a:noFill/>
                <a:ln w="18034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5676" name="Group 256">
                <a:extLst>
                  <a:ext uri="{FF2B5EF4-FFF2-40B4-BE49-F238E27FC236}">
                    <a16:creationId xmlns:a16="http://schemas.microsoft.com/office/drawing/2014/main" id="{00F0249D-8EE0-B24D-9F16-1D25197BB8F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824" y="-1555"/>
                <a:ext cx="98" cy="41"/>
                <a:chOff x="6824" y="-1555"/>
                <a:chExt cx="98" cy="41"/>
              </a:xfrm>
            </p:grpSpPr>
            <p:sp>
              <p:nvSpPr>
                <p:cNvPr id="25796" name="Freeform 376">
                  <a:extLst>
                    <a:ext uri="{FF2B5EF4-FFF2-40B4-BE49-F238E27FC236}">
                      <a16:creationId xmlns:a16="http://schemas.microsoft.com/office/drawing/2014/main" id="{2CB53007-44DF-A349-B8FF-661FBBC0D56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24" y="-1555"/>
                  <a:ext cx="98" cy="41"/>
                </a:xfrm>
                <a:custGeom>
                  <a:avLst/>
                  <a:gdLst>
                    <a:gd name="T0" fmla="*/ 0 w 98"/>
                    <a:gd name="T1" fmla="*/ -1555 h 41"/>
                    <a:gd name="T2" fmla="*/ 0 w 98"/>
                    <a:gd name="T3" fmla="*/ -1515 h 41"/>
                    <a:gd name="T4" fmla="*/ 98 w 98"/>
                    <a:gd name="T5" fmla="*/ -1535 h 41"/>
                    <a:gd name="T6" fmla="*/ 0 w 98"/>
                    <a:gd name="T7" fmla="*/ -1555 h 41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98" h="41">
                      <a:moveTo>
                        <a:pt x="0" y="0"/>
                      </a:moveTo>
                      <a:lnTo>
                        <a:pt x="0" y="40"/>
                      </a:lnTo>
                      <a:lnTo>
                        <a:pt x="98" y="2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5677" name="Group 257">
                <a:extLst>
                  <a:ext uri="{FF2B5EF4-FFF2-40B4-BE49-F238E27FC236}">
                    <a16:creationId xmlns:a16="http://schemas.microsoft.com/office/drawing/2014/main" id="{4C03D1EF-7AC5-4B47-B360-156F4C9C74D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005" y="-1715"/>
                <a:ext cx="2" cy="1438"/>
                <a:chOff x="5005" y="-1715"/>
                <a:chExt cx="2" cy="1438"/>
              </a:xfrm>
            </p:grpSpPr>
            <p:sp>
              <p:nvSpPr>
                <p:cNvPr id="25795" name="Freeform 375">
                  <a:extLst>
                    <a:ext uri="{FF2B5EF4-FFF2-40B4-BE49-F238E27FC236}">
                      <a16:creationId xmlns:a16="http://schemas.microsoft.com/office/drawing/2014/main" id="{2A555771-5145-664A-A850-07496A05205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5" y="-1715"/>
                  <a:ext cx="2" cy="1438"/>
                </a:xfrm>
                <a:custGeom>
                  <a:avLst/>
                  <a:gdLst>
                    <a:gd name="T0" fmla="*/ 0 w 2"/>
                    <a:gd name="T1" fmla="*/ -1715 h 1438"/>
                    <a:gd name="T2" fmla="*/ 0 w 2"/>
                    <a:gd name="T3" fmla="*/ -277 h 1438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2" h="1438">
                      <a:moveTo>
                        <a:pt x="0" y="0"/>
                      </a:moveTo>
                      <a:lnTo>
                        <a:pt x="0" y="1438"/>
                      </a:lnTo>
                    </a:path>
                  </a:pathLst>
                </a:custGeom>
                <a:noFill/>
                <a:ln w="2032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5678" name="Group 258">
                <a:extLst>
                  <a:ext uri="{FF2B5EF4-FFF2-40B4-BE49-F238E27FC236}">
                    <a16:creationId xmlns:a16="http://schemas.microsoft.com/office/drawing/2014/main" id="{52B15580-8DFC-D14D-BC6D-B399CB1FDB0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005" y="-1700"/>
                <a:ext cx="1153" cy="2"/>
                <a:chOff x="5005" y="-1700"/>
                <a:chExt cx="1153" cy="2"/>
              </a:xfrm>
            </p:grpSpPr>
            <p:sp>
              <p:nvSpPr>
                <p:cNvPr id="25794" name="Freeform 374">
                  <a:extLst>
                    <a:ext uri="{FF2B5EF4-FFF2-40B4-BE49-F238E27FC236}">
                      <a16:creationId xmlns:a16="http://schemas.microsoft.com/office/drawing/2014/main" id="{C05643BE-290A-7341-A293-82328D72CA3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05" y="-1700"/>
                  <a:ext cx="1153" cy="2"/>
                </a:xfrm>
                <a:custGeom>
                  <a:avLst/>
                  <a:gdLst>
                    <a:gd name="T0" fmla="*/ 0 w 1153"/>
                    <a:gd name="T1" fmla="*/ 0 h 2"/>
                    <a:gd name="T2" fmla="*/ 1153 w 1153"/>
                    <a:gd name="T3" fmla="*/ 0 h 2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1153" h="2">
                      <a:moveTo>
                        <a:pt x="0" y="0"/>
                      </a:moveTo>
                      <a:lnTo>
                        <a:pt x="1153" y="0"/>
                      </a:lnTo>
                    </a:path>
                  </a:pathLst>
                </a:custGeom>
                <a:noFill/>
                <a:ln w="2032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5679" name="Group 259">
                <a:extLst>
                  <a:ext uri="{FF2B5EF4-FFF2-40B4-BE49-F238E27FC236}">
                    <a16:creationId xmlns:a16="http://schemas.microsoft.com/office/drawing/2014/main" id="{03CABF71-2AD5-3F45-9DB6-4869F9310F0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143" y="-1699"/>
                <a:ext cx="2" cy="1436"/>
                <a:chOff x="6143" y="-1699"/>
                <a:chExt cx="2" cy="1436"/>
              </a:xfrm>
            </p:grpSpPr>
            <p:sp>
              <p:nvSpPr>
                <p:cNvPr id="25793" name="Freeform 373">
                  <a:extLst>
                    <a:ext uri="{FF2B5EF4-FFF2-40B4-BE49-F238E27FC236}">
                      <a16:creationId xmlns:a16="http://schemas.microsoft.com/office/drawing/2014/main" id="{1BB9AD18-F70B-2F4C-A28C-047FBCE0E63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43" y="-1699"/>
                  <a:ext cx="2" cy="1436"/>
                </a:xfrm>
                <a:custGeom>
                  <a:avLst/>
                  <a:gdLst>
                    <a:gd name="T0" fmla="*/ 0 w 2"/>
                    <a:gd name="T1" fmla="*/ -1699 h 1436"/>
                    <a:gd name="T2" fmla="*/ 0 w 2"/>
                    <a:gd name="T3" fmla="*/ -263 h 1436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2" h="1436">
                      <a:moveTo>
                        <a:pt x="0" y="0"/>
                      </a:moveTo>
                      <a:lnTo>
                        <a:pt x="0" y="1436"/>
                      </a:lnTo>
                    </a:path>
                  </a:pathLst>
                </a:custGeom>
                <a:noFill/>
                <a:ln w="2032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5680" name="Group 260">
                <a:extLst>
                  <a:ext uri="{FF2B5EF4-FFF2-40B4-BE49-F238E27FC236}">
                    <a16:creationId xmlns:a16="http://schemas.microsoft.com/office/drawing/2014/main" id="{27F66FE8-531C-EC44-A7EA-DC9C2B2E9C1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990" y="-278"/>
                <a:ext cx="1152" cy="2"/>
                <a:chOff x="4990" y="-278"/>
                <a:chExt cx="1152" cy="2"/>
              </a:xfrm>
            </p:grpSpPr>
            <p:sp>
              <p:nvSpPr>
                <p:cNvPr id="25792" name="Freeform 372">
                  <a:extLst>
                    <a:ext uri="{FF2B5EF4-FFF2-40B4-BE49-F238E27FC236}">
                      <a16:creationId xmlns:a16="http://schemas.microsoft.com/office/drawing/2014/main" id="{90819974-0368-B04C-B8CF-65AFB488677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990" y="-278"/>
                  <a:ext cx="1152" cy="2"/>
                </a:xfrm>
                <a:custGeom>
                  <a:avLst/>
                  <a:gdLst>
                    <a:gd name="T0" fmla="*/ 0 w 1152"/>
                    <a:gd name="T1" fmla="*/ 0 h 2"/>
                    <a:gd name="T2" fmla="*/ 1152 w 1152"/>
                    <a:gd name="T3" fmla="*/ 0 h 2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1152" h="2">
                      <a:moveTo>
                        <a:pt x="0" y="0"/>
                      </a:moveTo>
                      <a:lnTo>
                        <a:pt x="1152" y="0"/>
                      </a:lnTo>
                    </a:path>
                  </a:pathLst>
                </a:custGeom>
                <a:noFill/>
                <a:ln w="2032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5681" name="Group 261">
                <a:extLst>
                  <a:ext uri="{FF2B5EF4-FFF2-40B4-BE49-F238E27FC236}">
                    <a16:creationId xmlns:a16="http://schemas.microsoft.com/office/drawing/2014/main" id="{67A0A5DE-F9CD-D942-A79B-949A01A319F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151" y="-1535"/>
                <a:ext cx="826" cy="2"/>
                <a:chOff x="6151" y="-1535"/>
                <a:chExt cx="826" cy="2"/>
              </a:xfrm>
            </p:grpSpPr>
            <p:sp>
              <p:nvSpPr>
                <p:cNvPr id="25791" name="Freeform 371">
                  <a:extLst>
                    <a:ext uri="{FF2B5EF4-FFF2-40B4-BE49-F238E27FC236}">
                      <a16:creationId xmlns:a16="http://schemas.microsoft.com/office/drawing/2014/main" id="{2CB3BD0A-76C7-2A44-9CEC-5AF347DDFAE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51" y="-1535"/>
                  <a:ext cx="826" cy="2"/>
                </a:xfrm>
                <a:custGeom>
                  <a:avLst/>
                  <a:gdLst>
                    <a:gd name="T0" fmla="*/ 0 w 826"/>
                    <a:gd name="T1" fmla="*/ 0 h 2"/>
                    <a:gd name="T2" fmla="*/ 825 w 826"/>
                    <a:gd name="T3" fmla="*/ 0 h 2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826" h="2">
                      <a:moveTo>
                        <a:pt x="0" y="0"/>
                      </a:moveTo>
                      <a:lnTo>
                        <a:pt x="825" y="0"/>
                      </a:lnTo>
                    </a:path>
                  </a:pathLst>
                </a:custGeom>
                <a:noFill/>
                <a:ln w="889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5682" name="Group 262">
                <a:extLst>
                  <a:ext uri="{FF2B5EF4-FFF2-40B4-BE49-F238E27FC236}">
                    <a16:creationId xmlns:a16="http://schemas.microsoft.com/office/drawing/2014/main" id="{F2E313EA-6B91-3C4A-A101-C589AE03437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814" y="-1387"/>
                <a:ext cx="110" cy="66"/>
                <a:chOff x="6814" y="-1387"/>
                <a:chExt cx="110" cy="66"/>
              </a:xfrm>
            </p:grpSpPr>
            <p:sp>
              <p:nvSpPr>
                <p:cNvPr id="25786" name="Freeform 366">
                  <a:extLst>
                    <a:ext uri="{FF2B5EF4-FFF2-40B4-BE49-F238E27FC236}">
                      <a16:creationId xmlns:a16="http://schemas.microsoft.com/office/drawing/2014/main" id="{407EA9AC-F2E9-3F4A-8A57-5FCCF4B9E51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14" y="-1387"/>
                  <a:ext cx="110" cy="66"/>
                </a:xfrm>
                <a:custGeom>
                  <a:avLst/>
                  <a:gdLst>
                    <a:gd name="T0" fmla="*/ 111 w 110"/>
                    <a:gd name="T1" fmla="*/ -1365 h 66"/>
                    <a:gd name="T2" fmla="*/ 107 w 110"/>
                    <a:gd name="T3" fmla="*/ -1365 h 66"/>
                    <a:gd name="T4" fmla="*/ 107 w 110"/>
                    <a:gd name="T5" fmla="*/ -1344 h 66"/>
                    <a:gd name="T6" fmla="*/ 9 w 110"/>
                    <a:gd name="T7" fmla="*/ -1344 h 66"/>
                    <a:gd name="T8" fmla="*/ 0 w 110"/>
                    <a:gd name="T9" fmla="*/ -1335 h 66"/>
                    <a:gd name="T10" fmla="*/ 0 w 110"/>
                    <a:gd name="T11" fmla="*/ -1321 h 66"/>
                    <a:gd name="T12" fmla="*/ 111 w 110"/>
                    <a:gd name="T13" fmla="*/ -1344 h 66"/>
                    <a:gd name="T14" fmla="*/ 107 w 110"/>
                    <a:gd name="T15" fmla="*/ -1344 h 66"/>
                    <a:gd name="T16" fmla="*/ 58 w 110"/>
                    <a:gd name="T17" fmla="*/ -1354 h 66"/>
                    <a:gd name="T18" fmla="*/ 111 w 110"/>
                    <a:gd name="T19" fmla="*/ -1354 h 66"/>
                    <a:gd name="T20" fmla="*/ 111 w 110"/>
                    <a:gd name="T21" fmla="*/ -1365 h 6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10" h="66">
                      <a:moveTo>
                        <a:pt x="111" y="22"/>
                      </a:moveTo>
                      <a:lnTo>
                        <a:pt x="107" y="22"/>
                      </a:lnTo>
                      <a:lnTo>
                        <a:pt x="107" y="43"/>
                      </a:lnTo>
                      <a:lnTo>
                        <a:pt x="9" y="43"/>
                      </a:lnTo>
                      <a:lnTo>
                        <a:pt x="0" y="52"/>
                      </a:lnTo>
                      <a:lnTo>
                        <a:pt x="0" y="66"/>
                      </a:lnTo>
                      <a:lnTo>
                        <a:pt x="111" y="43"/>
                      </a:lnTo>
                      <a:lnTo>
                        <a:pt x="107" y="43"/>
                      </a:lnTo>
                      <a:lnTo>
                        <a:pt x="58" y="33"/>
                      </a:lnTo>
                      <a:lnTo>
                        <a:pt x="111" y="33"/>
                      </a:lnTo>
                      <a:lnTo>
                        <a:pt x="111" y="22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5787" name="Freeform 367">
                  <a:extLst>
                    <a:ext uri="{FF2B5EF4-FFF2-40B4-BE49-F238E27FC236}">
                      <a16:creationId xmlns:a16="http://schemas.microsoft.com/office/drawing/2014/main" id="{2343F650-5541-0D47-A80B-09DAC200921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14" y="-1387"/>
                  <a:ext cx="110" cy="66"/>
                </a:xfrm>
                <a:custGeom>
                  <a:avLst/>
                  <a:gdLst>
                    <a:gd name="T0" fmla="*/ 107 w 110"/>
                    <a:gd name="T1" fmla="*/ -1365 h 66"/>
                    <a:gd name="T2" fmla="*/ 58 w 110"/>
                    <a:gd name="T3" fmla="*/ -1354 h 66"/>
                    <a:gd name="T4" fmla="*/ 107 w 110"/>
                    <a:gd name="T5" fmla="*/ -1344 h 66"/>
                    <a:gd name="T6" fmla="*/ 107 w 110"/>
                    <a:gd name="T7" fmla="*/ -1365 h 66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10" h="66">
                      <a:moveTo>
                        <a:pt x="107" y="22"/>
                      </a:moveTo>
                      <a:lnTo>
                        <a:pt x="58" y="33"/>
                      </a:lnTo>
                      <a:lnTo>
                        <a:pt x="107" y="43"/>
                      </a:lnTo>
                      <a:lnTo>
                        <a:pt x="107" y="22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5788" name="Freeform 368">
                  <a:extLst>
                    <a:ext uri="{FF2B5EF4-FFF2-40B4-BE49-F238E27FC236}">
                      <a16:creationId xmlns:a16="http://schemas.microsoft.com/office/drawing/2014/main" id="{714D7D20-D317-354B-9170-C11CE4FA809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14" y="-1387"/>
                  <a:ext cx="110" cy="66"/>
                </a:xfrm>
                <a:custGeom>
                  <a:avLst/>
                  <a:gdLst>
                    <a:gd name="T0" fmla="*/ 12 w 110"/>
                    <a:gd name="T1" fmla="*/ -1385 h 66"/>
                    <a:gd name="T2" fmla="*/ 21 w 110"/>
                    <a:gd name="T3" fmla="*/ -1375 h 66"/>
                    <a:gd name="T4" fmla="*/ 21 w 110"/>
                    <a:gd name="T5" fmla="*/ -1362 h 66"/>
                    <a:gd name="T6" fmla="*/ 58 w 110"/>
                    <a:gd name="T7" fmla="*/ -1354 h 66"/>
                    <a:gd name="T8" fmla="*/ 107 w 110"/>
                    <a:gd name="T9" fmla="*/ -1365 h 66"/>
                    <a:gd name="T10" fmla="*/ 111 w 110"/>
                    <a:gd name="T11" fmla="*/ -1365 h 66"/>
                    <a:gd name="T12" fmla="*/ 12 w 110"/>
                    <a:gd name="T13" fmla="*/ -1385 h 6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110" h="66">
                      <a:moveTo>
                        <a:pt x="12" y="2"/>
                      </a:moveTo>
                      <a:lnTo>
                        <a:pt x="21" y="12"/>
                      </a:lnTo>
                      <a:lnTo>
                        <a:pt x="21" y="25"/>
                      </a:lnTo>
                      <a:lnTo>
                        <a:pt x="58" y="33"/>
                      </a:lnTo>
                      <a:lnTo>
                        <a:pt x="107" y="22"/>
                      </a:lnTo>
                      <a:lnTo>
                        <a:pt x="111" y="22"/>
                      </a:lnTo>
                      <a:lnTo>
                        <a:pt x="12" y="2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5789" name="Freeform 369">
                  <a:extLst>
                    <a:ext uri="{FF2B5EF4-FFF2-40B4-BE49-F238E27FC236}">
                      <a16:creationId xmlns:a16="http://schemas.microsoft.com/office/drawing/2014/main" id="{3123DFCB-EFBE-2C48-BD83-E5B407BA2D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14" y="-1387"/>
                  <a:ext cx="110" cy="66"/>
                </a:xfrm>
                <a:custGeom>
                  <a:avLst/>
                  <a:gdLst>
                    <a:gd name="T0" fmla="*/ 0 w 110"/>
                    <a:gd name="T1" fmla="*/ -1387 h 66"/>
                    <a:gd name="T2" fmla="*/ 0 w 110"/>
                    <a:gd name="T3" fmla="*/ -1355 h 66"/>
                    <a:gd name="T4" fmla="*/ 21 w 110"/>
                    <a:gd name="T5" fmla="*/ -1355 h 66"/>
                    <a:gd name="T6" fmla="*/ 21 w 110"/>
                    <a:gd name="T7" fmla="*/ -1362 h 66"/>
                    <a:gd name="T8" fmla="*/ 9 w 110"/>
                    <a:gd name="T9" fmla="*/ -1365 h 66"/>
                    <a:gd name="T10" fmla="*/ 12 w 110"/>
                    <a:gd name="T11" fmla="*/ -1385 h 66"/>
                    <a:gd name="T12" fmla="*/ 0 w 110"/>
                    <a:gd name="T13" fmla="*/ -1387 h 6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110" h="66">
                      <a:moveTo>
                        <a:pt x="0" y="0"/>
                      </a:moveTo>
                      <a:lnTo>
                        <a:pt x="0" y="32"/>
                      </a:lnTo>
                      <a:lnTo>
                        <a:pt x="21" y="32"/>
                      </a:lnTo>
                      <a:lnTo>
                        <a:pt x="21" y="25"/>
                      </a:lnTo>
                      <a:lnTo>
                        <a:pt x="9" y="22"/>
                      </a:lnTo>
                      <a:lnTo>
                        <a:pt x="12" y="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5790" name="Freeform 370">
                  <a:extLst>
                    <a:ext uri="{FF2B5EF4-FFF2-40B4-BE49-F238E27FC236}">
                      <a16:creationId xmlns:a16="http://schemas.microsoft.com/office/drawing/2014/main" id="{12DF3347-7664-5E42-B186-5D642ED5BE5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14" y="-1387"/>
                  <a:ext cx="110" cy="66"/>
                </a:xfrm>
                <a:custGeom>
                  <a:avLst/>
                  <a:gdLst>
                    <a:gd name="T0" fmla="*/ 12 w 110"/>
                    <a:gd name="T1" fmla="*/ -1385 h 66"/>
                    <a:gd name="T2" fmla="*/ 9 w 110"/>
                    <a:gd name="T3" fmla="*/ -1365 h 66"/>
                    <a:gd name="T4" fmla="*/ 21 w 110"/>
                    <a:gd name="T5" fmla="*/ -1362 h 66"/>
                    <a:gd name="T6" fmla="*/ 21 w 110"/>
                    <a:gd name="T7" fmla="*/ -1375 h 66"/>
                    <a:gd name="T8" fmla="*/ 12 w 110"/>
                    <a:gd name="T9" fmla="*/ -1385 h 6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10" h="66">
                      <a:moveTo>
                        <a:pt x="12" y="2"/>
                      </a:moveTo>
                      <a:lnTo>
                        <a:pt x="9" y="22"/>
                      </a:lnTo>
                      <a:lnTo>
                        <a:pt x="21" y="25"/>
                      </a:lnTo>
                      <a:lnTo>
                        <a:pt x="21" y="12"/>
                      </a:lnTo>
                      <a:lnTo>
                        <a:pt x="12" y="2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5683" name="Group 263">
                <a:extLst>
                  <a:ext uri="{FF2B5EF4-FFF2-40B4-BE49-F238E27FC236}">
                    <a16:creationId xmlns:a16="http://schemas.microsoft.com/office/drawing/2014/main" id="{D93FEAB2-5D18-F549-91FC-D4F9B70A70C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813" y="-1348"/>
                <a:ext cx="22" cy="2"/>
                <a:chOff x="6813" y="-1348"/>
                <a:chExt cx="22" cy="2"/>
              </a:xfrm>
            </p:grpSpPr>
            <p:sp>
              <p:nvSpPr>
                <p:cNvPr id="25785" name="Freeform 365">
                  <a:extLst>
                    <a:ext uri="{FF2B5EF4-FFF2-40B4-BE49-F238E27FC236}">
                      <a16:creationId xmlns:a16="http://schemas.microsoft.com/office/drawing/2014/main" id="{4313B4BA-9D53-B949-B8E3-3C76BE3CA57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13" y="-1348"/>
                  <a:ext cx="22" cy="2"/>
                </a:xfrm>
                <a:custGeom>
                  <a:avLst/>
                  <a:gdLst>
                    <a:gd name="T0" fmla="*/ 0 w 22"/>
                    <a:gd name="T1" fmla="*/ 0 h 2"/>
                    <a:gd name="T2" fmla="*/ 22 w 22"/>
                    <a:gd name="T3" fmla="*/ 0 h 2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22" h="2">
                      <a:moveTo>
                        <a:pt x="0" y="0"/>
                      </a:moveTo>
                      <a:lnTo>
                        <a:pt x="22" y="0"/>
                      </a:lnTo>
                    </a:path>
                  </a:pathLst>
                </a:custGeom>
                <a:noFill/>
                <a:ln w="18034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5684" name="Group 264">
                <a:extLst>
                  <a:ext uri="{FF2B5EF4-FFF2-40B4-BE49-F238E27FC236}">
                    <a16:creationId xmlns:a16="http://schemas.microsoft.com/office/drawing/2014/main" id="{97746CAF-0786-C94E-9F54-77937394925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824" y="-1375"/>
                <a:ext cx="98" cy="41"/>
                <a:chOff x="6824" y="-1375"/>
                <a:chExt cx="98" cy="41"/>
              </a:xfrm>
            </p:grpSpPr>
            <p:sp>
              <p:nvSpPr>
                <p:cNvPr id="25784" name="Freeform 364">
                  <a:extLst>
                    <a:ext uri="{FF2B5EF4-FFF2-40B4-BE49-F238E27FC236}">
                      <a16:creationId xmlns:a16="http://schemas.microsoft.com/office/drawing/2014/main" id="{8635D322-89DD-7F40-8FB6-AAB773ABB83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24" y="-1375"/>
                  <a:ext cx="98" cy="41"/>
                </a:xfrm>
                <a:custGeom>
                  <a:avLst/>
                  <a:gdLst>
                    <a:gd name="T0" fmla="*/ 0 w 98"/>
                    <a:gd name="T1" fmla="*/ -1375 h 41"/>
                    <a:gd name="T2" fmla="*/ 0 w 98"/>
                    <a:gd name="T3" fmla="*/ -1335 h 41"/>
                    <a:gd name="T4" fmla="*/ 98 w 98"/>
                    <a:gd name="T5" fmla="*/ -1355 h 41"/>
                    <a:gd name="T6" fmla="*/ 0 w 98"/>
                    <a:gd name="T7" fmla="*/ -1375 h 41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98" h="41">
                      <a:moveTo>
                        <a:pt x="0" y="0"/>
                      </a:moveTo>
                      <a:lnTo>
                        <a:pt x="0" y="40"/>
                      </a:lnTo>
                      <a:lnTo>
                        <a:pt x="98" y="2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5685" name="Group 265">
                <a:extLst>
                  <a:ext uri="{FF2B5EF4-FFF2-40B4-BE49-F238E27FC236}">
                    <a16:creationId xmlns:a16="http://schemas.microsoft.com/office/drawing/2014/main" id="{76AED942-481C-5E48-AA49-B64B9B6A78D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151" y="-1355"/>
                <a:ext cx="826" cy="2"/>
                <a:chOff x="6151" y="-1355"/>
                <a:chExt cx="826" cy="2"/>
              </a:xfrm>
            </p:grpSpPr>
            <p:sp>
              <p:nvSpPr>
                <p:cNvPr id="25783" name="Freeform 363">
                  <a:extLst>
                    <a:ext uri="{FF2B5EF4-FFF2-40B4-BE49-F238E27FC236}">
                      <a16:creationId xmlns:a16="http://schemas.microsoft.com/office/drawing/2014/main" id="{106286C9-CA2C-DD4F-B12E-2EF31C60ACC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51" y="-1355"/>
                  <a:ext cx="826" cy="2"/>
                </a:xfrm>
                <a:custGeom>
                  <a:avLst/>
                  <a:gdLst>
                    <a:gd name="T0" fmla="*/ 0 w 826"/>
                    <a:gd name="T1" fmla="*/ 0 h 2"/>
                    <a:gd name="T2" fmla="*/ 825 w 826"/>
                    <a:gd name="T3" fmla="*/ 0 h 2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826" h="2">
                      <a:moveTo>
                        <a:pt x="0" y="0"/>
                      </a:moveTo>
                      <a:lnTo>
                        <a:pt x="825" y="0"/>
                      </a:lnTo>
                    </a:path>
                  </a:pathLst>
                </a:custGeom>
                <a:noFill/>
                <a:ln w="889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5686" name="Group 266">
                <a:extLst>
                  <a:ext uri="{FF2B5EF4-FFF2-40B4-BE49-F238E27FC236}">
                    <a16:creationId xmlns:a16="http://schemas.microsoft.com/office/drawing/2014/main" id="{20F62ECE-D3DB-A64E-BD72-18CEA1BC490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814" y="-1207"/>
                <a:ext cx="110" cy="66"/>
                <a:chOff x="6814" y="-1207"/>
                <a:chExt cx="110" cy="66"/>
              </a:xfrm>
            </p:grpSpPr>
            <p:sp>
              <p:nvSpPr>
                <p:cNvPr id="25778" name="Freeform 358">
                  <a:extLst>
                    <a:ext uri="{FF2B5EF4-FFF2-40B4-BE49-F238E27FC236}">
                      <a16:creationId xmlns:a16="http://schemas.microsoft.com/office/drawing/2014/main" id="{9D21C060-7261-F34C-900B-E0004B72857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14" y="-1207"/>
                  <a:ext cx="110" cy="66"/>
                </a:xfrm>
                <a:custGeom>
                  <a:avLst/>
                  <a:gdLst>
                    <a:gd name="T0" fmla="*/ 111 w 110"/>
                    <a:gd name="T1" fmla="*/ -1185 h 66"/>
                    <a:gd name="T2" fmla="*/ 107 w 110"/>
                    <a:gd name="T3" fmla="*/ -1185 h 66"/>
                    <a:gd name="T4" fmla="*/ 107 w 110"/>
                    <a:gd name="T5" fmla="*/ -1164 h 66"/>
                    <a:gd name="T6" fmla="*/ 9 w 110"/>
                    <a:gd name="T7" fmla="*/ -1164 h 66"/>
                    <a:gd name="T8" fmla="*/ 0 w 110"/>
                    <a:gd name="T9" fmla="*/ -1155 h 66"/>
                    <a:gd name="T10" fmla="*/ 0 w 110"/>
                    <a:gd name="T11" fmla="*/ -1141 h 66"/>
                    <a:gd name="T12" fmla="*/ 111 w 110"/>
                    <a:gd name="T13" fmla="*/ -1164 h 66"/>
                    <a:gd name="T14" fmla="*/ 107 w 110"/>
                    <a:gd name="T15" fmla="*/ -1164 h 66"/>
                    <a:gd name="T16" fmla="*/ 58 w 110"/>
                    <a:gd name="T17" fmla="*/ -1174 h 66"/>
                    <a:gd name="T18" fmla="*/ 111 w 110"/>
                    <a:gd name="T19" fmla="*/ -1174 h 66"/>
                    <a:gd name="T20" fmla="*/ 111 w 110"/>
                    <a:gd name="T21" fmla="*/ -1185 h 6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10" h="66">
                      <a:moveTo>
                        <a:pt x="111" y="22"/>
                      </a:moveTo>
                      <a:lnTo>
                        <a:pt x="107" y="22"/>
                      </a:lnTo>
                      <a:lnTo>
                        <a:pt x="107" y="43"/>
                      </a:lnTo>
                      <a:lnTo>
                        <a:pt x="9" y="43"/>
                      </a:lnTo>
                      <a:lnTo>
                        <a:pt x="0" y="52"/>
                      </a:lnTo>
                      <a:lnTo>
                        <a:pt x="0" y="66"/>
                      </a:lnTo>
                      <a:lnTo>
                        <a:pt x="111" y="43"/>
                      </a:lnTo>
                      <a:lnTo>
                        <a:pt x="107" y="43"/>
                      </a:lnTo>
                      <a:lnTo>
                        <a:pt x="58" y="33"/>
                      </a:lnTo>
                      <a:lnTo>
                        <a:pt x="111" y="33"/>
                      </a:lnTo>
                      <a:lnTo>
                        <a:pt x="111" y="22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5779" name="Freeform 359">
                  <a:extLst>
                    <a:ext uri="{FF2B5EF4-FFF2-40B4-BE49-F238E27FC236}">
                      <a16:creationId xmlns:a16="http://schemas.microsoft.com/office/drawing/2014/main" id="{1E3BDBAC-3B81-194F-B25D-528527BF826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14" y="-1207"/>
                  <a:ext cx="110" cy="66"/>
                </a:xfrm>
                <a:custGeom>
                  <a:avLst/>
                  <a:gdLst>
                    <a:gd name="T0" fmla="*/ 107 w 110"/>
                    <a:gd name="T1" fmla="*/ -1185 h 66"/>
                    <a:gd name="T2" fmla="*/ 58 w 110"/>
                    <a:gd name="T3" fmla="*/ -1174 h 66"/>
                    <a:gd name="T4" fmla="*/ 107 w 110"/>
                    <a:gd name="T5" fmla="*/ -1164 h 66"/>
                    <a:gd name="T6" fmla="*/ 107 w 110"/>
                    <a:gd name="T7" fmla="*/ -1185 h 66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10" h="66">
                      <a:moveTo>
                        <a:pt x="107" y="22"/>
                      </a:moveTo>
                      <a:lnTo>
                        <a:pt x="58" y="33"/>
                      </a:lnTo>
                      <a:lnTo>
                        <a:pt x="107" y="43"/>
                      </a:lnTo>
                      <a:lnTo>
                        <a:pt x="107" y="22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5780" name="Freeform 360">
                  <a:extLst>
                    <a:ext uri="{FF2B5EF4-FFF2-40B4-BE49-F238E27FC236}">
                      <a16:creationId xmlns:a16="http://schemas.microsoft.com/office/drawing/2014/main" id="{4B987401-07F8-5B40-9C2B-39103A94715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14" y="-1207"/>
                  <a:ext cx="110" cy="66"/>
                </a:xfrm>
                <a:custGeom>
                  <a:avLst/>
                  <a:gdLst>
                    <a:gd name="T0" fmla="*/ 12 w 110"/>
                    <a:gd name="T1" fmla="*/ -1205 h 66"/>
                    <a:gd name="T2" fmla="*/ 21 w 110"/>
                    <a:gd name="T3" fmla="*/ -1195 h 66"/>
                    <a:gd name="T4" fmla="*/ 21 w 110"/>
                    <a:gd name="T5" fmla="*/ -1182 h 66"/>
                    <a:gd name="T6" fmla="*/ 58 w 110"/>
                    <a:gd name="T7" fmla="*/ -1174 h 66"/>
                    <a:gd name="T8" fmla="*/ 107 w 110"/>
                    <a:gd name="T9" fmla="*/ -1185 h 66"/>
                    <a:gd name="T10" fmla="*/ 111 w 110"/>
                    <a:gd name="T11" fmla="*/ -1185 h 66"/>
                    <a:gd name="T12" fmla="*/ 12 w 110"/>
                    <a:gd name="T13" fmla="*/ -1205 h 6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110" h="66">
                      <a:moveTo>
                        <a:pt x="12" y="2"/>
                      </a:moveTo>
                      <a:lnTo>
                        <a:pt x="21" y="12"/>
                      </a:lnTo>
                      <a:lnTo>
                        <a:pt x="21" y="25"/>
                      </a:lnTo>
                      <a:lnTo>
                        <a:pt x="58" y="33"/>
                      </a:lnTo>
                      <a:lnTo>
                        <a:pt x="107" y="22"/>
                      </a:lnTo>
                      <a:lnTo>
                        <a:pt x="111" y="22"/>
                      </a:lnTo>
                      <a:lnTo>
                        <a:pt x="12" y="2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5781" name="Freeform 361">
                  <a:extLst>
                    <a:ext uri="{FF2B5EF4-FFF2-40B4-BE49-F238E27FC236}">
                      <a16:creationId xmlns:a16="http://schemas.microsoft.com/office/drawing/2014/main" id="{22A0CDDC-4BC3-674E-8F89-A66EBC089A0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14" y="-1207"/>
                  <a:ext cx="110" cy="66"/>
                </a:xfrm>
                <a:custGeom>
                  <a:avLst/>
                  <a:gdLst>
                    <a:gd name="T0" fmla="*/ 0 w 110"/>
                    <a:gd name="T1" fmla="*/ -1207 h 66"/>
                    <a:gd name="T2" fmla="*/ 0 w 110"/>
                    <a:gd name="T3" fmla="*/ -1175 h 66"/>
                    <a:gd name="T4" fmla="*/ 21 w 110"/>
                    <a:gd name="T5" fmla="*/ -1175 h 66"/>
                    <a:gd name="T6" fmla="*/ 21 w 110"/>
                    <a:gd name="T7" fmla="*/ -1182 h 66"/>
                    <a:gd name="T8" fmla="*/ 9 w 110"/>
                    <a:gd name="T9" fmla="*/ -1185 h 66"/>
                    <a:gd name="T10" fmla="*/ 12 w 110"/>
                    <a:gd name="T11" fmla="*/ -1205 h 66"/>
                    <a:gd name="T12" fmla="*/ 0 w 110"/>
                    <a:gd name="T13" fmla="*/ -1207 h 6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110" h="66">
                      <a:moveTo>
                        <a:pt x="0" y="0"/>
                      </a:moveTo>
                      <a:lnTo>
                        <a:pt x="0" y="32"/>
                      </a:lnTo>
                      <a:lnTo>
                        <a:pt x="21" y="32"/>
                      </a:lnTo>
                      <a:lnTo>
                        <a:pt x="21" y="25"/>
                      </a:lnTo>
                      <a:lnTo>
                        <a:pt x="9" y="22"/>
                      </a:lnTo>
                      <a:lnTo>
                        <a:pt x="12" y="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5782" name="Freeform 362">
                  <a:extLst>
                    <a:ext uri="{FF2B5EF4-FFF2-40B4-BE49-F238E27FC236}">
                      <a16:creationId xmlns:a16="http://schemas.microsoft.com/office/drawing/2014/main" id="{B4FBDD17-E76E-7D42-94C0-26D24DA0486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14" y="-1207"/>
                  <a:ext cx="110" cy="66"/>
                </a:xfrm>
                <a:custGeom>
                  <a:avLst/>
                  <a:gdLst>
                    <a:gd name="T0" fmla="*/ 12 w 110"/>
                    <a:gd name="T1" fmla="*/ -1205 h 66"/>
                    <a:gd name="T2" fmla="*/ 9 w 110"/>
                    <a:gd name="T3" fmla="*/ -1185 h 66"/>
                    <a:gd name="T4" fmla="*/ 21 w 110"/>
                    <a:gd name="T5" fmla="*/ -1182 h 66"/>
                    <a:gd name="T6" fmla="*/ 21 w 110"/>
                    <a:gd name="T7" fmla="*/ -1195 h 66"/>
                    <a:gd name="T8" fmla="*/ 12 w 110"/>
                    <a:gd name="T9" fmla="*/ -1205 h 6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10" h="66">
                      <a:moveTo>
                        <a:pt x="12" y="2"/>
                      </a:moveTo>
                      <a:lnTo>
                        <a:pt x="9" y="22"/>
                      </a:lnTo>
                      <a:lnTo>
                        <a:pt x="21" y="25"/>
                      </a:lnTo>
                      <a:lnTo>
                        <a:pt x="21" y="12"/>
                      </a:lnTo>
                      <a:lnTo>
                        <a:pt x="12" y="2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5687" name="Group 267">
                <a:extLst>
                  <a:ext uri="{FF2B5EF4-FFF2-40B4-BE49-F238E27FC236}">
                    <a16:creationId xmlns:a16="http://schemas.microsoft.com/office/drawing/2014/main" id="{B96DA8AE-B003-A741-A931-28DE632F7F4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813" y="-1168"/>
                <a:ext cx="22" cy="2"/>
                <a:chOff x="6813" y="-1168"/>
                <a:chExt cx="22" cy="2"/>
              </a:xfrm>
            </p:grpSpPr>
            <p:sp>
              <p:nvSpPr>
                <p:cNvPr id="25777" name="Freeform 357">
                  <a:extLst>
                    <a:ext uri="{FF2B5EF4-FFF2-40B4-BE49-F238E27FC236}">
                      <a16:creationId xmlns:a16="http://schemas.microsoft.com/office/drawing/2014/main" id="{A2A11E8E-5129-B44D-A28C-625439349C4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13" y="-1168"/>
                  <a:ext cx="22" cy="2"/>
                </a:xfrm>
                <a:custGeom>
                  <a:avLst/>
                  <a:gdLst>
                    <a:gd name="T0" fmla="*/ 0 w 22"/>
                    <a:gd name="T1" fmla="*/ 0 h 2"/>
                    <a:gd name="T2" fmla="*/ 22 w 22"/>
                    <a:gd name="T3" fmla="*/ 0 h 2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22" h="2">
                      <a:moveTo>
                        <a:pt x="0" y="0"/>
                      </a:moveTo>
                      <a:lnTo>
                        <a:pt x="22" y="0"/>
                      </a:lnTo>
                    </a:path>
                  </a:pathLst>
                </a:custGeom>
                <a:noFill/>
                <a:ln w="18034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5688" name="Group 268">
                <a:extLst>
                  <a:ext uri="{FF2B5EF4-FFF2-40B4-BE49-F238E27FC236}">
                    <a16:creationId xmlns:a16="http://schemas.microsoft.com/office/drawing/2014/main" id="{282D9A99-B323-024F-8316-4FC00A68C80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824" y="-1195"/>
                <a:ext cx="98" cy="41"/>
                <a:chOff x="6824" y="-1195"/>
                <a:chExt cx="98" cy="41"/>
              </a:xfrm>
            </p:grpSpPr>
            <p:sp>
              <p:nvSpPr>
                <p:cNvPr id="25776" name="Freeform 356">
                  <a:extLst>
                    <a:ext uri="{FF2B5EF4-FFF2-40B4-BE49-F238E27FC236}">
                      <a16:creationId xmlns:a16="http://schemas.microsoft.com/office/drawing/2014/main" id="{B68E5025-F320-8B48-978B-9DA5CD489C2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24" y="-1195"/>
                  <a:ext cx="98" cy="41"/>
                </a:xfrm>
                <a:custGeom>
                  <a:avLst/>
                  <a:gdLst>
                    <a:gd name="T0" fmla="*/ 0 w 98"/>
                    <a:gd name="T1" fmla="*/ -1195 h 41"/>
                    <a:gd name="T2" fmla="*/ 0 w 98"/>
                    <a:gd name="T3" fmla="*/ -1155 h 41"/>
                    <a:gd name="T4" fmla="*/ 98 w 98"/>
                    <a:gd name="T5" fmla="*/ -1175 h 41"/>
                    <a:gd name="T6" fmla="*/ 0 w 98"/>
                    <a:gd name="T7" fmla="*/ -1195 h 41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98" h="41">
                      <a:moveTo>
                        <a:pt x="0" y="0"/>
                      </a:moveTo>
                      <a:lnTo>
                        <a:pt x="0" y="40"/>
                      </a:lnTo>
                      <a:lnTo>
                        <a:pt x="98" y="2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5689" name="Group 269">
                <a:extLst>
                  <a:ext uri="{FF2B5EF4-FFF2-40B4-BE49-F238E27FC236}">
                    <a16:creationId xmlns:a16="http://schemas.microsoft.com/office/drawing/2014/main" id="{265EE3C2-687C-E840-889E-9C9D2161E1C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151" y="-1175"/>
                <a:ext cx="826" cy="2"/>
                <a:chOff x="6151" y="-1175"/>
                <a:chExt cx="826" cy="2"/>
              </a:xfrm>
            </p:grpSpPr>
            <p:sp>
              <p:nvSpPr>
                <p:cNvPr id="25775" name="Freeform 355">
                  <a:extLst>
                    <a:ext uri="{FF2B5EF4-FFF2-40B4-BE49-F238E27FC236}">
                      <a16:creationId xmlns:a16="http://schemas.microsoft.com/office/drawing/2014/main" id="{C1196DD2-E773-4942-91EA-3DD929D111F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51" y="-1175"/>
                  <a:ext cx="826" cy="2"/>
                </a:xfrm>
                <a:custGeom>
                  <a:avLst/>
                  <a:gdLst>
                    <a:gd name="T0" fmla="*/ 0 w 826"/>
                    <a:gd name="T1" fmla="*/ 0 h 2"/>
                    <a:gd name="T2" fmla="*/ 825 w 826"/>
                    <a:gd name="T3" fmla="*/ 0 h 2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826" h="2">
                      <a:moveTo>
                        <a:pt x="0" y="0"/>
                      </a:moveTo>
                      <a:lnTo>
                        <a:pt x="825" y="0"/>
                      </a:lnTo>
                    </a:path>
                  </a:pathLst>
                </a:custGeom>
                <a:noFill/>
                <a:ln w="889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5690" name="Group 270">
                <a:extLst>
                  <a:ext uri="{FF2B5EF4-FFF2-40B4-BE49-F238E27FC236}">
                    <a16:creationId xmlns:a16="http://schemas.microsoft.com/office/drawing/2014/main" id="{24DEF3DC-700A-4D45-A216-365AC497B3A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814" y="-1027"/>
                <a:ext cx="110" cy="66"/>
                <a:chOff x="6814" y="-1027"/>
                <a:chExt cx="110" cy="66"/>
              </a:xfrm>
            </p:grpSpPr>
            <p:sp>
              <p:nvSpPr>
                <p:cNvPr id="25770" name="Freeform 350">
                  <a:extLst>
                    <a:ext uri="{FF2B5EF4-FFF2-40B4-BE49-F238E27FC236}">
                      <a16:creationId xmlns:a16="http://schemas.microsoft.com/office/drawing/2014/main" id="{0750F12B-3EF6-F949-85D8-0F8D2134A5D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14" y="-1027"/>
                  <a:ext cx="110" cy="66"/>
                </a:xfrm>
                <a:custGeom>
                  <a:avLst/>
                  <a:gdLst>
                    <a:gd name="T0" fmla="*/ 111 w 110"/>
                    <a:gd name="T1" fmla="*/ -1005 h 66"/>
                    <a:gd name="T2" fmla="*/ 107 w 110"/>
                    <a:gd name="T3" fmla="*/ -1005 h 66"/>
                    <a:gd name="T4" fmla="*/ 107 w 110"/>
                    <a:gd name="T5" fmla="*/ -984 h 66"/>
                    <a:gd name="T6" fmla="*/ 9 w 110"/>
                    <a:gd name="T7" fmla="*/ -984 h 66"/>
                    <a:gd name="T8" fmla="*/ 0 w 110"/>
                    <a:gd name="T9" fmla="*/ -975 h 66"/>
                    <a:gd name="T10" fmla="*/ 0 w 110"/>
                    <a:gd name="T11" fmla="*/ -961 h 66"/>
                    <a:gd name="T12" fmla="*/ 111 w 110"/>
                    <a:gd name="T13" fmla="*/ -984 h 66"/>
                    <a:gd name="T14" fmla="*/ 107 w 110"/>
                    <a:gd name="T15" fmla="*/ -984 h 66"/>
                    <a:gd name="T16" fmla="*/ 58 w 110"/>
                    <a:gd name="T17" fmla="*/ -994 h 66"/>
                    <a:gd name="T18" fmla="*/ 111 w 110"/>
                    <a:gd name="T19" fmla="*/ -994 h 66"/>
                    <a:gd name="T20" fmla="*/ 111 w 110"/>
                    <a:gd name="T21" fmla="*/ -1005 h 6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10" h="66">
                      <a:moveTo>
                        <a:pt x="111" y="22"/>
                      </a:moveTo>
                      <a:lnTo>
                        <a:pt x="107" y="22"/>
                      </a:lnTo>
                      <a:lnTo>
                        <a:pt x="107" y="43"/>
                      </a:lnTo>
                      <a:lnTo>
                        <a:pt x="9" y="43"/>
                      </a:lnTo>
                      <a:lnTo>
                        <a:pt x="0" y="52"/>
                      </a:lnTo>
                      <a:lnTo>
                        <a:pt x="0" y="66"/>
                      </a:lnTo>
                      <a:lnTo>
                        <a:pt x="111" y="43"/>
                      </a:lnTo>
                      <a:lnTo>
                        <a:pt x="107" y="43"/>
                      </a:lnTo>
                      <a:lnTo>
                        <a:pt x="58" y="33"/>
                      </a:lnTo>
                      <a:lnTo>
                        <a:pt x="111" y="33"/>
                      </a:lnTo>
                      <a:lnTo>
                        <a:pt x="111" y="22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5771" name="Freeform 351">
                  <a:extLst>
                    <a:ext uri="{FF2B5EF4-FFF2-40B4-BE49-F238E27FC236}">
                      <a16:creationId xmlns:a16="http://schemas.microsoft.com/office/drawing/2014/main" id="{0328BCCF-5D77-9B4B-93B0-0F019662D9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14" y="-1027"/>
                  <a:ext cx="110" cy="66"/>
                </a:xfrm>
                <a:custGeom>
                  <a:avLst/>
                  <a:gdLst>
                    <a:gd name="T0" fmla="*/ 107 w 110"/>
                    <a:gd name="T1" fmla="*/ -1005 h 66"/>
                    <a:gd name="T2" fmla="*/ 58 w 110"/>
                    <a:gd name="T3" fmla="*/ -994 h 66"/>
                    <a:gd name="T4" fmla="*/ 107 w 110"/>
                    <a:gd name="T5" fmla="*/ -984 h 66"/>
                    <a:gd name="T6" fmla="*/ 107 w 110"/>
                    <a:gd name="T7" fmla="*/ -1005 h 66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10" h="66">
                      <a:moveTo>
                        <a:pt x="107" y="22"/>
                      </a:moveTo>
                      <a:lnTo>
                        <a:pt x="58" y="33"/>
                      </a:lnTo>
                      <a:lnTo>
                        <a:pt x="107" y="43"/>
                      </a:lnTo>
                      <a:lnTo>
                        <a:pt x="107" y="22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5772" name="Freeform 352">
                  <a:extLst>
                    <a:ext uri="{FF2B5EF4-FFF2-40B4-BE49-F238E27FC236}">
                      <a16:creationId xmlns:a16="http://schemas.microsoft.com/office/drawing/2014/main" id="{50A87C37-0214-5841-B6EE-CB8D9504081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14" y="-1027"/>
                  <a:ext cx="110" cy="66"/>
                </a:xfrm>
                <a:custGeom>
                  <a:avLst/>
                  <a:gdLst>
                    <a:gd name="T0" fmla="*/ 12 w 110"/>
                    <a:gd name="T1" fmla="*/ -1025 h 66"/>
                    <a:gd name="T2" fmla="*/ 21 w 110"/>
                    <a:gd name="T3" fmla="*/ -1015 h 66"/>
                    <a:gd name="T4" fmla="*/ 21 w 110"/>
                    <a:gd name="T5" fmla="*/ -1002 h 66"/>
                    <a:gd name="T6" fmla="*/ 58 w 110"/>
                    <a:gd name="T7" fmla="*/ -994 h 66"/>
                    <a:gd name="T8" fmla="*/ 107 w 110"/>
                    <a:gd name="T9" fmla="*/ -1005 h 66"/>
                    <a:gd name="T10" fmla="*/ 111 w 110"/>
                    <a:gd name="T11" fmla="*/ -1005 h 66"/>
                    <a:gd name="T12" fmla="*/ 12 w 110"/>
                    <a:gd name="T13" fmla="*/ -1025 h 6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110" h="66">
                      <a:moveTo>
                        <a:pt x="12" y="2"/>
                      </a:moveTo>
                      <a:lnTo>
                        <a:pt x="21" y="12"/>
                      </a:lnTo>
                      <a:lnTo>
                        <a:pt x="21" y="25"/>
                      </a:lnTo>
                      <a:lnTo>
                        <a:pt x="58" y="33"/>
                      </a:lnTo>
                      <a:lnTo>
                        <a:pt x="107" y="22"/>
                      </a:lnTo>
                      <a:lnTo>
                        <a:pt x="111" y="22"/>
                      </a:lnTo>
                      <a:lnTo>
                        <a:pt x="12" y="2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5773" name="Freeform 353">
                  <a:extLst>
                    <a:ext uri="{FF2B5EF4-FFF2-40B4-BE49-F238E27FC236}">
                      <a16:creationId xmlns:a16="http://schemas.microsoft.com/office/drawing/2014/main" id="{D448A4B4-8F41-4D4C-9172-5077AFBC100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14" y="-1027"/>
                  <a:ext cx="110" cy="66"/>
                </a:xfrm>
                <a:custGeom>
                  <a:avLst/>
                  <a:gdLst>
                    <a:gd name="T0" fmla="*/ 0 w 110"/>
                    <a:gd name="T1" fmla="*/ -1027 h 66"/>
                    <a:gd name="T2" fmla="*/ 0 w 110"/>
                    <a:gd name="T3" fmla="*/ -995 h 66"/>
                    <a:gd name="T4" fmla="*/ 21 w 110"/>
                    <a:gd name="T5" fmla="*/ -995 h 66"/>
                    <a:gd name="T6" fmla="*/ 21 w 110"/>
                    <a:gd name="T7" fmla="*/ -1002 h 66"/>
                    <a:gd name="T8" fmla="*/ 9 w 110"/>
                    <a:gd name="T9" fmla="*/ -1005 h 66"/>
                    <a:gd name="T10" fmla="*/ 12 w 110"/>
                    <a:gd name="T11" fmla="*/ -1025 h 66"/>
                    <a:gd name="T12" fmla="*/ 0 w 110"/>
                    <a:gd name="T13" fmla="*/ -1027 h 6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110" h="66">
                      <a:moveTo>
                        <a:pt x="0" y="0"/>
                      </a:moveTo>
                      <a:lnTo>
                        <a:pt x="0" y="32"/>
                      </a:lnTo>
                      <a:lnTo>
                        <a:pt x="21" y="32"/>
                      </a:lnTo>
                      <a:lnTo>
                        <a:pt x="21" y="25"/>
                      </a:lnTo>
                      <a:lnTo>
                        <a:pt x="9" y="22"/>
                      </a:lnTo>
                      <a:lnTo>
                        <a:pt x="12" y="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5774" name="Freeform 354">
                  <a:extLst>
                    <a:ext uri="{FF2B5EF4-FFF2-40B4-BE49-F238E27FC236}">
                      <a16:creationId xmlns:a16="http://schemas.microsoft.com/office/drawing/2014/main" id="{560CE8FD-7F05-F04B-AC8C-0313D3B47AE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14" y="-1027"/>
                  <a:ext cx="110" cy="66"/>
                </a:xfrm>
                <a:custGeom>
                  <a:avLst/>
                  <a:gdLst>
                    <a:gd name="T0" fmla="*/ 12 w 110"/>
                    <a:gd name="T1" fmla="*/ -1025 h 66"/>
                    <a:gd name="T2" fmla="*/ 9 w 110"/>
                    <a:gd name="T3" fmla="*/ -1005 h 66"/>
                    <a:gd name="T4" fmla="*/ 21 w 110"/>
                    <a:gd name="T5" fmla="*/ -1002 h 66"/>
                    <a:gd name="T6" fmla="*/ 21 w 110"/>
                    <a:gd name="T7" fmla="*/ -1015 h 66"/>
                    <a:gd name="T8" fmla="*/ 12 w 110"/>
                    <a:gd name="T9" fmla="*/ -1025 h 6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10" h="66">
                      <a:moveTo>
                        <a:pt x="12" y="2"/>
                      </a:moveTo>
                      <a:lnTo>
                        <a:pt x="9" y="22"/>
                      </a:lnTo>
                      <a:lnTo>
                        <a:pt x="21" y="25"/>
                      </a:lnTo>
                      <a:lnTo>
                        <a:pt x="21" y="12"/>
                      </a:lnTo>
                      <a:lnTo>
                        <a:pt x="12" y="2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5691" name="Group 271">
                <a:extLst>
                  <a:ext uri="{FF2B5EF4-FFF2-40B4-BE49-F238E27FC236}">
                    <a16:creationId xmlns:a16="http://schemas.microsoft.com/office/drawing/2014/main" id="{288E29FD-F5BF-704E-9075-682C4C0BD78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813" y="-988"/>
                <a:ext cx="22" cy="2"/>
                <a:chOff x="6813" y="-988"/>
                <a:chExt cx="22" cy="2"/>
              </a:xfrm>
            </p:grpSpPr>
            <p:sp>
              <p:nvSpPr>
                <p:cNvPr id="25769" name="Freeform 349">
                  <a:extLst>
                    <a:ext uri="{FF2B5EF4-FFF2-40B4-BE49-F238E27FC236}">
                      <a16:creationId xmlns:a16="http://schemas.microsoft.com/office/drawing/2014/main" id="{1A04EF23-7C52-3C4C-813A-09CA982C07B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13" y="-988"/>
                  <a:ext cx="22" cy="2"/>
                </a:xfrm>
                <a:custGeom>
                  <a:avLst/>
                  <a:gdLst>
                    <a:gd name="T0" fmla="*/ 0 w 22"/>
                    <a:gd name="T1" fmla="*/ 0 h 2"/>
                    <a:gd name="T2" fmla="*/ 22 w 22"/>
                    <a:gd name="T3" fmla="*/ 0 h 2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22" h="2">
                      <a:moveTo>
                        <a:pt x="0" y="0"/>
                      </a:moveTo>
                      <a:lnTo>
                        <a:pt x="22" y="0"/>
                      </a:lnTo>
                    </a:path>
                  </a:pathLst>
                </a:custGeom>
                <a:noFill/>
                <a:ln w="18034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5692" name="Group 272">
                <a:extLst>
                  <a:ext uri="{FF2B5EF4-FFF2-40B4-BE49-F238E27FC236}">
                    <a16:creationId xmlns:a16="http://schemas.microsoft.com/office/drawing/2014/main" id="{2B63506D-B5F2-CB4E-BD37-0A5B56959F0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824" y="-1015"/>
                <a:ext cx="98" cy="41"/>
                <a:chOff x="6824" y="-1015"/>
                <a:chExt cx="98" cy="41"/>
              </a:xfrm>
            </p:grpSpPr>
            <p:sp>
              <p:nvSpPr>
                <p:cNvPr id="25768" name="Freeform 348">
                  <a:extLst>
                    <a:ext uri="{FF2B5EF4-FFF2-40B4-BE49-F238E27FC236}">
                      <a16:creationId xmlns:a16="http://schemas.microsoft.com/office/drawing/2014/main" id="{1BE6C12C-60CB-6846-A8B0-434F193687E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24" y="-1015"/>
                  <a:ext cx="98" cy="41"/>
                </a:xfrm>
                <a:custGeom>
                  <a:avLst/>
                  <a:gdLst>
                    <a:gd name="T0" fmla="*/ 0 w 98"/>
                    <a:gd name="T1" fmla="*/ -1015 h 41"/>
                    <a:gd name="T2" fmla="*/ 0 w 98"/>
                    <a:gd name="T3" fmla="*/ -975 h 41"/>
                    <a:gd name="T4" fmla="*/ 98 w 98"/>
                    <a:gd name="T5" fmla="*/ -995 h 41"/>
                    <a:gd name="T6" fmla="*/ 0 w 98"/>
                    <a:gd name="T7" fmla="*/ -1015 h 41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98" h="41">
                      <a:moveTo>
                        <a:pt x="0" y="0"/>
                      </a:moveTo>
                      <a:lnTo>
                        <a:pt x="0" y="40"/>
                      </a:lnTo>
                      <a:lnTo>
                        <a:pt x="98" y="2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5693" name="Group 273">
                <a:extLst>
                  <a:ext uri="{FF2B5EF4-FFF2-40B4-BE49-F238E27FC236}">
                    <a16:creationId xmlns:a16="http://schemas.microsoft.com/office/drawing/2014/main" id="{8BD701ED-C3A2-244F-BF5A-8A0B6171704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151" y="-995"/>
                <a:ext cx="826" cy="2"/>
                <a:chOff x="6151" y="-995"/>
                <a:chExt cx="826" cy="2"/>
              </a:xfrm>
            </p:grpSpPr>
            <p:sp>
              <p:nvSpPr>
                <p:cNvPr id="25767" name="Freeform 347">
                  <a:extLst>
                    <a:ext uri="{FF2B5EF4-FFF2-40B4-BE49-F238E27FC236}">
                      <a16:creationId xmlns:a16="http://schemas.microsoft.com/office/drawing/2014/main" id="{AE5B787C-1465-DB4D-8027-6456BE00E33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51" y="-995"/>
                  <a:ext cx="826" cy="2"/>
                </a:xfrm>
                <a:custGeom>
                  <a:avLst/>
                  <a:gdLst>
                    <a:gd name="T0" fmla="*/ 0 w 826"/>
                    <a:gd name="T1" fmla="*/ 0 h 2"/>
                    <a:gd name="T2" fmla="*/ 825 w 826"/>
                    <a:gd name="T3" fmla="*/ 0 h 2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826" h="2">
                      <a:moveTo>
                        <a:pt x="0" y="0"/>
                      </a:moveTo>
                      <a:lnTo>
                        <a:pt x="825" y="0"/>
                      </a:lnTo>
                    </a:path>
                  </a:pathLst>
                </a:custGeom>
                <a:noFill/>
                <a:ln w="889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5694" name="Group 274">
                <a:extLst>
                  <a:ext uri="{FF2B5EF4-FFF2-40B4-BE49-F238E27FC236}">
                    <a16:creationId xmlns:a16="http://schemas.microsoft.com/office/drawing/2014/main" id="{12A4B27C-C7D1-024F-A3CF-BC307EF311F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814" y="-847"/>
                <a:ext cx="110" cy="66"/>
                <a:chOff x="6814" y="-847"/>
                <a:chExt cx="110" cy="66"/>
              </a:xfrm>
            </p:grpSpPr>
            <p:sp>
              <p:nvSpPr>
                <p:cNvPr id="25762" name="Freeform 342">
                  <a:extLst>
                    <a:ext uri="{FF2B5EF4-FFF2-40B4-BE49-F238E27FC236}">
                      <a16:creationId xmlns:a16="http://schemas.microsoft.com/office/drawing/2014/main" id="{39F15511-5C84-CE40-B807-97576EE4478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14" y="-847"/>
                  <a:ext cx="110" cy="66"/>
                </a:xfrm>
                <a:custGeom>
                  <a:avLst/>
                  <a:gdLst>
                    <a:gd name="T0" fmla="*/ 111 w 110"/>
                    <a:gd name="T1" fmla="*/ -825 h 66"/>
                    <a:gd name="T2" fmla="*/ 107 w 110"/>
                    <a:gd name="T3" fmla="*/ -825 h 66"/>
                    <a:gd name="T4" fmla="*/ 107 w 110"/>
                    <a:gd name="T5" fmla="*/ -804 h 66"/>
                    <a:gd name="T6" fmla="*/ 9 w 110"/>
                    <a:gd name="T7" fmla="*/ -804 h 66"/>
                    <a:gd name="T8" fmla="*/ 0 w 110"/>
                    <a:gd name="T9" fmla="*/ -795 h 66"/>
                    <a:gd name="T10" fmla="*/ 0 w 110"/>
                    <a:gd name="T11" fmla="*/ -781 h 66"/>
                    <a:gd name="T12" fmla="*/ 111 w 110"/>
                    <a:gd name="T13" fmla="*/ -804 h 66"/>
                    <a:gd name="T14" fmla="*/ 107 w 110"/>
                    <a:gd name="T15" fmla="*/ -804 h 66"/>
                    <a:gd name="T16" fmla="*/ 58 w 110"/>
                    <a:gd name="T17" fmla="*/ -814 h 66"/>
                    <a:gd name="T18" fmla="*/ 111 w 110"/>
                    <a:gd name="T19" fmla="*/ -814 h 66"/>
                    <a:gd name="T20" fmla="*/ 111 w 110"/>
                    <a:gd name="T21" fmla="*/ -825 h 6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10" h="66">
                      <a:moveTo>
                        <a:pt x="111" y="22"/>
                      </a:moveTo>
                      <a:lnTo>
                        <a:pt x="107" y="22"/>
                      </a:lnTo>
                      <a:lnTo>
                        <a:pt x="107" y="43"/>
                      </a:lnTo>
                      <a:lnTo>
                        <a:pt x="9" y="43"/>
                      </a:lnTo>
                      <a:lnTo>
                        <a:pt x="0" y="52"/>
                      </a:lnTo>
                      <a:lnTo>
                        <a:pt x="0" y="66"/>
                      </a:lnTo>
                      <a:lnTo>
                        <a:pt x="111" y="43"/>
                      </a:lnTo>
                      <a:lnTo>
                        <a:pt x="107" y="43"/>
                      </a:lnTo>
                      <a:lnTo>
                        <a:pt x="58" y="33"/>
                      </a:lnTo>
                      <a:lnTo>
                        <a:pt x="111" y="33"/>
                      </a:lnTo>
                      <a:lnTo>
                        <a:pt x="111" y="22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5763" name="Freeform 343">
                  <a:extLst>
                    <a:ext uri="{FF2B5EF4-FFF2-40B4-BE49-F238E27FC236}">
                      <a16:creationId xmlns:a16="http://schemas.microsoft.com/office/drawing/2014/main" id="{BAAF0110-0ECE-3C43-A091-5DB2FC87C3D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14" y="-847"/>
                  <a:ext cx="110" cy="66"/>
                </a:xfrm>
                <a:custGeom>
                  <a:avLst/>
                  <a:gdLst>
                    <a:gd name="T0" fmla="*/ 107 w 110"/>
                    <a:gd name="T1" fmla="*/ -825 h 66"/>
                    <a:gd name="T2" fmla="*/ 58 w 110"/>
                    <a:gd name="T3" fmla="*/ -814 h 66"/>
                    <a:gd name="T4" fmla="*/ 107 w 110"/>
                    <a:gd name="T5" fmla="*/ -804 h 66"/>
                    <a:gd name="T6" fmla="*/ 107 w 110"/>
                    <a:gd name="T7" fmla="*/ -825 h 66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10" h="66">
                      <a:moveTo>
                        <a:pt x="107" y="22"/>
                      </a:moveTo>
                      <a:lnTo>
                        <a:pt x="58" y="33"/>
                      </a:lnTo>
                      <a:lnTo>
                        <a:pt x="107" y="43"/>
                      </a:lnTo>
                      <a:lnTo>
                        <a:pt x="107" y="22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5764" name="Freeform 344">
                  <a:extLst>
                    <a:ext uri="{FF2B5EF4-FFF2-40B4-BE49-F238E27FC236}">
                      <a16:creationId xmlns:a16="http://schemas.microsoft.com/office/drawing/2014/main" id="{8EBC41D1-E062-1B4F-AC77-B5B415CC0FB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14" y="-847"/>
                  <a:ext cx="110" cy="66"/>
                </a:xfrm>
                <a:custGeom>
                  <a:avLst/>
                  <a:gdLst>
                    <a:gd name="T0" fmla="*/ 12 w 110"/>
                    <a:gd name="T1" fmla="*/ -845 h 66"/>
                    <a:gd name="T2" fmla="*/ 21 w 110"/>
                    <a:gd name="T3" fmla="*/ -835 h 66"/>
                    <a:gd name="T4" fmla="*/ 21 w 110"/>
                    <a:gd name="T5" fmla="*/ -822 h 66"/>
                    <a:gd name="T6" fmla="*/ 58 w 110"/>
                    <a:gd name="T7" fmla="*/ -814 h 66"/>
                    <a:gd name="T8" fmla="*/ 107 w 110"/>
                    <a:gd name="T9" fmla="*/ -825 h 66"/>
                    <a:gd name="T10" fmla="*/ 111 w 110"/>
                    <a:gd name="T11" fmla="*/ -825 h 66"/>
                    <a:gd name="T12" fmla="*/ 12 w 110"/>
                    <a:gd name="T13" fmla="*/ -845 h 6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110" h="66">
                      <a:moveTo>
                        <a:pt x="12" y="2"/>
                      </a:moveTo>
                      <a:lnTo>
                        <a:pt x="21" y="12"/>
                      </a:lnTo>
                      <a:lnTo>
                        <a:pt x="21" y="25"/>
                      </a:lnTo>
                      <a:lnTo>
                        <a:pt x="58" y="33"/>
                      </a:lnTo>
                      <a:lnTo>
                        <a:pt x="107" y="22"/>
                      </a:lnTo>
                      <a:lnTo>
                        <a:pt x="111" y="22"/>
                      </a:lnTo>
                      <a:lnTo>
                        <a:pt x="12" y="2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5765" name="Freeform 345">
                  <a:extLst>
                    <a:ext uri="{FF2B5EF4-FFF2-40B4-BE49-F238E27FC236}">
                      <a16:creationId xmlns:a16="http://schemas.microsoft.com/office/drawing/2014/main" id="{747C39BD-9FD5-1B43-8E9C-2402F8A007A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14" y="-847"/>
                  <a:ext cx="110" cy="66"/>
                </a:xfrm>
                <a:custGeom>
                  <a:avLst/>
                  <a:gdLst>
                    <a:gd name="T0" fmla="*/ 0 w 110"/>
                    <a:gd name="T1" fmla="*/ -847 h 66"/>
                    <a:gd name="T2" fmla="*/ 0 w 110"/>
                    <a:gd name="T3" fmla="*/ -815 h 66"/>
                    <a:gd name="T4" fmla="*/ 21 w 110"/>
                    <a:gd name="T5" fmla="*/ -815 h 66"/>
                    <a:gd name="T6" fmla="*/ 21 w 110"/>
                    <a:gd name="T7" fmla="*/ -822 h 66"/>
                    <a:gd name="T8" fmla="*/ 9 w 110"/>
                    <a:gd name="T9" fmla="*/ -825 h 66"/>
                    <a:gd name="T10" fmla="*/ 12 w 110"/>
                    <a:gd name="T11" fmla="*/ -845 h 66"/>
                    <a:gd name="T12" fmla="*/ 0 w 110"/>
                    <a:gd name="T13" fmla="*/ -847 h 6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110" h="66">
                      <a:moveTo>
                        <a:pt x="0" y="0"/>
                      </a:moveTo>
                      <a:lnTo>
                        <a:pt x="0" y="32"/>
                      </a:lnTo>
                      <a:lnTo>
                        <a:pt x="21" y="32"/>
                      </a:lnTo>
                      <a:lnTo>
                        <a:pt x="21" y="25"/>
                      </a:lnTo>
                      <a:lnTo>
                        <a:pt x="9" y="22"/>
                      </a:lnTo>
                      <a:lnTo>
                        <a:pt x="12" y="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5766" name="Freeform 346">
                  <a:extLst>
                    <a:ext uri="{FF2B5EF4-FFF2-40B4-BE49-F238E27FC236}">
                      <a16:creationId xmlns:a16="http://schemas.microsoft.com/office/drawing/2014/main" id="{56F79709-6FE1-1D49-BE60-B18AF3FDA8C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14" y="-847"/>
                  <a:ext cx="110" cy="66"/>
                </a:xfrm>
                <a:custGeom>
                  <a:avLst/>
                  <a:gdLst>
                    <a:gd name="T0" fmla="*/ 12 w 110"/>
                    <a:gd name="T1" fmla="*/ -845 h 66"/>
                    <a:gd name="T2" fmla="*/ 9 w 110"/>
                    <a:gd name="T3" fmla="*/ -825 h 66"/>
                    <a:gd name="T4" fmla="*/ 21 w 110"/>
                    <a:gd name="T5" fmla="*/ -822 h 66"/>
                    <a:gd name="T6" fmla="*/ 21 w 110"/>
                    <a:gd name="T7" fmla="*/ -835 h 66"/>
                    <a:gd name="T8" fmla="*/ 12 w 110"/>
                    <a:gd name="T9" fmla="*/ -845 h 6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10" h="66">
                      <a:moveTo>
                        <a:pt x="12" y="2"/>
                      </a:moveTo>
                      <a:lnTo>
                        <a:pt x="9" y="22"/>
                      </a:lnTo>
                      <a:lnTo>
                        <a:pt x="21" y="25"/>
                      </a:lnTo>
                      <a:lnTo>
                        <a:pt x="21" y="12"/>
                      </a:lnTo>
                      <a:lnTo>
                        <a:pt x="12" y="2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5695" name="Group 275">
                <a:extLst>
                  <a:ext uri="{FF2B5EF4-FFF2-40B4-BE49-F238E27FC236}">
                    <a16:creationId xmlns:a16="http://schemas.microsoft.com/office/drawing/2014/main" id="{1BD34D21-A526-DB45-8BC1-105B5E6CED8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813" y="-808"/>
                <a:ext cx="22" cy="2"/>
                <a:chOff x="6813" y="-808"/>
                <a:chExt cx="22" cy="2"/>
              </a:xfrm>
            </p:grpSpPr>
            <p:sp>
              <p:nvSpPr>
                <p:cNvPr id="25761" name="Freeform 341">
                  <a:extLst>
                    <a:ext uri="{FF2B5EF4-FFF2-40B4-BE49-F238E27FC236}">
                      <a16:creationId xmlns:a16="http://schemas.microsoft.com/office/drawing/2014/main" id="{C9C8E93E-42CE-AB42-A991-307B009441D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13" y="-808"/>
                  <a:ext cx="22" cy="2"/>
                </a:xfrm>
                <a:custGeom>
                  <a:avLst/>
                  <a:gdLst>
                    <a:gd name="T0" fmla="*/ 0 w 22"/>
                    <a:gd name="T1" fmla="*/ 0 h 2"/>
                    <a:gd name="T2" fmla="*/ 22 w 22"/>
                    <a:gd name="T3" fmla="*/ 0 h 2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22" h="2">
                      <a:moveTo>
                        <a:pt x="0" y="0"/>
                      </a:moveTo>
                      <a:lnTo>
                        <a:pt x="22" y="0"/>
                      </a:lnTo>
                    </a:path>
                  </a:pathLst>
                </a:custGeom>
                <a:noFill/>
                <a:ln w="18034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5696" name="Group 276">
                <a:extLst>
                  <a:ext uri="{FF2B5EF4-FFF2-40B4-BE49-F238E27FC236}">
                    <a16:creationId xmlns:a16="http://schemas.microsoft.com/office/drawing/2014/main" id="{CC58F75C-1C01-B045-975D-50D2D700A3D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824" y="-835"/>
                <a:ext cx="98" cy="41"/>
                <a:chOff x="6824" y="-835"/>
                <a:chExt cx="98" cy="41"/>
              </a:xfrm>
            </p:grpSpPr>
            <p:sp>
              <p:nvSpPr>
                <p:cNvPr id="25760" name="Freeform 340">
                  <a:extLst>
                    <a:ext uri="{FF2B5EF4-FFF2-40B4-BE49-F238E27FC236}">
                      <a16:creationId xmlns:a16="http://schemas.microsoft.com/office/drawing/2014/main" id="{A6013741-FD96-7740-A4D7-2CCCBF9127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24" y="-835"/>
                  <a:ext cx="98" cy="41"/>
                </a:xfrm>
                <a:custGeom>
                  <a:avLst/>
                  <a:gdLst>
                    <a:gd name="T0" fmla="*/ 0 w 98"/>
                    <a:gd name="T1" fmla="*/ -835 h 41"/>
                    <a:gd name="T2" fmla="*/ 0 w 98"/>
                    <a:gd name="T3" fmla="*/ -795 h 41"/>
                    <a:gd name="T4" fmla="*/ 98 w 98"/>
                    <a:gd name="T5" fmla="*/ -815 h 41"/>
                    <a:gd name="T6" fmla="*/ 0 w 98"/>
                    <a:gd name="T7" fmla="*/ -835 h 41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98" h="41">
                      <a:moveTo>
                        <a:pt x="0" y="0"/>
                      </a:moveTo>
                      <a:lnTo>
                        <a:pt x="0" y="40"/>
                      </a:lnTo>
                      <a:lnTo>
                        <a:pt x="98" y="2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5697" name="Group 277">
                <a:extLst>
                  <a:ext uri="{FF2B5EF4-FFF2-40B4-BE49-F238E27FC236}">
                    <a16:creationId xmlns:a16="http://schemas.microsoft.com/office/drawing/2014/main" id="{87BEA96A-DB4E-B54E-8801-BC706EFC605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151" y="-815"/>
                <a:ext cx="826" cy="2"/>
                <a:chOff x="6151" y="-815"/>
                <a:chExt cx="826" cy="2"/>
              </a:xfrm>
            </p:grpSpPr>
            <p:sp>
              <p:nvSpPr>
                <p:cNvPr id="25759" name="Freeform 339">
                  <a:extLst>
                    <a:ext uri="{FF2B5EF4-FFF2-40B4-BE49-F238E27FC236}">
                      <a16:creationId xmlns:a16="http://schemas.microsoft.com/office/drawing/2014/main" id="{6C3C0F8F-9A6F-994E-AD38-8311B5540CC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51" y="-815"/>
                  <a:ext cx="826" cy="2"/>
                </a:xfrm>
                <a:custGeom>
                  <a:avLst/>
                  <a:gdLst>
                    <a:gd name="T0" fmla="*/ 0 w 826"/>
                    <a:gd name="T1" fmla="*/ 0 h 2"/>
                    <a:gd name="T2" fmla="*/ 825 w 826"/>
                    <a:gd name="T3" fmla="*/ 0 h 2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826" h="2">
                      <a:moveTo>
                        <a:pt x="0" y="0"/>
                      </a:moveTo>
                      <a:lnTo>
                        <a:pt x="825" y="0"/>
                      </a:lnTo>
                    </a:path>
                  </a:pathLst>
                </a:custGeom>
                <a:noFill/>
                <a:ln w="889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5698" name="Group 278">
                <a:extLst>
                  <a:ext uri="{FF2B5EF4-FFF2-40B4-BE49-F238E27FC236}">
                    <a16:creationId xmlns:a16="http://schemas.microsoft.com/office/drawing/2014/main" id="{EB58E584-0ECA-8146-AAEB-45AD31975BA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814" y="-667"/>
                <a:ext cx="110" cy="66"/>
                <a:chOff x="6814" y="-667"/>
                <a:chExt cx="110" cy="66"/>
              </a:xfrm>
            </p:grpSpPr>
            <p:sp>
              <p:nvSpPr>
                <p:cNvPr id="25754" name="Freeform 334">
                  <a:extLst>
                    <a:ext uri="{FF2B5EF4-FFF2-40B4-BE49-F238E27FC236}">
                      <a16:creationId xmlns:a16="http://schemas.microsoft.com/office/drawing/2014/main" id="{EDA1EA40-80D5-044B-97C8-D930FE3B56F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14" y="-667"/>
                  <a:ext cx="110" cy="66"/>
                </a:xfrm>
                <a:custGeom>
                  <a:avLst/>
                  <a:gdLst>
                    <a:gd name="T0" fmla="*/ 111 w 110"/>
                    <a:gd name="T1" fmla="*/ -645 h 66"/>
                    <a:gd name="T2" fmla="*/ 107 w 110"/>
                    <a:gd name="T3" fmla="*/ -645 h 66"/>
                    <a:gd name="T4" fmla="*/ 107 w 110"/>
                    <a:gd name="T5" fmla="*/ -624 h 66"/>
                    <a:gd name="T6" fmla="*/ 9 w 110"/>
                    <a:gd name="T7" fmla="*/ -624 h 66"/>
                    <a:gd name="T8" fmla="*/ 0 w 110"/>
                    <a:gd name="T9" fmla="*/ -615 h 66"/>
                    <a:gd name="T10" fmla="*/ 0 w 110"/>
                    <a:gd name="T11" fmla="*/ -601 h 66"/>
                    <a:gd name="T12" fmla="*/ 111 w 110"/>
                    <a:gd name="T13" fmla="*/ -624 h 66"/>
                    <a:gd name="T14" fmla="*/ 107 w 110"/>
                    <a:gd name="T15" fmla="*/ -624 h 66"/>
                    <a:gd name="T16" fmla="*/ 58 w 110"/>
                    <a:gd name="T17" fmla="*/ -634 h 66"/>
                    <a:gd name="T18" fmla="*/ 111 w 110"/>
                    <a:gd name="T19" fmla="*/ -634 h 66"/>
                    <a:gd name="T20" fmla="*/ 111 w 110"/>
                    <a:gd name="T21" fmla="*/ -645 h 6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10" h="66">
                      <a:moveTo>
                        <a:pt x="111" y="22"/>
                      </a:moveTo>
                      <a:lnTo>
                        <a:pt x="107" y="22"/>
                      </a:lnTo>
                      <a:lnTo>
                        <a:pt x="107" y="43"/>
                      </a:lnTo>
                      <a:lnTo>
                        <a:pt x="9" y="43"/>
                      </a:lnTo>
                      <a:lnTo>
                        <a:pt x="0" y="52"/>
                      </a:lnTo>
                      <a:lnTo>
                        <a:pt x="0" y="66"/>
                      </a:lnTo>
                      <a:lnTo>
                        <a:pt x="111" y="43"/>
                      </a:lnTo>
                      <a:lnTo>
                        <a:pt x="107" y="43"/>
                      </a:lnTo>
                      <a:lnTo>
                        <a:pt x="58" y="33"/>
                      </a:lnTo>
                      <a:lnTo>
                        <a:pt x="111" y="33"/>
                      </a:lnTo>
                      <a:lnTo>
                        <a:pt x="111" y="22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5755" name="Freeform 335">
                  <a:extLst>
                    <a:ext uri="{FF2B5EF4-FFF2-40B4-BE49-F238E27FC236}">
                      <a16:creationId xmlns:a16="http://schemas.microsoft.com/office/drawing/2014/main" id="{325E249E-DAF4-7F4A-AACC-21296FFCAA5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14" y="-667"/>
                  <a:ext cx="110" cy="66"/>
                </a:xfrm>
                <a:custGeom>
                  <a:avLst/>
                  <a:gdLst>
                    <a:gd name="T0" fmla="*/ 107 w 110"/>
                    <a:gd name="T1" fmla="*/ -645 h 66"/>
                    <a:gd name="T2" fmla="*/ 58 w 110"/>
                    <a:gd name="T3" fmla="*/ -634 h 66"/>
                    <a:gd name="T4" fmla="*/ 107 w 110"/>
                    <a:gd name="T5" fmla="*/ -624 h 66"/>
                    <a:gd name="T6" fmla="*/ 107 w 110"/>
                    <a:gd name="T7" fmla="*/ -645 h 66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10" h="66">
                      <a:moveTo>
                        <a:pt x="107" y="22"/>
                      </a:moveTo>
                      <a:lnTo>
                        <a:pt x="58" y="33"/>
                      </a:lnTo>
                      <a:lnTo>
                        <a:pt x="107" y="43"/>
                      </a:lnTo>
                      <a:lnTo>
                        <a:pt x="107" y="22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5756" name="Freeform 336">
                  <a:extLst>
                    <a:ext uri="{FF2B5EF4-FFF2-40B4-BE49-F238E27FC236}">
                      <a16:creationId xmlns:a16="http://schemas.microsoft.com/office/drawing/2014/main" id="{C0E3D477-1B44-7C47-8E7B-8196910DA96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14" y="-667"/>
                  <a:ext cx="110" cy="66"/>
                </a:xfrm>
                <a:custGeom>
                  <a:avLst/>
                  <a:gdLst>
                    <a:gd name="T0" fmla="*/ 12 w 110"/>
                    <a:gd name="T1" fmla="*/ -665 h 66"/>
                    <a:gd name="T2" fmla="*/ 21 w 110"/>
                    <a:gd name="T3" fmla="*/ -655 h 66"/>
                    <a:gd name="T4" fmla="*/ 21 w 110"/>
                    <a:gd name="T5" fmla="*/ -642 h 66"/>
                    <a:gd name="T6" fmla="*/ 58 w 110"/>
                    <a:gd name="T7" fmla="*/ -634 h 66"/>
                    <a:gd name="T8" fmla="*/ 107 w 110"/>
                    <a:gd name="T9" fmla="*/ -645 h 66"/>
                    <a:gd name="T10" fmla="*/ 111 w 110"/>
                    <a:gd name="T11" fmla="*/ -645 h 66"/>
                    <a:gd name="T12" fmla="*/ 12 w 110"/>
                    <a:gd name="T13" fmla="*/ -665 h 6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110" h="66">
                      <a:moveTo>
                        <a:pt x="12" y="2"/>
                      </a:moveTo>
                      <a:lnTo>
                        <a:pt x="21" y="12"/>
                      </a:lnTo>
                      <a:lnTo>
                        <a:pt x="21" y="25"/>
                      </a:lnTo>
                      <a:lnTo>
                        <a:pt x="58" y="33"/>
                      </a:lnTo>
                      <a:lnTo>
                        <a:pt x="107" y="22"/>
                      </a:lnTo>
                      <a:lnTo>
                        <a:pt x="111" y="22"/>
                      </a:lnTo>
                      <a:lnTo>
                        <a:pt x="12" y="2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5757" name="Freeform 337">
                  <a:extLst>
                    <a:ext uri="{FF2B5EF4-FFF2-40B4-BE49-F238E27FC236}">
                      <a16:creationId xmlns:a16="http://schemas.microsoft.com/office/drawing/2014/main" id="{B65D4FBC-F42C-6D46-AF4B-19BB7CA64A9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14" y="-667"/>
                  <a:ext cx="110" cy="66"/>
                </a:xfrm>
                <a:custGeom>
                  <a:avLst/>
                  <a:gdLst>
                    <a:gd name="T0" fmla="*/ 0 w 110"/>
                    <a:gd name="T1" fmla="*/ -667 h 66"/>
                    <a:gd name="T2" fmla="*/ 0 w 110"/>
                    <a:gd name="T3" fmla="*/ -635 h 66"/>
                    <a:gd name="T4" fmla="*/ 21 w 110"/>
                    <a:gd name="T5" fmla="*/ -635 h 66"/>
                    <a:gd name="T6" fmla="*/ 21 w 110"/>
                    <a:gd name="T7" fmla="*/ -642 h 66"/>
                    <a:gd name="T8" fmla="*/ 9 w 110"/>
                    <a:gd name="T9" fmla="*/ -645 h 66"/>
                    <a:gd name="T10" fmla="*/ 12 w 110"/>
                    <a:gd name="T11" fmla="*/ -665 h 66"/>
                    <a:gd name="T12" fmla="*/ 0 w 110"/>
                    <a:gd name="T13" fmla="*/ -667 h 6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110" h="66">
                      <a:moveTo>
                        <a:pt x="0" y="0"/>
                      </a:moveTo>
                      <a:lnTo>
                        <a:pt x="0" y="32"/>
                      </a:lnTo>
                      <a:lnTo>
                        <a:pt x="21" y="32"/>
                      </a:lnTo>
                      <a:lnTo>
                        <a:pt x="21" y="25"/>
                      </a:lnTo>
                      <a:lnTo>
                        <a:pt x="9" y="22"/>
                      </a:lnTo>
                      <a:lnTo>
                        <a:pt x="12" y="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5758" name="Freeform 338">
                  <a:extLst>
                    <a:ext uri="{FF2B5EF4-FFF2-40B4-BE49-F238E27FC236}">
                      <a16:creationId xmlns:a16="http://schemas.microsoft.com/office/drawing/2014/main" id="{71B6D649-832E-3E43-A062-99DE8497452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14" y="-667"/>
                  <a:ext cx="110" cy="66"/>
                </a:xfrm>
                <a:custGeom>
                  <a:avLst/>
                  <a:gdLst>
                    <a:gd name="T0" fmla="*/ 12 w 110"/>
                    <a:gd name="T1" fmla="*/ -665 h 66"/>
                    <a:gd name="T2" fmla="*/ 9 w 110"/>
                    <a:gd name="T3" fmla="*/ -645 h 66"/>
                    <a:gd name="T4" fmla="*/ 21 w 110"/>
                    <a:gd name="T5" fmla="*/ -642 h 66"/>
                    <a:gd name="T6" fmla="*/ 21 w 110"/>
                    <a:gd name="T7" fmla="*/ -655 h 66"/>
                    <a:gd name="T8" fmla="*/ 12 w 110"/>
                    <a:gd name="T9" fmla="*/ -665 h 6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10" h="66">
                      <a:moveTo>
                        <a:pt x="12" y="2"/>
                      </a:moveTo>
                      <a:lnTo>
                        <a:pt x="9" y="22"/>
                      </a:lnTo>
                      <a:lnTo>
                        <a:pt x="21" y="25"/>
                      </a:lnTo>
                      <a:lnTo>
                        <a:pt x="21" y="12"/>
                      </a:lnTo>
                      <a:lnTo>
                        <a:pt x="12" y="2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5699" name="Group 279">
                <a:extLst>
                  <a:ext uri="{FF2B5EF4-FFF2-40B4-BE49-F238E27FC236}">
                    <a16:creationId xmlns:a16="http://schemas.microsoft.com/office/drawing/2014/main" id="{6F9B6866-4536-054E-871A-A45AE10CD6B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813" y="-628"/>
                <a:ext cx="22" cy="2"/>
                <a:chOff x="6813" y="-628"/>
                <a:chExt cx="22" cy="2"/>
              </a:xfrm>
            </p:grpSpPr>
            <p:sp>
              <p:nvSpPr>
                <p:cNvPr id="25753" name="Freeform 333">
                  <a:extLst>
                    <a:ext uri="{FF2B5EF4-FFF2-40B4-BE49-F238E27FC236}">
                      <a16:creationId xmlns:a16="http://schemas.microsoft.com/office/drawing/2014/main" id="{FDCC7B6E-F304-0541-A893-701996FB035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13" y="-628"/>
                  <a:ext cx="22" cy="2"/>
                </a:xfrm>
                <a:custGeom>
                  <a:avLst/>
                  <a:gdLst>
                    <a:gd name="T0" fmla="*/ 0 w 22"/>
                    <a:gd name="T1" fmla="*/ 0 h 2"/>
                    <a:gd name="T2" fmla="*/ 22 w 22"/>
                    <a:gd name="T3" fmla="*/ 0 h 2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22" h="2">
                      <a:moveTo>
                        <a:pt x="0" y="0"/>
                      </a:moveTo>
                      <a:lnTo>
                        <a:pt x="22" y="0"/>
                      </a:lnTo>
                    </a:path>
                  </a:pathLst>
                </a:custGeom>
                <a:noFill/>
                <a:ln w="18034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5700" name="Group 280">
                <a:extLst>
                  <a:ext uri="{FF2B5EF4-FFF2-40B4-BE49-F238E27FC236}">
                    <a16:creationId xmlns:a16="http://schemas.microsoft.com/office/drawing/2014/main" id="{D339F76B-D806-BA4C-B816-299A3C63C83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824" y="-655"/>
                <a:ext cx="98" cy="41"/>
                <a:chOff x="6824" y="-655"/>
                <a:chExt cx="98" cy="41"/>
              </a:xfrm>
            </p:grpSpPr>
            <p:sp>
              <p:nvSpPr>
                <p:cNvPr id="25752" name="Freeform 332">
                  <a:extLst>
                    <a:ext uri="{FF2B5EF4-FFF2-40B4-BE49-F238E27FC236}">
                      <a16:creationId xmlns:a16="http://schemas.microsoft.com/office/drawing/2014/main" id="{859CDD1B-CB40-F942-8A60-A11A5B9210A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24" y="-655"/>
                  <a:ext cx="98" cy="41"/>
                </a:xfrm>
                <a:custGeom>
                  <a:avLst/>
                  <a:gdLst>
                    <a:gd name="T0" fmla="*/ 0 w 98"/>
                    <a:gd name="T1" fmla="*/ -655 h 41"/>
                    <a:gd name="T2" fmla="*/ 0 w 98"/>
                    <a:gd name="T3" fmla="*/ -615 h 41"/>
                    <a:gd name="T4" fmla="*/ 98 w 98"/>
                    <a:gd name="T5" fmla="*/ -635 h 41"/>
                    <a:gd name="T6" fmla="*/ 0 w 98"/>
                    <a:gd name="T7" fmla="*/ -655 h 41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98" h="41">
                      <a:moveTo>
                        <a:pt x="0" y="0"/>
                      </a:moveTo>
                      <a:lnTo>
                        <a:pt x="0" y="40"/>
                      </a:lnTo>
                      <a:lnTo>
                        <a:pt x="98" y="2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5701" name="Group 281">
                <a:extLst>
                  <a:ext uri="{FF2B5EF4-FFF2-40B4-BE49-F238E27FC236}">
                    <a16:creationId xmlns:a16="http://schemas.microsoft.com/office/drawing/2014/main" id="{E72EB688-8A5E-2148-84D4-0A43606EF6C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151" y="-635"/>
                <a:ext cx="826" cy="2"/>
                <a:chOff x="6151" y="-635"/>
                <a:chExt cx="826" cy="2"/>
              </a:xfrm>
            </p:grpSpPr>
            <p:sp>
              <p:nvSpPr>
                <p:cNvPr id="25751" name="Freeform 331">
                  <a:extLst>
                    <a:ext uri="{FF2B5EF4-FFF2-40B4-BE49-F238E27FC236}">
                      <a16:creationId xmlns:a16="http://schemas.microsoft.com/office/drawing/2014/main" id="{2AA00171-1E55-484A-9DAA-7CE2E9112A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51" y="-635"/>
                  <a:ext cx="826" cy="2"/>
                </a:xfrm>
                <a:custGeom>
                  <a:avLst/>
                  <a:gdLst>
                    <a:gd name="T0" fmla="*/ 0 w 826"/>
                    <a:gd name="T1" fmla="*/ 0 h 2"/>
                    <a:gd name="T2" fmla="*/ 825 w 826"/>
                    <a:gd name="T3" fmla="*/ 0 h 2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826" h="2">
                      <a:moveTo>
                        <a:pt x="0" y="0"/>
                      </a:moveTo>
                      <a:lnTo>
                        <a:pt x="825" y="0"/>
                      </a:lnTo>
                    </a:path>
                  </a:pathLst>
                </a:custGeom>
                <a:noFill/>
                <a:ln w="889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5702" name="Group 282">
                <a:extLst>
                  <a:ext uri="{FF2B5EF4-FFF2-40B4-BE49-F238E27FC236}">
                    <a16:creationId xmlns:a16="http://schemas.microsoft.com/office/drawing/2014/main" id="{708965BF-D783-6740-9FC0-479AD8B305F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814" y="-487"/>
                <a:ext cx="110" cy="66"/>
                <a:chOff x="6814" y="-487"/>
                <a:chExt cx="110" cy="66"/>
              </a:xfrm>
            </p:grpSpPr>
            <p:sp>
              <p:nvSpPr>
                <p:cNvPr id="25746" name="Freeform 326">
                  <a:extLst>
                    <a:ext uri="{FF2B5EF4-FFF2-40B4-BE49-F238E27FC236}">
                      <a16:creationId xmlns:a16="http://schemas.microsoft.com/office/drawing/2014/main" id="{3815FDA4-D50C-E048-BCC8-F3F3BADF0D1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14" y="-487"/>
                  <a:ext cx="110" cy="66"/>
                </a:xfrm>
                <a:custGeom>
                  <a:avLst/>
                  <a:gdLst>
                    <a:gd name="T0" fmla="*/ 111 w 110"/>
                    <a:gd name="T1" fmla="*/ -465 h 66"/>
                    <a:gd name="T2" fmla="*/ 107 w 110"/>
                    <a:gd name="T3" fmla="*/ -465 h 66"/>
                    <a:gd name="T4" fmla="*/ 107 w 110"/>
                    <a:gd name="T5" fmla="*/ -444 h 66"/>
                    <a:gd name="T6" fmla="*/ 9 w 110"/>
                    <a:gd name="T7" fmla="*/ -444 h 66"/>
                    <a:gd name="T8" fmla="*/ 0 w 110"/>
                    <a:gd name="T9" fmla="*/ -435 h 66"/>
                    <a:gd name="T10" fmla="*/ 0 w 110"/>
                    <a:gd name="T11" fmla="*/ -421 h 66"/>
                    <a:gd name="T12" fmla="*/ 111 w 110"/>
                    <a:gd name="T13" fmla="*/ -444 h 66"/>
                    <a:gd name="T14" fmla="*/ 107 w 110"/>
                    <a:gd name="T15" fmla="*/ -444 h 66"/>
                    <a:gd name="T16" fmla="*/ 58 w 110"/>
                    <a:gd name="T17" fmla="*/ -454 h 66"/>
                    <a:gd name="T18" fmla="*/ 111 w 110"/>
                    <a:gd name="T19" fmla="*/ -454 h 66"/>
                    <a:gd name="T20" fmla="*/ 111 w 110"/>
                    <a:gd name="T21" fmla="*/ -465 h 6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10" h="66">
                      <a:moveTo>
                        <a:pt x="111" y="22"/>
                      </a:moveTo>
                      <a:lnTo>
                        <a:pt x="107" y="22"/>
                      </a:lnTo>
                      <a:lnTo>
                        <a:pt x="107" y="43"/>
                      </a:lnTo>
                      <a:lnTo>
                        <a:pt x="9" y="43"/>
                      </a:lnTo>
                      <a:lnTo>
                        <a:pt x="0" y="52"/>
                      </a:lnTo>
                      <a:lnTo>
                        <a:pt x="0" y="66"/>
                      </a:lnTo>
                      <a:lnTo>
                        <a:pt x="111" y="43"/>
                      </a:lnTo>
                      <a:lnTo>
                        <a:pt x="107" y="43"/>
                      </a:lnTo>
                      <a:lnTo>
                        <a:pt x="58" y="33"/>
                      </a:lnTo>
                      <a:lnTo>
                        <a:pt x="111" y="33"/>
                      </a:lnTo>
                      <a:lnTo>
                        <a:pt x="111" y="22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5747" name="Freeform 327">
                  <a:extLst>
                    <a:ext uri="{FF2B5EF4-FFF2-40B4-BE49-F238E27FC236}">
                      <a16:creationId xmlns:a16="http://schemas.microsoft.com/office/drawing/2014/main" id="{B0F4C4CB-4BAA-3943-8362-59891A3C49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14" y="-487"/>
                  <a:ext cx="110" cy="66"/>
                </a:xfrm>
                <a:custGeom>
                  <a:avLst/>
                  <a:gdLst>
                    <a:gd name="T0" fmla="*/ 107 w 110"/>
                    <a:gd name="T1" fmla="*/ -465 h 66"/>
                    <a:gd name="T2" fmla="*/ 58 w 110"/>
                    <a:gd name="T3" fmla="*/ -454 h 66"/>
                    <a:gd name="T4" fmla="*/ 107 w 110"/>
                    <a:gd name="T5" fmla="*/ -444 h 66"/>
                    <a:gd name="T6" fmla="*/ 107 w 110"/>
                    <a:gd name="T7" fmla="*/ -465 h 66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10" h="66">
                      <a:moveTo>
                        <a:pt x="107" y="22"/>
                      </a:moveTo>
                      <a:lnTo>
                        <a:pt x="58" y="33"/>
                      </a:lnTo>
                      <a:lnTo>
                        <a:pt x="107" y="43"/>
                      </a:lnTo>
                      <a:lnTo>
                        <a:pt x="107" y="22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5748" name="Freeform 328">
                  <a:extLst>
                    <a:ext uri="{FF2B5EF4-FFF2-40B4-BE49-F238E27FC236}">
                      <a16:creationId xmlns:a16="http://schemas.microsoft.com/office/drawing/2014/main" id="{F9225995-98F0-A94C-AF52-83AAF38C5E5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14" y="-487"/>
                  <a:ext cx="110" cy="66"/>
                </a:xfrm>
                <a:custGeom>
                  <a:avLst/>
                  <a:gdLst>
                    <a:gd name="T0" fmla="*/ 12 w 110"/>
                    <a:gd name="T1" fmla="*/ -485 h 66"/>
                    <a:gd name="T2" fmla="*/ 21 w 110"/>
                    <a:gd name="T3" fmla="*/ -475 h 66"/>
                    <a:gd name="T4" fmla="*/ 21 w 110"/>
                    <a:gd name="T5" fmla="*/ -462 h 66"/>
                    <a:gd name="T6" fmla="*/ 58 w 110"/>
                    <a:gd name="T7" fmla="*/ -454 h 66"/>
                    <a:gd name="T8" fmla="*/ 107 w 110"/>
                    <a:gd name="T9" fmla="*/ -465 h 66"/>
                    <a:gd name="T10" fmla="*/ 111 w 110"/>
                    <a:gd name="T11" fmla="*/ -465 h 66"/>
                    <a:gd name="T12" fmla="*/ 12 w 110"/>
                    <a:gd name="T13" fmla="*/ -485 h 6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110" h="66">
                      <a:moveTo>
                        <a:pt x="12" y="2"/>
                      </a:moveTo>
                      <a:lnTo>
                        <a:pt x="21" y="12"/>
                      </a:lnTo>
                      <a:lnTo>
                        <a:pt x="21" y="25"/>
                      </a:lnTo>
                      <a:lnTo>
                        <a:pt x="58" y="33"/>
                      </a:lnTo>
                      <a:lnTo>
                        <a:pt x="107" y="22"/>
                      </a:lnTo>
                      <a:lnTo>
                        <a:pt x="111" y="22"/>
                      </a:lnTo>
                      <a:lnTo>
                        <a:pt x="12" y="2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5749" name="Freeform 329">
                  <a:extLst>
                    <a:ext uri="{FF2B5EF4-FFF2-40B4-BE49-F238E27FC236}">
                      <a16:creationId xmlns:a16="http://schemas.microsoft.com/office/drawing/2014/main" id="{534A6811-0976-0A42-BC6F-27594095B2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14" y="-487"/>
                  <a:ext cx="110" cy="66"/>
                </a:xfrm>
                <a:custGeom>
                  <a:avLst/>
                  <a:gdLst>
                    <a:gd name="T0" fmla="*/ 0 w 110"/>
                    <a:gd name="T1" fmla="*/ -487 h 66"/>
                    <a:gd name="T2" fmla="*/ 0 w 110"/>
                    <a:gd name="T3" fmla="*/ -455 h 66"/>
                    <a:gd name="T4" fmla="*/ 21 w 110"/>
                    <a:gd name="T5" fmla="*/ -455 h 66"/>
                    <a:gd name="T6" fmla="*/ 21 w 110"/>
                    <a:gd name="T7" fmla="*/ -462 h 66"/>
                    <a:gd name="T8" fmla="*/ 9 w 110"/>
                    <a:gd name="T9" fmla="*/ -465 h 66"/>
                    <a:gd name="T10" fmla="*/ 12 w 110"/>
                    <a:gd name="T11" fmla="*/ -485 h 66"/>
                    <a:gd name="T12" fmla="*/ 0 w 110"/>
                    <a:gd name="T13" fmla="*/ -487 h 66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110" h="66">
                      <a:moveTo>
                        <a:pt x="0" y="0"/>
                      </a:moveTo>
                      <a:lnTo>
                        <a:pt x="0" y="32"/>
                      </a:lnTo>
                      <a:lnTo>
                        <a:pt x="21" y="32"/>
                      </a:lnTo>
                      <a:lnTo>
                        <a:pt x="21" y="25"/>
                      </a:lnTo>
                      <a:lnTo>
                        <a:pt x="9" y="22"/>
                      </a:lnTo>
                      <a:lnTo>
                        <a:pt x="12" y="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5750" name="Freeform 330">
                  <a:extLst>
                    <a:ext uri="{FF2B5EF4-FFF2-40B4-BE49-F238E27FC236}">
                      <a16:creationId xmlns:a16="http://schemas.microsoft.com/office/drawing/2014/main" id="{138A9561-8C84-8A47-BA10-B4E4EB75B70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14" y="-487"/>
                  <a:ext cx="110" cy="66"/>
                </a:xfrm>
                <a:custGeom>
                  <a:avLst/>
                  <a:gdLst>
                    <a:gd name="T0" fmla="*/ 12 w 110"/>
                    <a:gd name="T1" fmla="*/ -485 h 66"/>
                    <a:gd name="T2" fmla="*/ 9 w 110"/>
                    <a:gd name="T3" fmla="*/ -465 h 66"/>
                    <a:gd name="T4" fmla="*/ 21 w 110"/>
                    <a:gd name="T5" fmla="*/ -462 h 66"/>
                    <a:gd name="T6" fmla="*/ 21 w 110"/>
                    <a:gd name="T7" fmla="*/ -475 h 66"/>
                    <a:gd name="T8" fmla="*/ 12 w 110"/>
                    <a:gd name="T9" fmla="*/ -485 h 6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10" h="66">
                      <a:moveTo>
                        <a:pt x="12" y="2"/>
                      </a:moveTo>
                      <a:lnTo>
                        <a:pt x="9" y="22"/>
                      </a:lnTo>
                      <a:lnTo>
                        <a:pt x="21" y="25"/>
                      </a:lnTo>
                      <a:lnTo>
                        <a:pt x="21" y="12"/>
                      </a:lnTo>
                      <a:lnTo>
                        <a:pt x="12" y="2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5703" name="Group 283">
                <a:extLst>
                  <a:ext uri="{FF2B5EF4-FFF2-40B4-BE49-F238E27FC236}">
                    <a16:creationId xmlns:a16="http://schemas.microsoft.com/office/drawing/2014/main" id="{F924FE4A-DCE0-F34A-B16C-3942B834106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813" y="-448"/>
                <a:ext cx="22" cy="2"/>
                <a:chOff x="6813" y="-448"/>
                <a:chExt cx="22" cy="2"/>
              </a:xfrm>
            </p:grpSpPr>
            <p:sp>
              <p:nvSpPr>
                <p:cNvPr id="25745" name="Freeform 325">
                  <a:extLst>
                    <a:ext uri="{FF2B5EF4-FFF2-40B4-BE49-F238E27FC236}">
                      <a16:creationId xmlns:a16="http://schemas.microsoft.com/office/drawing/2014/main" id="{08AC48E7-4761-474C-88E4-377D37A6032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13" y="-448"/>
                  <a:ext cx="22" cy="2"/>
                </a:xfrm>
                <a:custGeom>
                  <a:avLst/>
                  <a:gdLst>
                    <a:gd name="T0" fmla="*/ 0 w 22"/>
                    <a:gd name="T1" fmla="*/ 0 h 2"/>
                    <a:gd name="T2" fmla="*/ 22 w 22"/>
                    <a:gd name="T3" fmla="*/ 0 h 2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22" h="2">
                      <a:moveTo>
                        <a:pt x="0" y="0"/>
                      </a:moveTo>
                      <a:lnTo>
                        <a:pt x="22" y="0"/>
                      </a:lnTo>
                    </a:path>
                  </a:pathLst>
                </a:custGeom>
                <a:noFill/>
                <a:ln w="18034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5704" name="Group 284">
                <a:extLst>
                  <a:ext uri="{FF2B5EF4-FFF2-40B4-BE49-F238E27FC236}">
                    <a16:creationId xmlns:a16="http://schemas.microsoft.com/office/drawing/2014/main" id="{56C5E06E-C50B-2040-B7B2-7C295503EF3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824" y="-475"/>
                <a:ext cx="98" cy="41"/>
                <a:chOff x="6824" y="-475"/>
                <a:chExt cx="98" cy="41"/>
              </a:xfrm>
            </p:grpSpPr>
            <p:sp>
              <p:nvSpPr>
                <p:cNvPr id="25744" name="Freeform 324">
                  <a:extLst>
                    <a:ext uri="{FF2B5EF4-FFF2-40B4-BE49-F238E27FC236}">
                      <a16:creationId xmlns:a16="http://schemas.microsoft.com/office/drawing/2014/main" id="{B52FD23C-051E-C246-B970-ADCE0354DDB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824" y="-475"/>
                  <a:ext cx="98" cy="41"/>
                </a:xfrm>
                <a:custGeom>
                  <a:avLst/>
                  <a:gdLst>
                    <a:gd name="T0" fmla="*/ 0 w 98"/>
                    <a:gd name="T1" fmla="*/ -475 h 41"/>
                    <a:gd name="T2" fmla="*/ 0 w 98"/>
                    <a:gd name="T3" fmla="*/ -435 h 41"/>
                    <a:gd name="T4" fmla="*/ 98 w 98"/>
                    <a:gd name="T5" fmla="*/ -455 h 41"/>
                    <a:gd name="T6" fmla="*/ 0 w 98"/>
                    <a:gd name="T7" fmla="*/ -475 h 41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98" h="41">
                      <a:moveTo>
                        <a:pt x="0" y="0"/>
                      </a:moveTo>
                      <a:lnTo>
                        <a:pt x="0" y="40"/>
                      </a:lnTo>
                      <a:lnTo>
                        <a:pt x="98" y="20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5705" name="Group 285">
                <a:extLst>
                  <a:ext uri="{FF2B5EF4-FFF2-40B4-BE49-F238E27FC236}">
                    <a16:creationId xmlns:a16="http://schemas.microsoft.com/office/drawing/2014/main" id="{9B477DE4-1A66-F846-B861-AB91E4DF734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151" y="-455"/>
                <a:ext cx="826" cy="2"/>
                <a:chOff x="6151" y="-455"/>
                <a:chExt cx="826" cy="2"/>
              </a:xfrm>
            </p:grpSpPr>
            <p:sp>
              <p:nvSpPr>
                <p:cNvPr id="25743" name="Freeform 323">
                  <a:extLst>
                    <a:ext uri="{FF2B5EF4-FFF2-40B4-BE49-F238E27FC236}">
                      <a16:creationId xmlns:a16="http://schemas.microsoft.com/office/drawing/2014/main" id="{7D76332E-BC91-6F4C-B24E-765450EDC27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151" y="-455"/>
                  <a:ext cx="826" cy="2"/>
                </a:xfrm>
                <a:custGeom>
                  <a:avLst/>
                  <a:gdLst>
                    <a:gd name="T0" fmla="*/ 0 w 826"/>
                    <a:gd name="T1" fmla="*/ 0 h 2"/>
                    <a:gd name="T2" fmla="*/ 825 w 826"/>
                    <a:gd name="T3" fmla="*/ 0 h 2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826" h="2">
                      <a:moveTo>
                        <a:pt x="0" y="0"/>
                      </a:moveTo>
                      <a:lnTo>
                        <a:pt x="825" y="0"/>
                      </a:lnTo>
                    </a:path>
                  </a:pathLst>
                </a:custGeom>
                <a:noFill/>
                <a:ln w="889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5706" name="Group 286">
                <a:extLst>
                  <a:ext uri="{FF2B5EF4-FFF2-40B4-BE49-F238E27FC236}">
                    <a16:creationId xmlns:a16="http://schemas.microsoft.com/office/drawing/2014/main" id="{8529E37D-2136-8749-96DB-0BF331BA6F3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44" y="-1363"/>
                <a:ext cx="110" cy="67"/>
                <a:chOff x="4844" y="-1363"/>
                <a:chExt cx="110" cy="67"/>
              </a:xfrm>
            </p:grpSpPr>
            <p:sp>
              <p:nvSpPr>
                <p:cNvPr id="25738" name="Freeform 318">
                  <a:extLst>
                    <a:ext uri="{FF2B5EF4-FFF2-40B4-BE49-F238E27FC236}">
                      <a16:creationId xmlns:a16="http://schemas.microsoft.com/office/drawing/2014/main" id="{C1DB4749-7E3F-E940-AA06-9B6A22AE049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44" y="-1363"/>
                  <a:ext cx="110" cy="67"/>
                </a:xfrm>
                <a:custGeom>
                  <a:avLst/>
                  <a:gdLst>
                    <a:gd name="T0" fmla="*/ 110 w 110"/>
                    <a:gd name="T1" fmla="*/ -1339 h 67"/>
                    <a:gd name="T2" fmla="*/ 107 w 110"/>
                    <a:gd name="T3" fmla="*/ -1339 h 67"/>
                    <a:gd name="T4" fmla="*/ 106 w 110"/>
                    <a:gd name="T5" fmla="*/ -1319 h 67"/>
                    <a:gd name="T6" fmla="*/ 8 w 110"/>
                    <a:gd name="T7" fmla="*/ -1319 h 67"/>
                    <a:gd name="T8" fmla="*/ 0 w 110"/>
                    <a:gd name="T9" fmla="*/ -1309 h 67"/>
                    <a:gd name="T10" fmla="*/ 0 w 110"/>
                    <a:gd name="T11" fmla="*/ -1296 h 67"/>
                    <a:gd name="T12" fmla="*/ 110 w 110"/>
                    <a:gd name="T13" fmla="*/ -1319 h 67"/>
                    <a:gd name="T14" fmla="*/ 106 w 110"/>
                    <a:gd name="T15" fmla="*/ -1319 h 67"/>
                    <a:gd name="T16" fmla="*/ 58 w 110"/>
                    <a:gd name="T17" fmla="*/ -1329 h 67"/>
                    <a:gd name="T18" fmla="*/ 110 w 110"/>
                    <a:gd name="T19" fmla="*/ -1329 h 67"/>
                    <a:gd name="T20" fmla="*/ 110 w 110"/>
                    <a:gd name="T21" fmla="*/ -1339 h 6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10" h="67">
                      <a:moveTo>
                        <a:pt x="110" y="24"/>
                      </a:moveTo>
                      <a:lnTo>
                        <a:pt x="107" y="24"/>
                      </a:lnTo>
                      <a:lnTo>
                        <a:pt x="106" y="44"/>
                      </a:lnTo>
                      <a:lnTo>
                        <a:pt x="8" y="44"/>
                      </a:lnTo>
                      <a:lnTo>
                        <a:pt x="0" y="54"/>
                      </a:lnTo>
                      <a:lnTo>
                        <a:pt x="0" y="67"/>
                      </a:lnTo>
                      <a:lnTo>
                        <a:pt x="110" y="44"/>
                      </a:lnTo>
                      <a:lnTo>
                        <a:pt x="106" y="44"/>
                      </a:lnTo>
                      <a:lnTo>
                        <a:pt x="58" y="34"/>
                      </a:lnTo>
                      <a:lnTo>
                        <a:pt x="110" y="34"/>
                      </a:lnTo>
                      <a:lnTo>
                        <a:pt x="110" y="24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5739" name="Freeform 319">
                  <a:extLst>
                    <a:ext uri="{FF2B5EF4-FFF2-40B4-BE49-F238E27FC236}">
                      <a16:creationId xmlns:a16="http://schemas.microsoft.com/office/drawing/2014/main" id="{392246FC-2479-7746-B4D4-6FD1EF5F4E5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44" y="-1363"/>
                  <a:ext cx="110" cy="67"/>
                </a:xfrm>
                <a:custGeom>
                  <a:avLst/>
                  <a:gdLst>
                    <a:gd name="T0" fmla="*/ 107 w 110"/>
                    <a:gd name="T1" fmla="*/ -1339 h 67"/>
                    <a:gd name="T2" fmla="*/ 58 w 110"/>
                    <a:gd name="T3" fmla="*/ -1329 h 67"/>
                    <a:gd name="T4" fmla="*/ 106 w 110"/>
                    <a:gd name="T5" fmla="*/ -1319 h 67"/>
                    <a:gd name="T6" fmla="*/ 107 w 110"/>
                    <a:gd name="T7" fmla="*/ -1339 h 67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10" h="67">
                      <a:moveTo>
                        <a:pt x="107" y="24"/>
                      </a:moveTo>
                      <a:lnTo>
                        <a:pt x="58" y="34"/>
                      </a:lnTo>
                      <a:lnTo>
                        <a:pt x="106" y="44"/>
                      </a:lnTo>
                      <a:lnTo>
                        <a:pt x="107" y="24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5740" name="Freeform 320">
                  <a:extLst>
                    <a:ext uri="{FF2B5EF4-FFF2-40B4-BE49-F238E27FC236}">
                      <a16:creationId xmlns:a16="http://schemas.microsoft.com/office/drawing/2014/main" id="{EA012A4B-F6C6-9746-9A58-C502461B097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44" y="-1363"/>
                  <a:ext cx="110" cy="67"/>
                </a:xfrm>
                <a:custGeom>
                  <a:avLst/>
                  <a:gdLst>
                    <a:gd name="T0" fmla="*/ 12 w 110"/>
                    <a:gd name="T1" fmla="*/ -1361 h 67"/>
                    <a:gd name="T2" fmla="*/ 20 w 110"/>
                    <a:gd name="T3" fmla="*/ -1351 h 67"/>
                    <a:gd name="T4" fmla="*/ 20 w 110"/>
                    <a:gd name="T5" fmla="*/ -1338 h 67"/>
                    <a:gd name="T6" fmla="*/ 58 w 110"/>
                    <a:gd name="T7" fmla="*/ -1329 h 67"/>
                    <a:gd name="T8" fmla="*/ 107 w 110"/>
                    <a:gd name="T9" fmla="*/ -1339 h 67"/>
                    <a:gd name="T10" fmla="*/ 110 w 110"/>
                    <a:gd name="T11" fmla="*/ -1339 h 67"/>
                    <a:gd name="T12" fmla="*/ 12 w 110"/>
                    <a:gd name="T13" fmla="*/ -1361 h 6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110" h="67">
                      <a:moveTo>
                        <a:pt x="12" y="2"/>
                      </a:moveTo>
                      <a:lnTo>
                        <a:pt x="20" y="12"/>
                      </a:lnTo>
                      <a:lnTo>
                        <a:pt x="20" y="25"/>
                      </a:lnTo>
                      <a:lnTo>
                        <a:pt x="58" y="34"/>
                      </a:lnTo>
                      <a:lnTo>
                        <a:pt x="107" y="24"/>
                      </a:lnTo>
                      <a:lnTo>
                        <a:pt x="110" y="24"/>
                      </a:lnTo>
                      <a:lnTo>
                        <a:pt x="12" y="2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5741" name="Freeform 321">
                  <a:extLst>
                    <a:ext uri="{FF2B5EF4-FFF2-40B4-BE49-F238E27FC236}">
                      <a16:creationId xmlns:a16="http://schemas.microsoft.com/office/drawing/2014/main" id="{546DA49C-FF0B-1246-9ADB-57807A5B52C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44" y="-1363"/>
                  <a:ext cx="110" cy="67"/>
                </a:xfrm>
                <a:custGeom>
                  <a:avLst/>
                  <a:gdLst>
                    <a:gd name="T0" fmla="*/ 0 w 110"/>
                    <a:gd name="T1" fmla="*/ -1363 h 67"/>
                    <a:gd name="T2" fmla="*/ 0 w 110"/>
                    <a:gd name="T3" fmla="*/ -1330 h 67"/>
                    <a:gd name="T4" fmla="*/ 20 w 110"/>
                    <a:gd name="T5" fmla="*/ -1330 h 67"/>
                    <a:gd name="T6" fmla="*/ 20 w 110"/>
                    <a:gd name="T7" fmla="*/ -1338 h 67"/>
                    <a:gd name="T8" fmla="*/ 7 w 110"/>
                    <a:gd name="T9" fmla="*/ -1341 h 67"/>
                    <a:gd name="T10" fmla="*/ 12 w 110"/>
                    <a:gd name="T11" fmla="*/ -1361 h 67"/>
                    <a:gd name="T12" fmla="*/ 0 w 110"/>
                    <a:gd name="T13" fmla="*/ -1363 h 6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110" h="67">
                      <a:moveTo>
                        <a:pt x="0" y="0"/>
                      </a:moveTo>
                      <a:lnTo>
                        <a:pt x="0" y="33"/>
                      </a:lnTo>
                      <a:lnTo>
                        <a:pt x="20" y="33"/>
                      </a:lnTo>
                      <a:lnTo>
                        <a:pt x="20" y="25"/>
                      </a:lnTo>
                      <a:lnTo>
                        <a:pt x="7" y="22"/>
                      </a:lnTo>
                      <a:lnTo>
                        <a:pt x="12" y="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5742" name="Freeform 322">
                  <a:extLst>
                    <a:ext uri="{FF2B5EF4-FFF2-40B4-BE49-F238E27FC236}">
                      <a16:creationId xmlns:a16="http://schemas.microsoft.com/office/drawing/2014/main" id="{206FF946-9700-8B49-9D92-4FBDA1BB8B9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44" y="-1363"/>
                  <a:ext cx="110" cy="67"/>
                </a:xfrm>
                <a:custGeom>
                  <a:avLst/>
                  <a:gdLst>
                    <a:gd name="T0" fmla="*/ 12 w 110"/>
                    <a:gd name="T1" fmla="*/ -1361 h 67"/>
                    <a:gd name="T2" fmla="*/ 7 w 110"/>
                    <a:gd name="T3" fmla="*/ -1341 h 67"/>
                    <a:gd name="T4" fmla="*/ 20 w 110"/>
                    <a:gd name="T5" fmla="*/ -1338 h 67"/>
                    <a:gd name="T6" fmla="*/ 20 w 110"/>
                    <a:gd name="T7" fmla="*/ -1351 h 67"/>
                    <a:gd name="T8" fmla="*/ 12 w 110"/>
                    <a:gd name="T9" fmla="*/ -1361 h 6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10" h="67">
                      <a:moveTo>
                        <a:pt x="12" y="2"/>
                      </a:moveTo>
                      <a:lnTo>
                        <a:pt x="7" y="22"/>
                      </a:lnTo>
                      <a:lnTo>
                        <a:pt x="20" y="25"/>
                      </a:lnTo>
                      <a:lnTo>
                        <a:pt x="20" y="12"/>
                      </a:lnTo>
                      <a:lnTo>
                        <a:pt x="12" y="2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5707" name="Group 287">
                <a:extLst>
                  <a:ext uri="{FF2B5EF4-FFF2-40B4-BE49-F238E27FC236}">
                    <a16:creationId xmlns:a16="http://schemas.microsoft.com/office/drawing/2014/main" id="{247855AD-93AC-284A-A1C0-2934ECDE619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44" y="-1323"/>
                <a:ext cx="20" cy="2"/>
                <a:chOff x="4844" y="-1323"/>
                <a:chExt cx="20" cy="2"/>
              </a:xfrm>
            </p:grpSpPr>
            <p:sp>
              <p:nvSpPr>
                <p:cNvPr id="25737" name="Freeform 317">
                  <a:extLst>
                    <a:ext uri="{FF2B5EF4-FFF2-40B4-BE49-F238E27FC236}">
                      <a16:creationId xmlns:a16="http://schemas.microsoft.com/office/drawing/2014/main" id="{07BD6228-19A9-F747-8CCA-31E73C7D34E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44" y="-1323"/>
                  <a:ext cx="20" cy="2"/>
                </a:xfrm>
                <a:custGeom>
                  <a:avLst/>
                  <a:gdLst>
                    <a:gd name="T0" fmla="*/ 0 w 20"/>
                    <a:gd name="T1" fmla="*/ 0 h 2"/>
                    <a:gd name="T2" fmla="*/ 20 w 20"/>
                    <a:gd name="T3" fmla="*/ 0 h 2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20" h="2">
                      <a:moveTo>
                        <a:pt x="0" y="0"/>
                      </a:moveTo>
                      <a:lnTo>
                        <a:pt x="20" y="0"/>
                      </a:lnTo>
                    </a:path>
                  </a:pathLst>
                </a:custGeom>
                <a:noFill/>
                <a:ln w="18034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5708" name="Group 288">
                <a:extLst>
                  <a:ext uri="{FF2B5EF4-FFF2-40B4-BE49-F238E27FC236}">
                    <a16:creationId xmlns:a16="http://schemas.microsoft.com/office/drawing/2014/main" id="{60BE479D-84DF-AE4C-8B03-FBFA8BE33BF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54" y="-1351"/>
                <a:ext cx="98" cy="42"/>
                <a:chOff x="4854" y="-1351"/>
                <a:chExt cx="98" cy="42"/>
              </a:xfrm>
            </p:grpSpPr>
            <p:sp>
              <p:nvSpPr>
                <p:cNvPr id="25736" name="Freeform 316">
                  <a:extLst>
                    <a:ext uri="{FF2B5EF4-FFF2-40B4-BE49-F238E27FC236}">
                      <a16:creationId xmlns:a16="http://schemas.microsoft.com/office/drawing/2014/main" id="{2AA6FA7A-FF8D-474F-8788-6F5492E5EDF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54" y="-1351"/>
                  <a:ext cx="98" cy="42"/>
                </a:xfrm>
                <a:custGeom>
                  <a:avLst/>
                  <a:gdLst>
                    <a:gd name="T0" fmla="*/ 0 w 98"/>
                    <a:gd name="T1" fmla="*/ -1351 h 42"/>
                    <a:gd name="T2" fmla="*/ 0 w 98"/>
                    <a:gd name="T3" fmla="*/ -1309 h 42"/>
                    <a:gd name="T4" fmla="*/ 98 w 98"/>
                    <a:gd name="T5" fmla="*/ -1330 h 42"/>
                    <a:gd name="T6" fmla="*/ 0 w 98"/>
                    <a:gd name="T7" fmla="*/ -1351 h 4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98" h="42">
                      <a:moveTo>
                        <a:pt x="0" y="0"/>
                      </a:moveTo>
                      <a:lnTo>
                        <a:pt x="0" y="42"/>
                      </a:lnTo>
                      <a:lnTo>
                        <a:pt x="98" y="21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5709" name="Group 289">
                <a:extLst>
                  <a:ext uri="{FF2B5EF4-FFF2-40B4-BE49-F238E27FC236}">
                    <a16:creationId xmlns:a16="http://schemas.microsoft.com/office/drawing/2014/main" id="{7D3A2EB9-C6C1-014B-AEE1-C4B73FDB45D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76" y="-1330"/>
                <a:ext cx="630" cy="2"/>
                <a:chOff x="4376" y="-1330"/>
                <a:chExt cx="630" cy="2"/>
              </a:xfrm>
            </p:grpSpPr>
            <p:sp>
              <p:nvSpPr>
                <p:cNvPr id="25735" name="Freeform 315">
                  <a:extLst>
                    <a:ext uri="{FF2B5EF4-FFF2-40B4-BE49-F238E27FC236}">
                      <a16:creationId xmlns:a16="http://schemas.microsoft.com/office/drawing/2014/main" id="{CA62764D-1608-8E4E-AEDB-6D16133C42F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76" y="-1330"/>
                  <a:ext cx="630" cy="2"/>
                </a:xfrm>
                <a:custGeom>
                  <a:avLst/>
                  <a:gdLst>
                    <a:gd name="T0" fmla="*/ 0 w 630"/>
                    <a:gd name="T1" fmla="*/ 0 h 2"/>
                    <a:gd name="T2" fmla="*/ 630 w 630"/>
                    <a:gd name="T3" fmla="*/ 0 h 2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630" h="2">
                      <a:moveTo>
                        <a:pt x="0" y="0"/>
                      </a:moveTo>
                      <a:lnTo>
                        <a:pt x="630" y="0"/>
                      </a:lnTo>
                    </a:path>
                  </a:pathLst>
                </a:custGeom>
                <a:noFill/>
                <a:ln w="889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5710" name="Group 290">
                <a:extLst>
                  <a:ext uri="{FF2B5EF4-FFF2-40B4-BE49-F238E27FC236}">
                    <a16:creationId xmlns:a16="http://schemas.microsoft.com/office/drawing/2014/main" id="{5DDAB948-7CA3-5341-B528-5B3DB6AA722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44" y="-1083"/>
                <a:ext cx="110" cy="67"/>
                <a:chOff x="4844" y="-1083"/>
                <a:chExt cx="110" cy="67"/>
              </a:xfrm>
            </p:grpSpPr>
            <p:sp>
              <p:nvSpPr>
                <p:cNvPr id="25729" name="Freeform 309">
                  <a:extLst>
                    <a:ext uri="{FF2B5EF4-FFF2-40B4-BE49-F238E27FC236}">
                      <a16:creationId xmlns:a16="http://schemas.microsoft.com/office/drawing/2014/main" id="{BE4689A6-FFD4-3746-8D7E-88AF4FA59D3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44" y="-1083"/>
                  <a:ext cx="110" cy="67"/>
                </a:xfrm>
                <a:custGeom>
                  <a:avLst/>
                  <a:gdLst>
                    <a:gd name="T0" fmla="*/ 58 w 110"/>
                    <a:gd name="T1" fmla="*/ -1049 h 67"/>
                    <a:gd name="T2" fmla="*/ 7 w 110"/>
                    <a:gd name="T3" fmla="*/ -1038 h 67"/>
                    <a:gd name="T4" fmla="*/ 0 w 110"/>
                    <a:gd name="T5" fmla="*/ -1029 h 67"/>
                    <a:gd name="T6" fmla="*/ 0 w 110"/>
                    <a:gd name="T7" fmla="*/ -1015 h 67"/>
                    <a:gd name="T8" fmla="*/ 12 w 110"/>
                    <a:gd name="T9" fmla="*/ -1018 h 67"/>
                    <a:gd name="T10" fmla="*/ 110 w 110"/>
                    <a:gd name="T11" fmla="*/ -1039 h 67"/>
                    <a:gd name="T12" fmla="*/ 107 w 110"/>
                    <a:gd name="T13" fmla="*/ -1039 h 67"/>
                    <a:gd name="T14" fmla="*/ 58 w 110"/>
                    <a:gd name="T15" fmla="*/ -1049 h 67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110" h="67">
                      <a:moveTo>
                        <a:pt x="58" y="34"/>
                      </a:moveTo>
                      <a:lnTo>
                        <a:pt x="7" y="45"/>
                      </a:lnTo>
                      <a:lnTo>
                        <a:pt x="0" y="54"/>
                      </a:lnTo>
                      <a:lnTo>
                        <a:pt x="0" y="68"/>
                      </a:lnTo>
                      <a:lnTo>
                        <a:pt x="12" y="65"/>
                      </a:lnTo>
                      <a:lnTo>
                        <a:pt x="110" y="44"/>
                      </a:lnTo>
                      <a:lnTo>
                        <a:pt x="107" y="44"/>
                      </a:lnTo>
                      <a:lnTo>
                        <a:pt x="58" y="34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5730" name="Freeform 310">
                  <a:extLst>
                    <a:ext uri="{FF2B5EF4-FFF2-40B4-BE49-F238E27FC236}">
                      <a16:creationId xmlns:a16="http://schemas.microsoft.com/office/drawing/2014/main" id="{FE1FA7BD-612F-024D-86A1-036037A328E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44" y="-1083"/>
                  <a:ext cx="110" cy="67"/>
                </a:xfrm>
                <a:custGeom>
                  <a:avLst/>
                  <a:gdLst>
                    <a:gd name="T0" fmla="*/ 106 w 110"/>
                    <a:gd name="T1" fmla="*/ -1060 h 67"/>
                    <a:gd name="T2" fmla="*/ 58 w 110"/>
                    <a:gd name="T3" fmla="*/ -1049 h 67"/>
                    <a:gd name="T4" fmla="*/ 107 w 110"/>
                    <a:gd name="T5" fmla="*/ -1039 h 67"/>
                    <a:gd name="T6" fmla="*/ 106 w 110"/>
                    <a:gd name="T7" fmla="*/ -1060 h 67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10" h="67">
                      <a:moveTo>
                        <a:pt x="106" y="23"/>
                      </a:moveTo>
                      <a:lnTo>
                        <a:pt x="58" y="34"/>
                      </a:lnTo>
                      <a:lnTo>
                        <a:pt x="107" y="44"/>
                      </a:lnTo>
                      <a:lnTo>
                        <a:pt x="106" y="23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5731" name="Freeform 311">
                  <a:extLst>
                    <a:ext uri="{FF2B5EF4-FFF2-40B4-BE49-F238E27FC236}">
                      <a16:creationId xmlns:a16="http://schemas.microsoft.com/office/drawing/2014/main" id="{73E150EC-85D7-E84B-B0BE-5ED6F85F4D6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44" y="-1083"/>
                  <a:ext cx="110" cy="67"/>
                </a:xfrm>
                <a:custGeom>
                  <a:avLst/>
                  <a:gdLst>
                    <a:gd name="T0" fmla="*/ 110 w 110"/>
                    <a:gd name="T1" fmla="*/ -1060 h 67"/>
                    <a:gd name="T2" fmla="*/ 106 w 110"/>
                    <a:gd name="T3" fmla="*/ -1060 h 67"/>
                    <a:gd name="T4" fmla="*/ 107 w 110"/>
                    <a:gd name="T5" fmla="*/ -1039 h 67"/>
                    <a:gd name="T6" fmla="*/ 110 w 110"/>
                    <a:gd name="T7" fmla="*/ -1039 h 67"/>
                    <a:gd name="T8" fmla="*/ 110 w 110"/>
                    <a:gd name="T9" fmla="*/ -1060 h 6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10" h="67">
                      <a:moveTo>
                        <a:pt x="110" y="23"/>
                      </a:moveTo>
                      <a:lnTo>
                        <a:pt x="106" y="23"/>
                      </a:lnTo>
                      <a:lnTo>
                        <a:pt x="107" y="44"/>
                      </a:lnTo>
                      <a:lnTo>
                        <a:pt x="110" y="44"/>
                      </a:lnTo>
                      <a:lnTo>
                        <a:pt x="110" y="23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5732" name="Freeform 312">
                  <a:extLst>
                    <a:ext uri="{FF2B5EF4-FFF2-40B4-BE49-F238E27FC236}">
                      <a16:creationId xmlns:a16="http://schemas.microsoft.com/office/drawing/2014/main" id="{26616250-9AF1-F147-9725-A8496D9E366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44" y="-1083"/>
                  <a:ext cx="110" cy="67"/>
                </a:xfrm>
                <a:custGeom>
                  <a:avLst/>
                  <a:gdLst>
                    <a:gd name="T0" fmla="*/ 12 w 110"/>
                    <a:gd name="T1" fmla="*/ -1080 h 67"/>
                    <a:gd name="T2" fmla="*/ 20 w 110"/>
                    <a:gd name="T3" fmla="*/ -1071 h 67"/>
                    <a:gd name="T4" fmla="*/ 20 w 110"/>
                    <a:gd name="T5" fmla="*/ -1057 h 67"/>
                    <a:gd name="T6" fmla="*/ 58 w 110"/>
                    <a:gd name="T7" fmla="*/ -1049 h 67"/>
                    <a:gd name="T8" fmla="*/ 106 w 110"/>
                    <a:gd name="T9" fmla="*/ -1060 h 67"/>
                    <a:gd name="T10" fmla="*/ 110 w 110"/>
                    <a:gd name="T11" fmla="*/ -1060 h 67"/>
                    <a:gd name="T12" fmla="*/ 12 w 110"/>
                    <a:gd name="T13" fmla="*/ -1080 h 6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110" h="67">
                      <a:moveTo>
                        <a:pt x="12" y="3"/>
                      </a:moveTo>
                      <a:lnTo>
                        <a:pt x="20" y="12"/>
                      </a:lnTo>
                      <a:lnTo>
                        <a:pt x="20" y="26"/>
                      </a:lnTo>
                      <a:lnTo>
                        <a:pt x="58" y="34"/>
                      </a:lnTo>
                      <a:lnTo>
                        <a:pt x="106" y="23"/>
                      </a:lnTo>
                      <a:lnTo>
                        <a:pt x="110" y="23"/>
                      </a:lnTo>
                      <a:lnTo>
                        <a:pt x="12" y="3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5733" name="Freeform 313">
                  <a:extLst>
                    <a:ext uri="{FF2B5EF4-FFF2-40B4-BE49-F238E27FC236}">
                      <a16:creationId xmlns:a16="http://schemas.microsoft.com/office/drawing/2014/main" id="{C475D675-8D76-5346-BA35-597C9EC4744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44" y="-1083"/>
                  <a:ext cx="110" cy="67"/>
                </a:xfrm>
                <a:custGeom>
                  <a:avLst/>
                  <a:gdLst>
                    <a:gd name="T0" fmla="*/ 0 w 110"/>
                    <a:gd name="T1" fmla="*/ -1083 h 67"/>
                    <a:gd name="T2" fmla="*/ 0 w 110"/>
                    <a:gd name="T3" fmla="*/ -1050 h 67"/>
                    <a:gd name="T4" fmla="*/ 20 w 110"/>
                    <a:gd name="T5" fmla="*/ -1050 h 67"/>
                    <a:gd name="T6" fmla="*/ 20 w 110"/>
                    <a:gd name="T7" fmla="*/ -1057 h 67"/>
                    <a:gd name="T8" fmla="*/ 8 w 110"/>
                    <a:gd name="T9" fmla="*/ -1060 h 67"/>
                    <a:gd name="T10" fmla="*/ 12 w 110"/>
                    <a:gd name="T11" fmla="*/ -1080 h 67"/>
                    <a:gd name="T12" fmla="*/ 0 w 110"/>
                    <a:gd name="T13" fmla="*/ -1083 h 6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110" h="67">
                      <a:moveTo>
                        <a:pt x="0" y="0"/>
                      </a:moveTo>
                      <a:lnTo>
                        <a:pt x="0" y="33"/>
                      </a:lnTo>
                      <a:lnTo>
                        <a:pt x="20" y="33"/>
                      </a:lnTo>
                      <a:lnTo>
                        <a:pt x="20" y="26"/>
                      </a:lnTo>
                      <a:lnTo>
                        <a:pt x="8" y="23"/>
                      </a:lnTo>
                      <a:lnTo>
                        <a:pt x="12" y="3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5734" name="Freeform 314">
                  <a:extLst>
                    <a:ext uri="{FF2B5EF4-FFF2-40B4-BE49-F238E27FC236}">
                      <a16:creationId xmlns:a16="http://schemas.microsoft.com/office/drawing/2014/main" id="{D93CEBD6-9CC6-5B48-A63F-A5F7543B27A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44" y="-1083"/>
                  <a:ext cx="110" cy="67"/>
                </a:xfrm>
                <a:custGeom>
                  <a:avLst/>
                  <a:gdLst>
                    <a:gd name="T0" fmla="*/ 12 w 110"/>
                    <a:gd name="T1" fmla="*/ -1080 h 67"/>
                    <a:gd name="T2" fmla="*/ 8 w 110"/>
                    <a:gd name="T3" fmla="*/ -1060 h 67"/>
                    <a:gd name="T4" fmla="*/ 20 w 110"/>
                    <a:gd name="T5" fmla="*/ -1057 h 67"/>
                    <a:gd name="T6" fmla="*/ 20 w 110"/>
                    <a:gd name="T7" fmla="*/ -1071 h 67"/>
                    <a:gd name="T8" fmla="*/ 12 w 110"/>
                    <a:gd name="T9" fmla="*/ -1080 h 6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10" h="67">
                      <a:moveTo>
                        <a:pt x="12" y="3"/>
                      </a:moveTo>
                      <a:lnTo>
                        <a:pt x="8" y="23"/>
                      </a:lnTo>
                      <a:lnTo>
                        <a:pt x="20" y="26"/>
                      </a:lnTo>
                      <a:lnTo>
                        <a:pt x="20" y="12"/>
                      </a:lnTo>
                      <a:lnTo>
                        <a:pt x="12" y="3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5711" name="Group 291">
                <a:extLst>
                  <a:ext uri="{FF2B5EF4-FFF2-40B4-BE49-F238E27FC236}">
                    <a16:creationId xmlns:a16="http://schemas.microsoft.com/office/drawing/2014/main" id="{6C043C20-5C17-F847-9601-FB64AA5CC2F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44" y="-1042"/>
                <a:ext cx="20" cy="2"/>
                <a:chOff x="4844" y="-1042"/>
                <a:chExt cx="20" cy="2"/>
              </a:xfrm>
            </p:grpSpPr>
            <p:sp>
              <p:nvSpPr>
                <p:cNvPr id="25728" name="Freeform 308">
                  <a:extLst>
                    <a:ext uri="{FF2B5EF4-FFF2-40B4-BE49-F238E27FC236}">
                      <a16:creationId xmlns:a16="http://schemas.microsoft.com/office/drawing/2014/main" id="{3740049C-71F6-CC49-B3BE-2C1C9668968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44" y="-1042"/>
                  <a:ext cx="20" cy="2"/>
                </a:xfrm>
                <a:custGeom>
                  <a:avLst/>
                  <a:gdLst>
                    <a:gd name="T0" fmla="*/ 0 w 20"/>
                    <a:gd name="T1" fmla="*/ 0 h 2"/>
                    <a:gd name="T2" fmla="*/ 20 w 20"/>
                    <a:gd name="T3" fmla="*/ 0 h 2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20" h="2">
                      <a:moveTo>
                        <a:pt x="0" y="0"/>
                      </a:moveTo>
                      <a:lnTo>
                        <a:pt x="20" y="0"/>
                      </a:lnTo>
                    </a:path>
                  </a:pathLst>
                </a:custGeom>
                <a:noFill/>
                <a:ln w="18796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5712" name="Group 292">
                <a:extLst>
                  <a:ext uri="{FF2B5EF4-FFF2-40B4-BE49-F238E27FC236}">
                    <a16:creationId xmlns:a16="http://schemas.microsoft.com/office/drawing/2014/main" id="{32C350BA-BFAB-7C4B-83F6-EC53C36DC0F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54" y="-1071"/>
                <a:ext cx="98" cy="42"/>
                <a:chOff x="4854" y="-1071"/>
                <a:chExt cx="98" cy="42"/>
              </a:xfrm>
            </p:grpSpPr>
            <p:sp>
              <p:nvSpPr>
                <p:cNvPr id="25727" name="Freeform 307">
                  <a:extLst>
                    <a:ext uri="{FF2B5EF4-FFF2-40B4-BE49-F238E27FC236}">
                      <a16:creationId xmlns:a16="http://schemas.microsoft.com/office/drawing/2014/main" id="{384890C0-0623-8847-8A4B-D7AD7CF8B7A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54" y="-1071"/>
                  <a:ext cx="98" cy="42"/>
                </a:xfrm>
                <a:custGeom>
                  <a:avLst/>
                  <a:gdLst>
                    <a:gd name="T0" fmla="*/ 0 w 98"/>
                    <a:gd name="T1" fmla="*/ -1071 h 42"/>
                    <a:gd name="T2" fmla="*/ 0 w 98"/>
                    <a:gd name="T3" fmla="*/ -1029 h 42"/>
                    <a:gd name="T4" fmla="*/ 98 w 98"/>
                    <a:gd name="T5" fmla="*/ -1050 h 42"/>
                    <a:gd name="T6" fmla="*/ 0 w 98"/>
                    <a:gd name="T7" fmla="*/ -1071 h 4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98" h="42">
                      <a:moveTo>
                        <a:pt x="0" y="0"/>
                      </a:moveTo>
                      <a:lnTo>
                        <a:pt x="0" y="42"/>
                      </a:lnTo>
                      <a:lnTo>
                        <a:pt x="98" y="21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5713" name="Group 293">
                <a:extLst>
                  <a:ext uri="{FF2B5EF4-FFF2-40B4-BE49-F238E27FC236}">
                    <a16:creationId xmlns:a16="http://schemas.microsoft.com/office/drawing/2014/main" id="{F37ABD28-B9BB-7143-AE11-C5FE65ACC0A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76" y="-1050"/>
                <a:ext cx="630" cy="2"/>
                <a:chOff x="4376" y="-1050"/>
                <a:chExt cx="630" cy="2"/>
              </a:xfrm>
            </p:grpSpPr>
            <p:sp>
              <p:nvSpPr>
                <p:cNvPr id="25726" name="Freeform 306">
                  <a:extLst>
                    <a:ext uri="{FF2B5EF4-FFF2-40B4-BE49-F238E27FC236}">
                      <a16:creationId xmlns:a16="http://schemas.microsoft.com/office/drawing/2014/main" id="{35659812-5891-E845-90FA-A610BDDF4AD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76" y="-1050"/>
                  <a:ext cx="630" cy="2"/>
                </a:xfrm>
                <a:custGeom>
                  <a:avLst/>
                  <a:gdLst>
                    <a:gd name="T0" fmla="*/ 0 w 630"/>
                    <a:gd name="T1" fmla="*/ 0 h 2"/>
                    <a:gd name="T2" fmla="*/ 630 w 630"/>
                    <a:gd name="T3" fmla="*/ 0 h 2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630" h="2">
                      <a:moveTo>
                        <a:pt x="0" y="0"/>
                      </a:moveTo>
                      <a:lnTo>
                        <a:pt x="630" y="0"/>
                      </a:lnTo>
                    </a:path>
                  </a:pathLst>
                </a:custGeom>
                <a:noFill/>
                <a:ln w="889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5714" name="Group 294">
                <a:extLst>
                  <a:ext uri="{FF2B5EF4-FFF2-40B4-BE49-F238E27FC236}">
                    <a16:creationId xmlns:a16="http://schemas.microsoft.com/office/drawing/2014/main" id="{41F64798-254A-664F-A3A6-DA5DF48B8BE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44" y="-803"/>
                <a:ext cx="110" cy="67"/>
                <a:chOff x="4844" y="-803"/>
                <a:chExt cx="110" cy="67"/>
              </a:xfrm>
            </p:grpSpPr>
            <p:sp>
              <p:nvSpPr>
                <p:cNvPr id="25721" name="Freeform 301">
                  <a:extLst>
                    <a:ext uri="{FF2B5EF4-FFF2-40B4-BE49-F238E27FC236}">
                      <a16:creationId xmlns:a16="http://schemas.microsoft.com/office/drawing/2014/main" id="{55BF3515-B89F-A846-BE5B-20232F9030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44" y="-803"/>
                  <a:ext cx="110" cy="67"/>
                </a:xfrm>
                <a:custGeom>
                  <a:avLst/>
                  <a:gdLst>
                    <a:gd name="T0" fmla="*/ 110 w 110"/>
                    <a:gd name="T1" fmla="*/ -779 h 67"/>
                    <a:gd name="T2" fmla="*/ 107 w 110"/>
                    <a:gd name="T3" fmla="*/ -779 h 67"/>
                    <a:gd name="T4" fmla="*/ 106 w 110"/>
                    <a:gd name="T5" fmla="*/ -759 h 67"/>
                    <a:gd name="T6" fmla="*/ 8 w 110"/>
                    <a:gd name="T7" fmla="*/ -759 h 67"/>
                    <a:gd name="T8" fmla="*/ 0 w 110"/>
                    <a:gd name="T9" fmla="*/ -749 h 67"/>
                    <a:gd name="T10" fmla="*/ 0 w 110"/>
                    <a:gd name="T11" fmla="*/ -736 h 67"/>
                    <a:gd name="T12" fmla="*/ 110 w 110"/>
                    <a:gd name="T13" fmla="*/ -759 h 67"/>
                    <a:gd name="T14" fmla="*/ 106 w 110"/>
                    <a:gd name="T15" fmla="*/ -759 h 67"/>
                    <a:gd name="T16" fmla="*/ 58 w 110"/>
                    <a:gd name="T17" fmla="*/ -769 h 67"/>
                    <a:gd name="T18" fmla="*/ 110 w 110"/>
                    <a:gd name="T19" fmla="*/ -769 h 67"/>
                    <a:gd name="T20" fmla="*/ 110 w 110"/>
                    <a:gd name="T21" fmla="*/ -779 h 6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110" h="67">
                      <a:moveTo>
                        <a:pt x="110" y="24"/>
                      </a:moveTo>
                      <a:lnTo>
                        <a:pt x="107" y="24"/>
                      </a:lnTo>
                      <a:lnTo>
                        <a:pt x="106" y="44"/>
                      </a:lnTo>
                      <a:lnTo>
                        <a:pt x="8" y="44"/>
                      </a:lnTo>
                      <a:lnTo>
                        <a:pt x="0" y="54"/>
                      </a:lnTo>
                      <a:lnTo>
                        <a:pt x="0" y="67"/>
                      </a:lnTo>
                      <a:lnTo>
                        <a:pt x="110" y="44"/>
                      </a:lnTo>
                      <a:lnTo>
                        <a:pt x="106" y="44"/>
                      </a:lnTo>
                      <a:lnTo>
                        <a:pt x="58" y="34"/>
                      </a:lnTo>
                      <a:lnTo>
                        <a:pt x="110" y="34"/>
                      </a:lnTo>
                      <a:lnTo>
                        <a:pt x="110" y="24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5722" name="Freeform 302">
                  <a:extLst>
                    <a:ext uri="{FF2B5EF4-FFF2-40B4-BE49-F238E27FC236}">
                      <a16:creationId xmlns:a16="http://schemas.microsoft.com/office/drawing/2014/main" id="{8D3553C2-C8E3-7A4B-9ED8-DAA7ED00010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44" y="-803"/>
                  <a:ext cx="110" cy="67"/>
                </a:xfrm>
                <a:custGeom>
                  <a:avLst/>
                  <a:gdLst>
                    <a:gd name="T0" fmla="*/ 107 w 110"/>
                    <a:gd name="T1" fmla="*/ -779 h 67"/>
                    <a:gd name="T2" fmla="*/ 58 w 110"/>
                    <a:gd name="T3" fmla="*/ -769 h 67"/>
                    <a:gd name="T4" fmla="*/ 106 w 110"/>
                    <a:gd name="T5" fmla="*/ -759 h 67"/>
                    <a:gd name="T6" fmla="*/ 107 w 110"/>
                    <a:gd name="T7" fmla="*/ -779 h 67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10" h="67">
                      <a:moveTo>
                        <a:pt x="107" y="24"/>
                      </a:moveTo>
                      <a:lnTo>
                        <a:pt x="58" y="34"/>
                      </a:lnTo>
                      <a:lnTo>
                        <a:pt x="106" y="44"/>
                      </a:lnTo>
                      <a:lnTo>
                        <a:pt x="107" y="24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5723" name="Freeform 303">
                  <a:extLst>
                    <a:ext uri="{FF2B5EF4-FFF2-40B4-BE49-F238E27FC236}">
                      <a16:creationId xmlns:a16="http://schemas.microsoft.com/office/drawing/2014/main" id="{C88D0097-1524-C04F-BA8A-6A494B05A9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44" y="-803"/>
                  <a:ext cx="110" cy="67"/>
                </a:xfrm>
                <a:custGeom>
                  <a:avLst/>
                  <a:gdLst>
                    <a:gd name="T0" fmla="*/ 12 w 110"/>
                    <a:gd name="T1" fmla="*/ -801 h 67"/>
                    <a:gd name="T2" fmla="*/ 20 w 110"/>
                    <a:gd name="T3" fmla="*/ -791 h 67"/>
                    <a:gd name="T4" fmla="*/ 20 w 110"/>
                    <a:gd name="T5" fmla="*/ -777 h 67"/>
                    <a:gd name="T6" fmla="*/ 58 w 110"/>
                    <a:gd name="T7" fmla="*/ -769 h 67"/>
                    <a:gd name="T8" fmla="*/ 107 w 110"/>
                    <a:gd name="T9" fmla="*/ -779 h 67"/>
                    <a:gd name="T10" fmla="*/ 110 w 110"/>
                    <a:gd name="T11" fmla="*/ -779 h 67"/>
                    <a:gd name="T12" fmla="*/ 12 w 110"/>
                    <a:gd name="T13" fmla="*/ -801 h 6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110" h="67">
                      <a:moveTo>
                        <a:pt x="12" y="2"/>
                      </a:moveTo>
                      <a:lnTo>
                        <a:pt x="20" y="12"/>
                      </a:lnTo>
                      <a:lnTo>
                        <a:pt x="20" y="26"/>
                      </a:lnTo>
                      <a:lnTo>
                        <a:pt x="58" y="34"/>
                      </a:lnTo>
                      <a:lnTo>
                        <a:pt x="107" y="24"/>
                      </a:lnTo>
                      <a:lnTo>
                        <a:pt x="110" y="24"/>
                      </a:lnTo>
                      <a:lnTo>
                        <a:pt x="12" y="2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5724" name="Freeform 304">
                  <a:extLst>
                    <a:ext uri="{FF2B5EF4-FFF2-40B4-BE49-F238E27FC236}">
                      <a16:creationId xmlns:a16="http://schemas.microsoft.com/office/drawing/2014/main" id="{22FDF8DF-314D-E84E-B7F7-9ECF88E0D23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44" y="-803"/>
                  <a:ext cx="110" cy="67"/>
                </a:xfrm>
                <a:custGeom>
                  <a:avLst/>
                  <a:gdLst>
                    <a:gd name="T0" fmla="*/ 0 w 110"/>
                    <a:gd name="T1" fmla="*/ -803 h 67"/>
                    <a:gd name="T2" fmla="*/ 0 w 110"/>
                    <a:gd name="T3" fmla="*/ -769 h 67"/>
                    <a:gd name="T4" fmla="*/ 20 w 110"/>
                    <a:gd name="T5" fmla="*/ -769 h 67"/>
                    <a:gd name="T6" fmla="*/ 20 w 110"/>
                    <a:gd name="T7" fmla="*/ -777 h 67"/>
                    <a:gd name="T8" fmla="*/ 7 w 110"/>
                    <a:gd name="T9" fmla="*/ -780 h 67"/>
                    <a:gd name="T10" fmla="*/ 12 w 110"/>
                    <a:gd name="T11" fmla="*/ -801 h 67"/>
                    <a:gd name="T12" fmla="*/ 0 w 110"/>
                    <a:gd name="T13" fmla="*/ -803 h 67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110" h="67">
                      <a:moveTo>
                        <a:pt x="0" y="0"/>
                      </a:moveTo>
                      <a:lnTo>
                        <a:pt x="0" y="34"/>
                      </a:lnTo>
                      <a:lnTo>
                        <a:pt x="20" y="34"/>
                      </a:lnTo>
                      <a:lnTo>
                        <a:pt x="20" y="26"/>
                      </a:lnTo>
                      <a:lnTo>
                        <a:pt x="7" y="23"/>
                      </a:lnTo>
                      <a:lnTo>
                        <a:pt x="12" y="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  <p:sp>
              <p:nvSpPr>
                <p:cNvPr id="25725" name="Freeform 305">
                  <a:extLst>
                    <a:ext uri="{FF2B5EF4-FFF2-40B4-BE49-F238E27FC236}">
                      <a16:creationId xmlns:a16="http://schemas.microsoft.com/office/drawing/2014/main" id="{5E364285-D0E5-0D4E-8C5F-BEDBFA560F1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44" y="-803"/>
                  <a:ext cx="110" cy="67"/>
                </a:xfrm>
                <a:custGeom>
                  <a:avLst/>
                  <a:gdLst>
                    <a:gd name="T0" fmla="*/ 12 w 110"/>
                    <a:gd name="T1" fmla="*/ -801 h 67"/>
                    <a:gd name="T2" fmla="*/ 7 w 110"/>
                    <a:gd name="T3" fmla="*/ -780 h 67"/>
                    <a:gd name="T4" fmla="*/ 20 w 110"/>
                    <a:gd name="T5" fmla="*/ -777 h 67"/>
                    <a:gd name="T6" fmla="*/ 20 w 110"/>
                    <a:gd name="T7" fmla="*/ -791 h 67"/>
                    <a:gd name="T8" fmla="*/ 12 w 110"/>
                    <a:gd name="T9" fmla="*/ -801 h 6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110" h="67">
                      <a:moveTo>
                        <a:pt x="12" y="2"/>
                      </a:moveTo>
                      <a:lnTo>
                        <a:pt x="7" y="23"/>
                      </a:lnTo>
                      <a:lnTo>
                        <a:pt x="20" y="26"/>
                      </a:lnTo>
                      <a:lnTo>
                        <a:pt x="20" y="12"/>
                      </a:lnTo>
                      <a:lnTo>
                        <a:pt x="12" y="2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5715" name="Group 295">
                <a:extLst>
                  <a:ext uri="{FF2B5EF4-FFF2-40B4-BE49-F238E27FC236}">
                    <a16:creationId xmlns:a16="http://schemas.microsoft.com/office/drawing/2014/main" id="{6C3C3EA0-09FE-5042-999C-F225CCAB1B3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44" y="-762"/>
                <a:ext cx="20" cy="2"/>
                <a:chOff x="4844" y="-762"/>
                <a:chExt cx="20" cy="2"/>
              </a:xfrm>
            </p:grpSpPr>
            <p:sp>
              <p:nvSpPr>
                <p:cNvPr id="25720" name="Freeform 300">
                  <a:extLst>
                    <a:ext uri="{FF2B5EF4-FFF2-40B4-BE49-F238E27FC236}">
                      <a16:creationId xmlns:a16="http://schemas.microsoft.com/office/drawing/2014/main" id="{6DA46C70-3D5C-A84A-81B0-A8412114C00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44" y="-762"/>
                  <a:ext cx="20" cy="2"/>
                </a:xfrm>
                <a:custGeom>
                  <a:avLst/>
                  <a:gdLst>
                    <a:gd name="T0" fmla="*/ 0 w 20"/>
                    <a:gd name="T1" fmla="*/ 0 h 2"/>
                    <a:gd name="T2" fmla="*/ 20 w 20"/>
                    <a:gd name="T3" fmla="*/ 0 h 2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20" h="2">
                      <a:moveTo>
                        <a:pt x="0" y="0"/>
                      </a:moveTo>
                      <a:lnTo>
                        <a:pt x="20" y="0"/>
                      </a:lnTo>
                    </a:path>
                  </a:pathLst>
                </a:custGeom>
                <a:noFill/>
                <a:ln w="18034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5716" name="Group 296">
                <a:extLst>
                  <a:ext uri="{FF2B5EF4-FFF2-40B4-BE49-F238E27FC236}">
                    <a16:creationId xmlns:a16="http://schemas.microsoft.com/office/drawing/2014/main" id="{2BDE02B7-DF40-2442-A185-F500FE9FE7C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854" y="-791"/>
                <a:ext cx="98" cy="42"/>
                <a:chOff x="4854" y="-791"/>
                <a:chExt cx="98" cy="42"/>
              </a:xfrm>
            </p:grpSpPr>
            <p:sp>
              <p:nvSpPr>
                <p:cNvPr id="25719" name="Freeform 299">
                  <a:extLst>
                    <a:ext uri="{FF2B5EF4-FFF2-40B4-BE49-F238E27FC236}">
                      <a16:creationId xmlns:a16="http://schemas.microsoft.com/office/drawing/2014/main" id="{540DFC6B-6E39-F444-99DC-CF24C5C645B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854" y="-791"/>
                  <a:ext cx="98" cy="42"/>
                </a:xfrm>
                <a:custGeom>
                  <a:avLst/>
                  <a:gdLst>
                    <a:gd name="T0" fmla="*/ 0 w 98"/>
                    <a:gd name="T1" fmla="*/ -791 h 42"/>
                    <a:gd name="T2" fmla="*/ 0 w 98"/>
                    <a:gd name="T3" fmla="*/ -749 h 42"/>
                    <a:gd name="T4" fmla="*/ 98 w 98"/>
                    <a:gd name="T5" fmla="*/ -769 h 42"/>
                    <a:gd name="T6" fmla="*/ 0 w 98"/>
                    <a:gd name="T7" fmla="*/ -791 h 4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98" h="42">
                      <a:moveTo>
                        <a:pt x="0" y="0"/>
                      </a:moveTo>
                      <a:lnTo>
                        <a:pt x="0" y="42"/>
                      </a:lnTo>
                      <a:lnTo>
                        <a:pt x="98" y="22"/>
                      </a:lnTo>
                      <a:lnTo>
                        <a:pt x="0" y="0"/>
                      </a:lnTo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  <p:grpSp>
            <p:nvGrpSpPr>
              <p:cNvPr id="25717" name="Group 297">
                <a:extLst>
                  <a:ext uri="{FF2B5EF4-FFF2-40B4-BE49-F238E27FC236}">
                    <a16:creationId xmlns:a16="http://schemas.microsoft.com/office/drawing/2014/main" id="{49BF526B-0652-C640-8213-ABACC133E38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76" y="-769"/>
                <a:ext cx="630" cy="2"/>
                <a:chOff x="4376" y="-769"/>
                <a:chExt cx="630" cy="2"/>
              </a:xfrm>
            </p:grpSpPr>
            <p:sp>
              <p:nvSpPr>
                <p:cNvPr id="25718" name="Freeform 298">
                  <a:extLst>
                    <a:ext uri="{FF2B5EF4-FFF2-40B4-BE49-F238E27FC236}">
                      <a16:creationId xmlns:a16="http://schemas.microsoft.com/office/drawing/2014/main" id="{3AC0839E-74ED-7E44-9381-C7B7CA1AB10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376" y="-769"/>
                  <a:ext cx="630" cy="2"/>
                </a:xfrm>
                <a:custGeom>
                  <a:avLst/>
                  <a:gdLst>
                    <a:gd name="T0" fmla="*/ 0 w 630"/>
                    <a:gd name="T1" fmla="*/ 0 h 2"/>
                    <a:gd name="T2" fmla="*/ 630 w 630"/>
                    <a:gd name="T3" fmla="*/ 0 h 2"/>
                    <a:gd name="T4" fmla="*/ 0 60000 65536"/>
                    <a:gd name="T5" fmla="*/ 0 60000 65536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0" t="0" r="r" b="b"/>
                  <a:pathLst>
                    <a:path w="630" h="2">
                      <a:moveTo>
                        <a:pt x="0" y="0"/>
                      </a:moveTo>
                      <a:lnTo>
                        <a:pt x="630" y="0"/>
                      </a:lnTo>
                    </a:path>
                  </a:pathLst>
                </a:custGeom>
                <a:noFill/>
                <a:ln w="8890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en-GB"/>
                </a:p>
              </p:txBody>
            </p:sp>
          </p:grpSp>
        </p:grpSp>
        <p:sp>
          <p:nvSpPr>
            <p:cNvPr id="25644" name="Text Box 2">
              <a:extLst>
                <a:ext uri="{FF2B5EF4-FFF2-40B4-BE49-F238E27FC236}">
                  <a16:creationId xmlns:a16="http://schemas.microsoft.com/office/drawing/2014/main" id="{338030C2-E359-284B-96F8-E469DBB30D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4004" y="3100711"/>
              <a:ext cx="326390" cy="243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altLang="en-US" sz="1400"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c0</a:t>
              </a:r>
              <a:endParaRPr lang="en-GB" altLang="en-US" sz="140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5645" name="Text Box 2">
              <a:extLst>
                <a:ext uri="{FF2B5EF4-FFF2-40B4-BE49-F238E27FC236}">
                  <a16:creationId xmlns:a16="http://schemas.microsoft.com/office/drawing/2014/main" id="{3C33B035-D059-5F44-AEA9-F992908CD3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4004" y="3265176"/>
              <a:ext cx="326390" cy="2057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altLang="en-US" sz="1400"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c1</a:t>
              </a:r>
              <a:endParaRPr lang="en-GB" altLang="en-US" sz="140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5646" name="Text Box 2">
              <a:extLst>
                <a:ext uri="{FF2B5EF4-FFF2-40B4-BE49-F238E27FC236}">
                  <a16:creationId xmlns:a16="http://schemas.microsoft.com/office/drawing/2014/main" id="{32CFA821-4989-E545-A17F-12A993374D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9004" y="3174371"/>
              <a:ext cx="777349" cy="4870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b"/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altLang="en-US" sz="1400"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7-segment decoder</a:t>
              </a:r>
              <a:endParaRPr lang="en-GB" altLang="en-US" sz="1400"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647" name="Text Box 2">
              <a:extLst>
                <a:ext uri="{FF2B5EF4-FFF2-40B4-BE49-F238E27FC236}">
                  <a16:creationId xmlns:a16="http://schemas.microsoft.com/office/drawing/2014/main" id="{30770614-9DFD-8E49-A77F-8B785458C5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4004" y="3418211"/>
              <a:ext cx="326390" cy="2432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lnSpc>
                  <a:spcPct val="115000"/>
                </a:lnSpc>
                <a:spcAft>
                  <a:spcPts val="1000"/>
                </a:spcAft>
              </a:pPr>
              <a:r>
                <a:rPr lang="en-US" altLang="en-US" sz="1400">
                  <a:latin typeface="Times New Roman" panose="02020603050405020304" pitchFamily="18" charset="0"/>
                  <a:ea typeface="Times New Roman" panose="02020603050405020304" pitchFamily="18" charset="0"/>
                  <a:cs typeface="Arial" panose="020B0604020202020204" pitchFamily="34" charset="0"/>
                </a:rPr>
                <a:t>c2</a:t>
              </a:r>
              <a:endParaRPr lang="en-GB" altLang="en-US" sz="140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5606" name="Group 198">
            <a:extLst>
              <a:ext uri="{FF2B5EF4-FFF2-40B4-BE49-F238E27FC236}">
                <a16:creationId xmlns:a16="http://schemas.microsoft.com/office/drawing/2014/main" id="{F7372C63-2670-5048-9733-C08D668817F5}"/>
              </a:ext>
            </a:extLst>
          </p:cNvPr>
          <p:cNvGrpSpPr>
            <a:grpSpLocks/>
          </p:cNvGrpSpPr>
          <p:nvPr/>
        </p:nvGrpSpPr>
        <p:grpSpPr bwMode="auto">
          <a:xfrm>
            <a:off x="1143000" y="3062288"/>
            <a:ext cx="1724025" cy="2195512"/>
            <a:chOff x="4656" y="768"/>
            <a:chExt cx="1086" cy="1383"/>
          </a:xfrm>
        </p:grpSpPr>
        <p:sp>
          <p:nvSpPr>
            <p:cNvPr id="25612" name="Rectangle 24">
              <a:extLst>
                <a:ext uri="{FF2B5EF4-FFF2-40B4-BE49-F238E27FC236}">
                  <a16:creationId xmlns:a16="http://schemas.microsoft.com/office/drawing/2014/main" id="{1FB81C8F-1603-8A41-9147-987BE6E975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6" y="768"/>
              <a:ext cx="1086" cy="1383"/>
            </a:xfrm>
            <a:prstGeom prst="rect">
              <a:avLst/>
            </a:prstGeom>
            <a:solidFill>
              <a:srgbClr val="D4E0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 altLang="en-US"/>
            </a:p>
          </p:txBody>
        </p:sp>
        <p:sp>
          <p:nvSpPr>
            <p:cNvPr id="25613" name="Rectangle 25">
              <a:extLst>
                <a:ext uri="{FF2B5EF4-FFF2-40B4-BE49-F238E27FC236}">
                  <a16:creationId xmlns:a16="http://schemas.microsoft.com/office/drawing/2014/main" id="{0118618C-EB5D-B143-98BA-FF9BF695F7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7" y="785"/>
              <a:ext cx="111" cy="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300">
                  <a:solidFill>
                    <a:srgbClr val="000000"/>
                  </a:solidFill>
                  <a:latin typeface="Myriad Roman" charset="0"/>
                </a:rPr>
                <a:t>c0</a:t>
              </a:r>
              <a:endParaRPr lang="en-US" altLang="en-US"/>
            </a:p>
          </p:txBody>
        </p:sp>
        <p:sp>
          <p:nvSpPr>
            <p:cNvPr id="25614" name="Rectangle 26">
              <a:extLst>
                <a:ext uri="{FF2B5EF4-FFF2-40B4-BE49-F238E27FC236}">
                  <a16:creationId xmlns:a16="http://schemas.microsoft.com/office/drawing/2014/main" id="{FCA1947C-17CA-6C49-87C8-A3116CBCDA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7" y="923"/>
              <a:ext cx="63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400"/>
                <a:t>0</a:t>
              </a:r>
            </a:p>
          </p:txBody>
        </p:sp>
        <p:sp>
          <p:nvSpPr>
            <p:cNvPr id="25615" name="Rectangle 27">
              <a:extLst>
                <a:ext uri="{FF2B5EF4-FFF2-40B4-BE49-F238E27FC236}">
                  <a16:creationId xmlns:a16="http://schemas.microsoft.com/office/drawing/2014/main" id="{71810656-372A-644A-8C6E-DD8A82CCD5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7" y="1060"/>
              <a:ext cx="63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400"/>
                <a:t>1</a:t>
              </a:r>
            </a:p>
          </p:txBody>
        </p:sp>
        <p:sp>
          <p:nvSpPr>
            <p:cNvPr id="25616" name="Rectangle 28">
              <a:extLst>
                <a:ext uri="{FF2B5EF4-FFF2-40B4-BE49-F238E27FC236}">
                  <a16:creationId xmlns:a16="http://schemas.microsoft.com/office/drawing/2014/main" id="{944BD8CE-728E-3B4F-AF8B-74F2104411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7" y="1198"/>
              <a:ext cx="63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400"/>
                <a:t>0</a:t>
              </a:r>
            </a:p>
          </p:txBody>
        </p:sp>
        <p:sp>
          <p:nvSpPr>
            <p:cNvPr id="25617" name="Rectangle 29">
              <a:extLst>
                <a:ext uri="{FF2B5EF4-FFF2-40B4-BE49-F238E27FC236}">
                  <a16:creationId xmlns:a16="http://schemas.microsoft.com/office/drawing/2014/main" id="{498DEF98-856B-CC49-86D6-7FADF94F40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7" y="1335"/>
              <a:ext cx="63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400"/>
                <a:t>1</a:t>
              </a:r>
            </a:p>
          </p:txBody>
        </p:sp>
        <p:sp>
          <p:nvSpPr>
            <p:cNvPr id="25618" name="Rectangle 30">
              <a:extLst>
                <a:ext uri="{FF2B5EF4-FFF2-40B4-BE49-F238E27FC236}">
                  <a16:creationId xmlns:a16="http://schemas.microsoft.com/office/drawing/2014/main" id="{626B1FE5-AA6D-E44E-8BE5-5AFC13D575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7" y="1473"/>
              <a:ext cx="63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400"/>
                <a:t>0</a:t>
              </a:r>
            </a:p>
          </p:txBody>
        </p:sp>
        <p:sp>
          <p:nvSpPr>
            <p:cNvPr id="25619" name="Rectangle 31">
              <a:extLst>
                <a:ext uri="{FF2B5EF4-FFF2-40B4-BE49-F238E27FC236}">
                  <a16:creationId xmlns:a16="http://schemas.microsoft.com/office/drawing/2014/main" id="{AD9304B7-6939-AE4C-9F07-3EBA39FDA0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7" y="1610"/>
              <a:ext cx="63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400"/>
                <a:t>1</a:t>
              </a:r>
            </a:p>
          </p:txBody>
        </p:sp>
        <p:sp>
          <p:nvSpPr>
            <p:cNvPr id="25620" name="Rectangle 32">
              <a:extLst>
                <a:ext uri="{FF2B5EF4-FFF2-40B4-BE49-F238E27FC236}">
                  <a16:creationId xmlns:a16="http://schemas.microsoft.com/office/drawing/2014/main" id="{EDD1AFA6-8E4E-A140-B636-6392F72EDE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7" y="1748"/>
              <a:ext cx="63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400"/>
                <a:t>0</a:t>
              </a:r>
            </a:p>
          </p:txBody>
        </p:sp>
        <p:sp>
          <p:nvSpPr>
            <p:cNvPr id="25621" name="Rectangle 33">
              <a:extLst>
                <a:ext uri="{FF2B5EF4-FFF2-40B4-BE49-F238E27FC236}">
                  <a16:creationId xmlns:a16="http://schemas.microsoft.com/office/drawing/2014/main" id="{056D6917-6CA3-6441-A5A0-30B6507A50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7" y="1885"/>
              <a:ext cx="63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400"/>
                <a:t>1</a:t>
              </a:r>
            </a:p>
          </p:txBody>
        </p:sp>
        <p:sp>
          <p:nvSpPr>
            <p:cNvPr id="25622" name="Rectangle 59">
              <a:extLst>
                <a:ext uri="{FF2B5EF4-FFF2-40B4-BE49-F238E27FC236}">
                  <a16:creationId xmlns:a16="http://schemas.microsoft.com/office/drawing/2014/main" id="{14EFD807-18E0-E440-B8B8-A0AC337EBA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5" y="785"/>
              <a:ext cx="111" cy="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300">
                  <a:solidFill>
                    <a:srgbClr val="000000"/>
                  </a:solidFill>
                  <a:latin typeface="Myriad Roman" charset="0"/>
                </a:rPr>
                <a:t>c2</a:t>
              </a:r>
              <a:endParaRPr lang="en-US" altLang="en-US"/>
            </a:p>
          </p:txBody>
        </p:sp>
        <p:sp>
          <p:nvSpPr>
            <p:cNvPr id="25623" name="Rectangle 60">
              <a:extLst>
                <a:ext uri="{FF2B5EF4-FFF2-40B4-BE49-F238E27FC236}">
                  <a16:creationId xmlns:a16="http://schemas.microsoft.com/office/drawing/2014/main" id="{45797CB5-39DA-D845-A20D-9D5BD2B4F0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5" y="923"/>
              <a:ext cx="63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400"/>
                <a:t>0</a:t>
              </a:r>
            </a:p>
          </p:txBody>
        </p:sp>
        <p:sp>
          <p:nvSpPr>
            <p:cNvPr id="25624" name="Rectangle 61">
              <a:extLst>
                <a:ext uri="{FF2B5EF4-FFF2-40B4-BE49-F238E27FC236}">
                  <a16:creationId xmlns:a16="http://schemas.microsoft.com/office/drawing/2014/main" id="{51370024-08EF-8044-9327-CF4F71CA54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5" y="1060"/>
              <a:ext cx="63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400"/>
                <a:t>0</a:t>
              </a:r>
            </a:p>
          </p:txBody>
        </p:sp>
        <p:sp>
          <p:nvSpPr>
            <p:cNvPr id="25625" name="Rectangle 62">
              <a:extLst>
                <a:ext uri="{FF2B5EF4-FFF2-40B4-BE49-F238E27FC236}">
                  <a16:creationId xmlns:a16="http://schemas.microsoft.com/office/drawing/2014/main" id="{5F1BC23C-1586-B847-8B90-66A7FD76B14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5" y="1198"/>
              <a:ext cx="63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400"/>
                <a:t>0</a:t>
              </a:r>
            </a:p>
          </p:txBody>
        </p:sp>
        <p:sp>
          <p:nvSpPr>
            <p:cNvPr id="25626" name="Rectangle 63">
              <a:extLst>
                <a:ext uri="{FF2B5EF4-FFF2-40B4-BE49-F238E27FC236}">
                  <a16:creationId xmlns:a16="http://schemas.microsoft.com/office/drawing/2014/main" id="{D474E21A-11D3-EE4F-934E-244F8A3897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5" y="1335"/>
              <a:ext cx="63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400"/>
                <a:t>0</a:t>
              </a:r>
            </a:p>
          </p:txBody>
        </p:sp>
        <p:sp>
          <p:nvSpPr>
            <p:cNvPr id="25627" name="Rectangle 64">
              <a:extLst>
                <a:ext uri="{FF2B5EF4-FFF2-40B4-BE49-F238E27FC236}">
                  <a16:creationId xmlns:a16="http://schemas.microsoft.com/office/drawing/2014/main" id="{21F5E146-C6D9-C84B-9AB8-C75C8FC79F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5" y="1473"/>
              <a:ext cx="63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400"/>
                <a:t>1</a:t>
              </a:r>
            </a:p>
          </p:txBody>
        </p:sp>
        <p:sp>
          <p:nvSpPr>
            <p:cNvPr id="25628" name="Rectangle 65">
              <a:extLst>
                <a:ext uri="{FF2B5EF4-FFF2-40B4-BE49-F238E27FC236}">
                  <a16:creationId xmlns:a16="http://schemas.microsoft.com/office/drawing/2014/main" id="{F28D5C0E-8B30-A448-A638-FFB323AB4F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5" y="1610"/>
              <a:ext cx="63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400"/>
                <a:t>1</a:t>
              </a:r>
            </a:p>
          </p:txBody>
        </p:sp>
        <p:sp>
          <p:nvSpPr>
            <p:cNvPr id="25629" name="Rectangle 66">
              <a:extLst>
                <a:ext uri="{FF2B5EF4-FFF2-40B4-BE49-F238E27FC236}">
                  <a16:creationId xmlns:a16="http://schemas.microsoft.com/office/drawing/2014/main" id="{CE759B94-52D6-D645-AC85-4EEEB74D11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5" y="1748"/>
              <a:ext cx="63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400"/>
                <a:t>1</a:t>
              </a:r>
            </a:p>
          </p:txBody>
        </p:sp>
        <p:sp>
          <p:nvSpPr>
            <p:cNvPr id="25630" name="Rectangle 67">
              <a:extLst>
                <a:ext uri="{FF2B5EF4-FFF2-40B4-BE49-F238E27FC236}">
                  <a16:creationId xmlns:a16="http://schemas.microsoft.com/office/drawing/2014/main" id="{270B73B7-92C0-3744-B55C-74AE939DFD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5" y="1885"/>
              <a:ext cx="63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400"/>
                <a:t>1</a:t>
              </a:r>
            </a:p>
          </p:txBody>
        </p:sp>
        <p:sp>
          <p:nvSpPr>
            <p:cNvPr id="25631" name="Rectangle 76">
              <a:extLst>
                <a:ext uri="{FF2B5EF4-FFF2-40B4-BE49-F238E27FC236}">
                  <a16:creationId xmlns:a16="http://schemas.microsoft.com/office/drawing/2014/main" id="{FE1F8144-3973-BA4D-BD06-3B9AFC15E6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785"/>
              <a:ext cx="111" cy="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300">
                  <a:solidFill>
                    <a:srgbClr val="000000"/>
                  </a:solidFill>
                  <a:latin typeface="Myriad Roman" charset="0"/>
                </a:rPr>
                <a:t>c1</a:t>
              </a:r>
              <a:endParaRPr lang="en-US" altLang="en-US"/>
            </a:p>
          </p:txBody>
        </p:sp>
        <p:sp>
          <p:nvSpPr>
            <p:cNvPr id="25632" name="Rectangle 77">
              <a:extLst>
                <a:ext uri="{FF2B5EF4-FFF2-40B4-BE49-F238E27FC236}">
                  <a16:creationId xmlns:a16="http://schemas.microsoft.com/office/drawing/2014/main" id="{54DAD68F-565A-5D43-B301-3BC8962683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923"/>
              <a:ext cx="63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400"/>
                <a:t>0</a:t>
              </a:r>
            </a:p>
          </p:txBody>
        </p:sp>
        <p:sp>
          <p:nvSpPr>
            <p:cNvPr id="25633" name="Rectangle 78">
              <a:extLst>
                <a:ext uri="{FF2B5EF4-FFF2-40B4-BE49-F238E27FC236}">
                  <a16:creationId xmlns:a16="http://schemas.microsoft.com/office/drawing/2014/main" id="{C96DC816-4ECF-C245-870F-532FD10EA5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1060"/>
              <a:ext cx="63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400"/>
                <a:t>0</a:t>
              </a:r>
            </a:p>
          </p:txBody>
        </p:sp>
        <p:sp>
          <p:nvSpPr>
            <p:cNvPr id="25634" name="Rectangle 79">
              <a:extLst>
                <a:ext uri="{FF2B5EF4-FFF2-40B4-BE49-F238E27FC236}">
                  <a16:creationId xmlns:a16="http://schemas.microsoft.com/office/drawing/2014/main" id="{86DCC8CD-E947-C642-9902-C2DFA2594C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1198"/>
              <a:ext cx="63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400"/>
                <a:t>1</a:t>
              </a:r>
            </a:p>
          </p:txBody>
        </p:sp>
        <p:sp>
          <p:nvSpPr>
            <p:cNvPr id="25635" name="Rectangle 80">
              <a:extLst>
                <a:ext uri="{FF2B5EF4-FFF2-40B4-BE49-F238E27FC236}">
                  <a16:creationId xmlns:a16="http://schemas.microsoft.com/office/drawing/2014/main" id="{1162D4C6-9C04-1C45-9B3A-C802C6208C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1335"/>
              <a:ext cx="63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400"/>
                <a:t>1</a:t>
              </a:r>
            </a:p>
          </p:txBody>
        </p:sp>
        <p:sp>
          <p:nvSpPr>
            <p:cNvPr id="25636" name="Rectangle 81">
              <a:extLst>
                <a:ext uri="{FF2B5EF4-FFF2-40B4-BE49-F238E27FC236}">
                  <a16:creationId xmlns:a16="http://schemas.microsoft.com/office/drawing/2014/main" id="{420CF006-7318-934A-81D3-A4B2856391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1473"/>
              <a:ext cx="63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400"/>
                <a:t>0</a:t>
              </a:r>
            </a:p>
          </p:txBody>
        </p:sp>
        <p:sp>
          <p:nvSpPr>
            <p:cNvPr id="25637" name="Rectangle 82">
              <a:extLst>
                <a:ext uri="{FF2B5EF4-FFF2-40B4-BE49-F238E27FC236}">
                  <a16:creationId xmlns:a16="http://schemas.microsoft.com/office/drawing/2014/main" id="{F9863259-7F7F-9E45-BB0D-DD5D4C4155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1610"/>
              <a:ext cx="63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400"/>
                <a:t>0</a:t>
              </a:r>
            </a:p>
          </p:txBody>
        </p:sp>
        <p:sp>
          <p:nvSpPr>
            <p:cNvPr id="25638" name="Rectangle 83">
              <a:extLst>
                <a:ext uri="{FF2B5EF4-FFF2-40B4-BE49-F238E27FC236}">
                  <a16:creationId xmlns:a16="http://schemas.microsoft.com/office/drawing/2014/main" id="{46E80359-241E-D945-9418-4BCF1E3B6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1748"/>
              <a:ext cx="63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400"/>
                <a:t>1</a:t>
              </a:r>
            </a:p>
          </p:txBody>
        </p:sp>
        <p:sp>
          <p:nvSpPr>
            <p:cNvPr id="25639" name="Rectangle 84">
              <a:extLst>
                <a:ext uri="{FF2B5EF4-FFF2-40B4-BE49-F238E27FC236}">
                  <a16:creationId xmlns:a16="http://schemas.microsoft.com/office/drawing/2014/main" id="{15A11BFD-3EFD-A64E-9715-0AD21A765C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3" y="1885"/>
              <a:ext cx="63" cy="1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400"/>
                <a:t>1</a:t>
              </a:r>
            </a:p>
          </p:txBody>
        </p:sp>
        <p:sp>
          <p:nvSpPr>
            <p:cNvPr id="25640" name="Rectangle 93">
              <a:extLst>
                <a:ext uri="{FF2B5EF4-FFF2-40B4-BE49-F238E27FC236}">
                  <a16:creationId xmlns:a16="http://schemas.microsoft.com/office/drawing/2014/main" id="{239AE438-26F8-4E44-8C62-868CD9AC7C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0" y="785"/>
              <a:ext cx="462" cy="1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en-US" sz="1300">
                  <a:solidFill>
                    <a:srgbClr val="000000"/>
                  </a:solidFill>
                  <a:latin typeface="Myriad Roman" charset="0"/>
                </a:rPr>
                <a:t>Character</a:t>
              </a:r>
              <a:endParaRPr lang="en-US" altLang="en-US"/>
            </a:p>
          </p:txBody>
        </p:sp>
        <p:sp>
          <p:nvSpPr>
            <p:cNvPr id="25641" name="Line 94">
              <a:extLst>
                <a:ext uri="{FF2B5EF4-FFF2-40B4-BE49-F238E27FC236}">
                  <a16:creationId xmlns:a16="http://schemas.microsoft.com/office/drawing/2014/main" id="{4024BE11-3583-D04C-AB5B-007C767553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909"/>
              <a:ext cx="1066" cy="1"/>
            </a:xfrm>
            <a:prstGeom prst="line">
              <a:avLst/>
            </a:prstGeom>
            <a:noFill/>
            <a:ln w="19050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25642" name="Line 95">
              <a:extLst>
                <a:ext uri="{FF2B5EF4-FFF2-40B4-BE49-F238E27FC236}">
                  <a16:creationId xmlns:a16="http://schemas.microsoft.com/office/drawing/2014/main" id="{AF4E4D3C-60CB-A747-AE22-46AE82C052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2" y="768"/>
              <a:ext cx="1" cy="1315"/>
            </a:xfrm>
            <a:prstGeom prst="line">
              <a:avLst/>
            </a:prstGeom>
            <a:noFill/>
            <a:ln w="19050">
              <a:solidFill>
                <a:srgbClr val="0078C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25607" name="Rectangle 43">
            <a:extLst>
              <a:ext uri="{FF2B5EF4-FFF2-40B4-BE49-F238E27FC236}">
                <a16:creationId xmlns:a16="http://schemas.microsoft.com/office/drawing/2014/main" id="{2AD2ADD5-E26B-FB4A-8965-2C0408664D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8225" y="3289300"/>
            <a:ext cx="130175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400"/>
              <a:t>H</a:t>
            </a:r>
          </a:p>
        </p:txBody>
      </p:sp>
      <p:sp>
        <p:nvSpPr>
          <p:cNvPr id="25608" name="Rectangle 43">
            <a:extLst>
              <a:ext uri="{FF2B5EF4-FFF2-40B4-BE49-F238E27FC236}">
                <a16:creationId xmlns:a16="http://schemas.microsoft.com/office/drawing/2014/main" id="{1345A862-14DD-CD48-838F-AF8F12413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8225" y="3505200"/>
            <a:ext cx="11112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300">
                <a:solidFill>
                  <a:srgbClr val="000000"/>
                </a:solidFill>
                <a:latin typeface="Myriad Roman" charset="0"/>
              </a:rPr>
              <a:t>E</a:t>
            </a:r>
            <a:endParaRPr lang="en-US" altLang="en-US"/>
          </a:p>
        </p:txBody>
      </p:sp>
      <p:sp>
        <p:nvSpPr>
          <p:cNvPr id="25609" name="Rectangle 43">
            <a:extLst>
              <a:ext uri="{FF2B5EF4-FFF2-40B4-BE49-F238E27FC236}">
                <a16:creationId xmlns:a16="http://schemas.microsoft.com/office/drawing/2014/main" id="{465DBFD8-E803-684F-9D35-625A517AD9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8225" y="3721100"/>
            <a:ext cx="93663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300">
                <a:solidFill>
                  <a:srgbClr val="000000"/>
                </a:solidFill>
                <a:latin typeface="Myriad Roman" charset="0"/>
              </a:rPr>
              <a:t>L</a:t>
            </a:r>
            <a:endParaRPr lang="en-US" altLang="en-US"/>
          </a:p>
        </p:txBody>
      </p:sp>
      <p:sp>
        <p:nvSpPr>
          <p:cNvPr id="25610" name="Rectangle 43">
            <a:extLst>
              <a:ext uri="{FF2B5EF4-FFF2-40B4-BE49-F238E27FC236}">
                <a16:creationId xmlns:a16="http://schemas.microsoft.com/office/drawing/2014/main" id="{5CE68E7F-AE9E-B24B-919D-E812C20D96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08225" y="3976688"/>
            <a:ext cx="130175" cy="20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altLang="en-US" sz="1300">
                <a:solidFill>
                  <a:srgbClr val="000000"/>
                </a:solidFill>
                <a:latin typeface="Myriad Roman" charset="0"/>
              </a:rPr>
              <a:t>O</a:t>
            </a:r>
            <a:endParaRPr lang="en-US" altLang="en-US"/>
          </a:p>
        </p:txBody>
      </p:sp>
      <p:sp>
        <p:nvSpPr>
          <p:cNvPr id="25611" name="Text Box 1">
            <a:extLst>
              <a:ext uri="{FF2B5EF4-FFF2-40B4-BE49-F238E27FC236}">
                <a16:creationId xmlns:a16="http://schemas.microsoft.com/office/drawing/2014/main" id="{FF1C76AE-E744-E344-BB60-3012C2EE20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6788" y="6323013"/>
            <a:ext cx="2133600" cy="36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algn="ctr" eaLnBrk="1">
              <a:lnSpc>
                <a:spcPct val="100000"/>
              </a:lnSpc>
              <a:spcAft>
                <a:spcPct val="0"/>
              </a:spcAft>
            </a:pPr>
            <a:fld id="{A527F5B0-425F-E24F-BC16-E1F353100436}" type="slidenum">
              <a:rPr lang="de-DE" altLang="en-US" sz="1200">
                <a:solidFill>
                  <a:srgbClr val="B2B2B2"/>
                </a:solidFill>
              </a:rPr>
              <a:pPr algn="ctr" eaLnBrk="1">
                <a:lnSpc>
                  <a:spcPct val="100000"/>
                </a:lnSpc>
                <a:spcAft>
                  <a:spcPct val="0"/>
                </a:spcAft>
              </a:pPr>
              <a:t>22</a:t>
            </a:fld>
            <a:endParaRPr lang="de-DE" altLang="en-US" sz="1200">
              <a:solidFill>
                <a:srgbClr val="B2B2B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727"/>
    </mc:Choice>
    <mc:Fallback xmlns="">
      <p:transition spd="slow" advTm="14727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AutoShape 2">
            <a:extLst>
              <a:ext uri="{FF2B5EF4-FFF2-40B4-BE49-F238E27FC236}">
                <a16:creationId xmlns:a16="http://schemas.microsoft.com/office/drawing/2014/main" id="{86E11525-2E3B-9849-B3CB-03F2F21FB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" y="534988"/>
            <a:ext cx="8223250" cy="914400"/>
          </a:xfrm>
          <a:custGeom>
            <a:avLst/>
            <a:gdLst>
              <a:gd name="T0" fmla="*/ 8223250 w 8223250"/>
              <a:gd name="T1" fmla="*/ 457200 h 914400"/>
              <a:gd name="T2" fmla="*/ 4111625 w 8223250"/>
              <a:gd name="T3" fmla="*/ 914400 h 914400"/>
              <a:gd name="T4" fmla="*/ 0 w 8223250"/>
              <a:gd name="T5" fmla="*/ 457200 h 914400"/>
              <a:gd name="T6" fmla="*/ 4111625 w 8223250"/>
              <a:gd name="T7" fmla="*/ 0 h 914400"/>
              <a:gd name="T8" fmla="*/ 0 60000 65536"/>
              <a:gd name="T9" fmla="*/ 5898240 60000 65536"/>
              <a:gd name="T10" fmla="*/ 11796480 60000 65536"/>
              <a:gd name="T11" fmla="*/ 17694720 60000 65536"/>
              <a:gd name="T12" fmla="*/ 0 w 8223250"/>
              <a:gd name="T13" fmla="*/ 0 h 914400"/>
              <a:gd name="T14" fmla="*/ 8223250 w 8223250"/>
              <a:gd name="T15" fmla="*/ 914400 h 9144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223250" h="914400">
                <a:moveTo>
                  <a:pt x="0" y="0"/>
                </a:moveTo>
                <a:lnTo>
                  <a:pt x="22842" y="0"/>
                </a:lnTo>
                <a:lnTo>
                  <a:pt x="22842" y="2540"/>
                </a:lnTo>
                <a:lnTo>
                  <a:pt x="0" y="254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>
              <a:lnSpc>
                <a:spcPct val="100000"/>
              </a:lnSpc>
              <a:spcAft>
                <a:spcPct val="0"/>
              </a:spcAft>
            </a:pPr>
            <a:r>
              <a:rPr lang="de-DE" altLang="en-US" sz="3200" b="1" dirty="0" err="1">
                <a:latin typeface="Frutiger LT Com 45 Light" charset="0"/>
              </a:rPr>
              <a:t>Practical</a:t>
            </a:r>
            <a:r>
              <a:rPr lang="de-DE" altLang="en-US" sz="3200" b="1" dirty="0">
                <a:latin typeface="Frutiger LT Com 45 Light" charset="0"/>
              </a:rPr>
              <a:t> 4-Exercise 2 (</a:t>
            </a:r>
            <a:r>
              <a:rPr lang="de-DE" altLang="en-US" sz="3200" b="1" dirty="0" err="1">
                <a:latin typeface="Frutiger LT Com 45 Light" charset="0"/>
              </a:rPr>
              <a:t>review</a:t>
            </a:r>
            <a:r>
              <a:rPr lang="de-DE" altLang="en-US" sz="3200" b="1" dirty="0">
                <a:latin typeface="Frutiger LT Com 45 Light" charset="0"/>
              </a:rPr>
              <a:t>)</a:t>
            </a:r>
          </a:p>
        </p:txBody>
      </p:sp>
      <p:sp>
        <p:nvSpPr>
          <p:cNvPr id="26629" name="Rectangle 14">
            <a:extLst>
              <a:ext uri="{FF2B5EF4-FFF2-40B4-BE49-F238E27FC236}">
                <a16:creationId xmlns:a16="http://schemas.microsoft.com/office/drawing/2014/main" id="{4FBA7A17-30EA-A541-9727-0B4692C81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 altLang="en-US"/>
          </a:p>
        </p:txBody>
      </p:sp>
      <p:sp>
        <p:nvSpPr>
          <p:cNvPr id="26640" name="Text Box 3">
            <a:extLst>
              <a:ext uri="{FF2B5EF4-FFF2-40B4-BE49-F238E27FC236}">
                <a16:creationId xmlns:a16="http://schemas.microsoft.com/office/drawing/2014/main" id="{422E754B-6F18-B540-85A2-D74216C805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6323013"/>
            <a:ext cx="213360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algn="ctr" eaLnBrk="1">
              <a:lnSpc>
                <a:spcPct val="100000"/>
              </a:lnSpc>
              <a:spcAft>
                <a:spcPct val="0"/>
              </a:spcAft>
            </a:pPr>
            <a:r>
              <a:rPr lang="de-DE" altLang="en-US" sz="1200">
                <a:solidFill>
                  <a:srgbClr val="B2B2B2"/>
                </a:solidFill>
              </a:rPr>
              <a:t>23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9F69D9-9DBF-2944-8E64-DE1AB3273AF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57529"/>
            <a:ext cx="9144000" cy="414294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3616FC4-5824-E742-83CE-76E9620E96A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8412" y="1456315"/>
            <a:ext cx="4875213" cy="46331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B4D28F0-D502-D44E-BD57-5B410967E1E4}"/>
              </a:ext>
            </a:extLst>
          </p:cNvPr>
          <p:cNvSpPr txBox="1"/>
          <p:nvPr/>
        </p:nvSpPr>
        <p:spPr>
          <a:xfrm>
            <a:off x="3240465" y="949303"/>
            <a:ext cx="5673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2-bit 4-to-1 multiplexer using select signal assignment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90D521D-5DD8-DA4B-8995-36E7A8449C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0375" y="1682905"/>
            <a:ext cx="7924800" cy="426340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271"/>
    </mc:Choice>
    <mc:Fallback xmlns="">
      <p:transition spd="slow" advTm="352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AutoShape 2">
            <a:extLst>
              <a:ext uri="{FF2B5EF4-FFF2-40B4-BE49-F238E27FC236}">
                <a16:creationId xmlns:a16="http://schemas.microsoft.com/office/drawing/2014/main" id="{86E11525-2E3B-9849-B3CB-03F2F21FB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375" y="534988"/>
            <a:ext cx="8223250" cy="914400"/>
          </a:xfrm>
          <a:custGeom>
            <a:avLst/>
            <a:gdLst>
              <a:gd name="T0" fmla="*/ 8223250 w 8223250"/>
              <a:gd name="T1" fmla="*/ 457200 h 914400"/>
              <a:gd name="T2" fmla="*/ 4111625 w 8223250"/>
              <a:gd name="T3" fmla="*/ 914400 h 914400"/>
              <a:gd name="T4" fmla="*/ 0 w 8223250"/>
              <a:gd name="T5" fmla="*/ 457200 h 914400"/>
              <a:gd name="T6" fmla="*/ 4111625 w 8223250"/>
              <a:gd name="T7" fmla="*/ 0 h 914400"/>
              <a:gd name="T8" fmla="*/ 0 60000 65536"/>
              <a:gd name="T9" fmla="*/ 5898240 60000 65536"/>
              <a:gd name="T10" fmla="*/ 11796480 60000 65536"/>
              <a:gd name="T11" fmla="*/ 17694720 60000 65536"/>
              <a:gd name="T12" fmla="*/ 0 w 8223250"/>
              <a:gd name="T13" fmla="*/ 0 h 914400"/>
              <a:gd name="T14" fmla="*/ 8223250 w 8223250"/>
              <a:gd name="T15" fmla="*/ 914400 h 9144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8223250" h="914400">
                <a:moveTo>
                  <a:pt x="0" y="0"/>
                </a:moveTo>
                <a:lnTo>
                  <a:pt x="22842" y="0"/>
                </a:lnTo>
                <a:lnTo>
                  <a:pt x="22842" y="2540"/>
                </a:lnTo>
                <a:lnTo>
                  <a:pt x="0" y="254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eaLnBrk="1">
              <a:lnSpc>
                <a:spcPct val="100000"/>
              </a:lnSpc>
              <a:spcAft>
                <a:spcPct val="0"/>
              </a:spcAft>
            </a:pPr>
            <a:r>
              <a:rPr lang="de-DE" altLang="en-US" sz="3200" b="1" dirty="0" err="1">
                <a:latin typeface="Frutiger LT Com 45 Light" charset="0"/>
              </a:rPr>
              <a:t>Practical</a:t>
            </a:r>
            <a:r>
              <a:rPr lang="de-DE" altLang="en-US" sz="3200" b="1" dirty="0">
                <a:latin typeface="Frutiger LT Com 45 Light" charset="0"/>
              </a:rPr>
              <a:t> 4-Exercise 2 (</a:t>
            </a:r>
            <a:r>
              <a:rPr lang="de-DE" altLang="en-US" sz="3200" b="1" dirty="0" err="1">
                <a:latin typeface="Frutiger LT Com 45 Light" charset="0"/>
              </a:rPr>
              <a:t>review</a:t>
            </a:r>
            <a:r>
              <a:rPr lang="de-DE" altLang="en-US" sz="3200" b="1" dirty="0">
                <a:latin typeface="Frutiger LT Com 45 Light" charset="0"/>
              </a:rPr>
              <a:t>)</a:t>
            </a:r>
          </a:p>
        </p:txBody>
      </p:sp>
      <p:sp>
        <p:nvSpPr>
          <p:cNvPr id="26629" name="Rectangle 14">
            <a:extLst>
              <a:ext uri="{FF2B5EF4-FFF2-40B4-BE49-F238E27FC236}">
                <a16:creationId xmlns:a16="http://schemas.microsoft.com/office/drawing/2014/main" id="{4FBA7A17-30EA-A541-9727-0B4692C815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B8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 altLang="en-US"/>
          </a:p>
        </p:txBody>
      </p:sp>
      <p:sp>
        <p:nvSpPr>
          <p:cNvPr id="26640" name="Text Box 3">
            <a:extLst>
              <a:ext uri="{FF2B5EF4-FFF2-40B4-BE49-F238E27FC236}">
                <a16:creationId xmlns:a16="http://schemas.microsoft.com/office/drawing/2014/main" id="{422E754B-6F18-B540-85A2-D74216C805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29000" y="6323013"/>
            <a:ext cx="213360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 algn="ctr" eaLnBrk="1">
              <a:lnSpc>
                <a:spcPct val="100000"/>
              </a:lnSpc>
              <a:spcAft>
                <a:spcPct val="0"/>
              </a:spcAft>
            </a:pPr>
            <a:r>
              <a:rPr lang="de-DE" altLang="en-US" sz="1200">
                <a:solidFill>
                  <a:srgbClr val="B2B2B2"/>
                </a:solidFill>
              </a:rPr>
              <a:t>23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0F6927-9003-E54E-BB8C-6BDF32A5D1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6" y="1752600"/>
            <a:ext cx="9061007" cy="39624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9343BAA-0203-1645-B6A1-B9981557FC5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1752600"/>
            <a:ext cx="5918200" cy="409052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4A47B91-7121-7B46-B9F0-280691328619}"/>
              </a:ext>
            </a:extLst>
          </p:cNvPr>
          <p:cNvSpPr txBox="1"/>
          <p:nvPr/>
        </p:nvSpPr>
        <p:spPr>
          <a:xfrm>
            <a:off x="3216652" y="1088042"/>
            <a:ext cx="5737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2-bit 4-to-1 multiplexer using simple signal assignment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F1BDF2-0CEF-B847-A4D1-6BAB78634AB6}"/>
              </a:ext>
            </a:extLst>
          </p:cNvPr>
          <p:cNvSpPr txBox="1"/>
          <p:nvPr/>
        </p:nvSpPr>
        <p:spPr>
          <a:xfrm>
            <a:off x="3216652" y="1080056"/>
            <a:ext cx="5737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4-bit 2-to-1 multiplexer using simple signal assignment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F254A03-81AD-5F4C-8F6D-44F4941AD52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666" y="2147931"/>
            <a:ext cx="8077200" cy="36311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AC600BD-425D-7745-9979-FDFFAB5BB54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" y="1800213"/>
            <a:ext cx="7391400" cy="421799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84929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026"/>
    </mc:Choice>
    <mc:Fallback xmlns="">
      <p:transition spd="slow" advTm="38026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50382-7F32-4D4B-B3F8-99DF31C0F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>
              <a:lnSpc>
                <a:spcPct val="100000"/>
              </a:lnSpc>
              <a:tabLst>
                <a:tab pos="449263" algn="l"/>
                <a:tab pos="898525" algn="l"/>
                <a:tab pos="1347788" algn="l"/>
                <a:tab pos="1797050" algn="l"/>
                <a:tab pos="2246313" algn="l"/>
                <a:tab pos="2695575" algn="l"/>
                <a:tab pos="3144838" algn="l"/>
                <a:tab pos="3594100" algn="l"/>
                <a:tab pos="4043363" algn="l"/>
                <a:tab pos="4492625" algn="l"/>
                <a:tab pos="4941888" algn="l"/>
                <a:tab pos="5391150" algn="l"/>
                <a:tab pos="5840413" algn="l"/>
                <a:tab pos="6289675" algn="l"/>
                <a:tab pos="6738938" algn="l"/>
                <a:tab pos="7188200" algn="l"/>
                <a:tab pos="7637463" algn="l"/>
                <a:tab pos="8086725" algn="l"/>
              </a:tabLst>
              <a:defRPr/>
            </a:pPr>
            <a:r>
              <a:rPr lang="de-DE" b="1" kern="1200" dirty="0">
                <a:latin typeface="Frutiger LT Com 45 Light" charset="0"/>
              </a:rPr>
              <a:t>Summary</a:t>
            </a:r>
            <a:endParaRPr lang="en-GB" b="1" kern="1200" dirty="0">
              <a:latin typeface="Frutiger LT Com 45 Light" charset="0"/>
            </a:endParaRPr>
          </a:p>
        </p:txBody>
      </p:sp>
      <p:sp>
        <p:nvSpPr>
          <p:cNvPr id="27651" name="Content Placeholder 2">
            <a:extLst>
              <a:ext uri="{FF2B5EF4-FFF2-40B4-BE49-F238E27FC236}">
                <a16:creationId xmlns:a16="http://schemas.microsoft.com/office/drawing/2014/main" id="{2B93FDCA-1DBB-D44A-ACF9-F21B60E47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1" indent="0">
              <a:buClr>
                <a:srgbClr val="00B050"/>
              </a:buClr>
            </a:pPr>
            <a:r>
              <a:rPr lang="en-US" altLang="en-US" sz="2000"/>
              <a:t> </a:t>
            </a:r>
            <a:endParaRPr lang="en-US" altLang="en-US" sz="2000" b="1"/>
          </a:p>
          <a:p>
            <a:pPr marL="0" lvl="1" indent="0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buSzTx/>
              <a:buFont typeface="Wingdings" pitchFamily="2" charset="2"/>
              <a:buChar char="n"/>
            </a:pPr>
            <a:r>
              <a:rPr lang="en-US" altLang="en-US" sz="2000"/>
              <a:t> Operators in VHDL language</a:t>
            </a:r>
          </a:p>
          <a:p>
            <a:pPr marL="0" lvl="1" indent="0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buSzTx/>
              <a:buFont typeface="Wingdings" pitchFamily="2" charset="2"/>
              <a:buChar char="n"/>
            </a:pPr>
            <a:r>
              <a:rPr lang="en-US" altLang="en-US" sz="2000"/>
              <a:t> Concurrent statements in VHDL</a:t>
            </a:r>
          </a:p>
          <a:p>
            <a:pPr marL="0" lvl="1" indent="0">
              <a:lnSpc>
                <a:spcPct val="100000"/>
              </a:lnSpc>
              <a:spcAft>
                <a:spcPct val="40000"/>
              </a:spcAft>
              <a:buClr>
                <a:srgbClr val="00B050"/>
              </a:buClr>
              <a:buSzTx/>
              <a:buFont typeface="Wingdings" pitchFamily="2" charset="2"/>
              <a:buChar char="n"/>
            </a:pPr>
            <a:r>
              <a:rPr lang="en-US" altLang="en-US" sz="2000"/>
              <a:t> Conditional signal assignment, Selected signal assignment  </a:t>
            </a:r>
          </a:p>
          <a:p>
            <a:pPr marL="0" lvl="1" indent="0">
              <a:buClr>
                <a:srgbClr val="00B050"/>
              </a:buClr>
            </a:pPr>
            <a:endParaRPr lang="en-US" altLang="en-US"/>
          </a:p>
        </p:txBody>
      </p:sp>
      <p:sp>
        <p:nvSpPr>
          <p:cNvPr id="27652" name="Slide Number Placeholder 3">
            <a:extLst>
              <a:ext uri="{FF2B5EF4-FFF2-40B4-BE49-F238E27FC236}">
                <a16:creationId xmlns:a16="http://schemas.microsoft.com/office/drawing/2014/main" id="{897D2A6D-0F4A-C241-B5F2-286160179E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05200" y="6323013"/>
            <a:ext cx="2133600" cy="365125"/>
          </a:xfrm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F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7000"/>
              </a:lnSpc>
              <a:spcAft>
                <a:spcPts val="142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1pPr>
            <a:lvl2pPr>
              <a:lnSpc>
                <a:spcPct val="97000"/>
              </a:lnSpc>
              <a:spcAft>
                <a:spcPts val="113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2pPr>
            <a:lvl3pPr>
              <a:lnSpc>
                <a:spcPct val="97000"/>
              </a:lnSpc>
              <a:spcAft>
                <a:spcPts val="85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3pPr>
            <a:lvl4pPr>
              <a:lnSpc>
                <a:spcPct val="97000"/>
              </a:lnSpc>
              <a:spcAft>
                <a:spcPts val="575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4pPr>
            <a:lvl5pPr>
              <a:lnSpc>
                <a:spcPct val="97000"/>
              </a:lnSpc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5pPr>
            <a:lvl6pPr marL="25146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6pPr>
            <a:lvl7pPr marL="29718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7pPr>
            <a:lvl8pPr marL="34290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8pPr>
            <a:lvl9pPr marL="3886200" indent="-228600" defTabSz="449263" eaLnBrk="0" fontAlgn="base" hangingPunct="0">
              <a:lnSpc>
                <a:spcPct val="97000"/>
              </a:lnSpc>
              <a:spcBef>
                <a:spcPct val="0"/>
              </a:spcBef>
              <a:spcAft>
                <a:spcPts val="288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449263" algn="l"/>
                <a:tab pos="898525" algn="l"/>
                <a:tab pos="1347788" algn="l"/>
                <a:tab pos="1797050" algn="l"/>
              </a:tabLst>
              <a:defRPr sz="2000">
                <a:solidFill>
                  <a:srgbClr val="000000"/>
                </a:solidFill>
                <a:latin typeface="Frutiger LT Com 55 Roman" pitchFamily="1" charset="0"/>
                <a:ea typeface="DejaVu Sans" pitchFamily="34" charset="0"/>
                <a:cs typeface="DejaVu Sans" pitchFamily="34" charset="0"/>
              </a:defRPr>
            </a:lvl9pPr>
          </a:lstStyle>
          <a:p>
            <a:pPr>
              <a:lnSpc>
                <a:spcPct val="100000"/>
              </a:lnSpc>
              <a:spcAft>
                <a:spcPct val="0"/>
              </a:spcAft>
            </a:pPr>
            <a:r>
              <a:rPr lang="de-DE" altLang="en-US">
                <a:solidFill>
                  <a:srgbClr val="B2B2B2"/>
                </a:solidFill>
              </a:rPr>
              <a:t>24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617"/>
    </mc:Choice>
    <mc:Fallback xmlns="">
      <p:transition spd="slow" advTm="16617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1.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8.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8.2|6.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5|9.1|9.4"/>
</p:tagLst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Frutiger LT Com 55 Roman"/>
        <a:ea typeface="DejaVu Sans"/>
        <a:cs typeface="DejaVu Sans"/>
      </a:majorFont>
      <a:minorFont>
        <a:latin typeface="Frutiger LT Com 55 Roman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effectLst/>
            <a:latin typeface="Arial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Frutiger LT Com 55 Roman"/>
        <a:ea typeface="DejaVu Sans"/>
        <a:cs typeface="DejaVu Sans"/>
      </a:majorFont>
      <a:minorFont>
        <a:latin typeface="Frutiger LT Com 55 Roman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effectLst/>
            <a:latin typeface="Arial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Frutiger LT Com 55 Roman"/>
        <a:ea typeface="DejaVu Sans"/>
        <a:cs typeface="DejaVu Sans"/>
      </a:majorFont>
      <a:minorFont>
        <a:latin typeface="Frutiger LT Com 55 Roman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0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1800" b="0" i="0" u="none" strike="noStrike" cap="none" normalizeH="0" baseline="0" smtClean="0">
            <a:ln>
              <a:noFill/>
            </a:ln>
            <a:effectLst/>
            <a:latin typeface="Arial" charset="0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9c9bcd11-977a-4e9c-a9a0-bc734090164a}" enabled="0" method="" siteId="{9c9bcd11-977a-4e9c-a9a0-bc734090164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278</TotalTime>
  <Words>1737</Words>
  <Application>Microsoft Macintosh PowerPoint</Application>
  <PresentationFormat>全屏显示(4:3)</PresentationFormat>
  <Paragraphs>439</Paragraphs>
  <Slides>25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25</vt:i4>
      </vt:variant>
    </vt:vector>
  </HeadingPairs>
  <TitlesOfParts>
    <vt:vector size="37" baseType="lpstr">
      <vt:lpstr>Frutiger LT Com 45 Light</vt:lpstr>
      <vt:lpstr>Frutiger LT Com 55 Roman</vt:lpstr>
      <vt:lpstr>Myriad Roman</vt:lpstr>
      <vt:lpstr>TTE1F17478t00</vt:lpstr>
      <vt:lpstr>Arial</vt:lpstr>
      <vt:lpstr>Calibri</vt:lpstr>
      <vt:lpstr>Helvetica</vt:lpstr>
      <vt:lpstr>Times New Roman</vt:lpstr>
      <vt:lpstr>Wingdings</vt:lpstr>
      <vt:lpstr>Office Theme</vt:lpstr>
      <vt:lpstr>1_Office Theme</vt:lpstr>
      <vt:lpstr>2_Office Theme</vt:lpstr>
      <vt:lpstr>PowerPoint 演示文稿</vt:lpstr>
      <vt:lpstr>PowerPoint 演示文稿</vt:lpstr>
      <vt:lpstr>Objectives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Conditional Signal Assignments</vt:lpstr>
      <vt:lpstr>Selected Signal Assignments</vt:lpstr>
      <vt:lpstr>PowerPoint 演示文稿</vt:lpstr>
      <vt:lpstr>PowerPoint 演示文稿</vt:lpstr>
      <vt:lpstr>PowerPoint 演示文稿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Electronics-ENGR 228</dc:title>
  <cp:lastModifiedBy>Zhang, Zhongming</cp:lastModifiedBy>
  <cp:revision>702</cp:revision>
  <cp:lastPrinted>1601-01-01T00:00:00Z</cp:lastPrinted>
  <dcterms:created xsi:type="dcterms:W3CDTF">1601-01-01T00:00:00Z</dcterms:created>
  <dcterms:modified xsi:type="dcterms:W3CDTF">2026-10-12T04:00:13Z</dcterms:modified>
</cp:coreProperties>
</file>