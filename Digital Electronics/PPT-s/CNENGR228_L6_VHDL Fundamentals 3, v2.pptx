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</p:sldMasterIdLst>
  <p:notesMasterIdLst>
    <p:notesMasterId r:id="rId34"/>
  </p:notesMasterIdLst>
  <p:sldIdLst>
    <p:sldId id="256" r:id="rId4"/>
    <p:sldId id="392" r:id="rId5"/>
    <p:sldId id="257" r:id="rId6"/>
    <p:sldId id="388" r:id="rId7"/>
    <p:sldId id="381" r:id="rId8"/>
    <p:sldId id="382" r:id="rId9"/>
    <p:sldId id="383" r:id="rId10"/>
    <p:sldId id="389" r:id="rId11"/>
    <p:sldId id="384" r:id="rId12"/>
    <p:sldId id="385" r:id="rId13"/>
    <p:sldId id="387" r:id="rId14"/>
    <p:sldId id="343" r:id="rId15"/>
    <p:sldId id="402" r:id="rId16"/>
    <p:sldId id="404" r:id="rId17"/>
    <p:sldId id="403" r:id="rId18"/>
    <p:sldId id="406" r:id="rId19"/>
    <p:sldId id="412" r:id="rId20"/>
    <p:sldId id="409" r:id="rId21"/>
    <p:sldId id="415" r:id="rId22"/>
    <p:sldId id="416" r:id="rId23"/>
    <p:sldId id="417" r:id="rId24"/>
    <p:sldId id="353" r:id="rId25"/>
    <p:sldId id="419" r:id="rId26"/>
    <p:sldId id="420" r:id="rId27"/>
    <p:sldId id="421" r:id="rId28"/>
    <p:sldId id="386" r:id="rId29"/>
    <p:sldId id="422" r:id="rId30"/>
    <p:sldId id="423" r:id="rId31"/>
    <p:sldId id="424" r:id="rId32"/>
    <p:sldId id="418" r:id="rId33"/>
  </p:sldIdLst>
  <p:sldSz cx="9144000" cy="6858000" type="screen4x3"/>
  <p:notesSz cx="7099300" cy="102346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59" autoAdjust="0"/>
    <p:restoredTop sz="72837"/>
  </p:normalViewPr>
  <p:slideViewPr>
    <p:cSldViewPr>
      <p:cViewPr varScale="1">
        <p:scale>
          <a:sx n="83" d="100"/>
          <a:sy n="83" d="100"/>
        </p:scale>
        <p:origin x="2496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microsoft.com/office/2016/11/relationships/changesInfo" Target="changesInfos/changesInfo1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hongming" userId="57b61de0-a4db-46da-bbdf-d2c5d7242f33" providerId="ADAL" clId="{49C7528D-D51F-364D-98EC-9A18F9C7D9FF}"/>
    <pc:docChg chg="modSld">
      <pc:chgData name="Zhang, Zhongming" userId="57b61de0-a4db-46da-bbdf-d2c5d7242f33" providerId="ADAL" clId="{49C7528D-D51F-364D-98EC-9A18F9C7D9FF}" dt="2024-10-08T07:50:08.771" v="33" actId="20577"/>
      <pc:docMkLst>
        <pc:docMk/>
      </pc:docMkLst>
      <pc:sldChg chg="modSp mod">
        <pc:chgData name="Zhang, Zhongming" userId="57b61de0-a4db-46da-bbdf-d2c5d7242f33" providerId="ADAL" clId="{49C7528D-D51F-364D-98EC-9A18F9C7D9FF}" dt="2024-09-25T12:38:57.954" v="2" actId="20577"/>
        <pc:sldMkLst>
          <pc:docMk/>
          <pc:sldMk cId="0" sldId="256"/>
        </pc:sldMkLst>
      </pc:sldChg>
      <pc:sldChg chg="modNotesTx">
        <pc:chgData name="Zhang, Zhongming" userId="57b61de0-a4db-46da-bbdf-d2c5d7242f33" providerId="ADAL" clId="{49C7528D-D51F-364D-98EC-9A18F9C7D9FF}" dt="2024-10-07T14:36:51.574" v="20" actId="20577"/>
        <pc:sldMkLst>
          <pc:docMk/>
          <pc:sldMk cId="0" sldId="382"/>
        </pc:sldMkLst>
      </pc:sldChg>
      <pc:sldChg chg="modNotesTx">
        <pc:chgData name="Zhang, Zhongming" userId="57b61de0-a4db-46da-bbdf-d2c5d7242f33" providerId="ADAL" clId="{49C7528D-D51F-364D-98EC-9A18F9C7D9FF}" dt="2024-10-07T14:37:54.660" v="21" actId="20577"/>
        <pc:sldMkLst>
          <pc:docMk/>
          <pc:sldMk cId="0" sldId="383"/>
        </pc:sldMkLst>
      </pc:sldChg>
      <pc:sldChg chg="modNotesTx">
        <pc:chgData name="Zhang, Zhongming" userId="57b61de0-a4db-46da-bbdf-d2c5d7242f33" providerId="ADAL" clId="{49C7528D-D51F-364D-98EC-9A18F9C7D9FF}" dt="2024-10-08T07:50:08.771" v="33" actId="20577"/>
        <pc:sldMkLst>
          <pc:docMk/>
          <pc:sldMk cId="0" sldId="417"/>
        </pc:sldMkLst>
      </pc:sldChg>
    </pc:docChg>
  </pc:docChgLst>
  <pc:docChgLst>
    <pc:chgData name="Zhang, Zhongming" userId="57b61de0-a4db-46da-bbdf-d2c5d7242f33" providerId="ADAL" clId="{9B8E365C-02B4-4842-8D54-E1B64B102458}"/>
    <pc:docChg chg="modSld">
      <pc:chgData name="Zhang, Zhongming" userId="57b61de0-a4db-46da-bbdf-d2c5d7242f33" providerId="ADAL" clId="{9B8E365C-02B4-4842-8D54-E1B64B102458}" dt="2026-10-12T04:01:05.950" v="23" actId="20577"/>
      <pc:docMkLst>
        <pc:docMk/>
      </pc:docMkLst>
      <pc:sldChg chg="modNotesTx">
        <pc:chgData name="Zhang, Zhongming" userId="57b61de0-a4db-46da-bbdf-d2c5d7242f33" providerId="ADAL" clId="{9B8E365C-02B4-4842-8D54-E1B64B102458}" dt="2026-10-12T04:00:27.068" v="4" actId="20577"/>
        <pc:sldMkLst>
          <pc:docMk/>
          <pc:sldMk cId="0" sldId="257"/>
        </pc:sldMkLst>
      </pc:sldChg>
      <pc:sldChg chg="modNotesTx">
        <pc:chgData name="Zhang, Zhongming" userId="57b61de0-a4db-46da-bbdf-d2c5d7242f33" providerId="ADAL" clId="{9B8E365C-02B4-4842-8D54-E1B64B102458}" dt="2026-10-12T04:00:47.401" v="14" actId="20577"/>
        <pc:sldMkLst>
          <pc:docMk/>
          <pc:sldMk cId="0" sldId="343"/>
        </pc:sldMkLst>
      </pc:sldChg>
      <pc:sldChg chg="modNotesTx">
        <pc:chgData name="Zhang, Zhongming" userId="57b61de0-a4db-46da-bbdf-d2c5d7242f33" providerId="ADAL" clId="{9B8E365C-02B4-4842-8D54-E1B64B102458}" dt="2026-10-12T04:00:30.701" v="6" actId="20577"/>
        <pc:sldMkLst>
          <pc:docMk/>
          <pc:sldMk cId="0" sldId="381"/>
        </pc:sldMkLst>
      </pc:sldChg>
      <pc:sldChg chg="modNotesTx">
        <pc:chgData name="Zhang, Zhongming" userId="57b61de0-a4db-46da-bbdf-d2c5d7242f33" providerId="ADAL" clId="{9B8E365C-02B4-4842-8D54-E1B64B102458}" dt="2026-10-12T04:00:33.643" v="7" actId="20577"/>
        <pc:sldMkLst>
          <pc:docMk/>
          <pc:sldMk cId="0" sldId="382"/>
        </pc:sldMkLst>
      </pc:sldChg>
      <pc:sldChg chg="modNotesTx">
        <pc:chgData name="Zhang, Zhongming" userId="57b61de0-a4db-46da-bbdf-d2c5d7242f33" providerId="ADAL" clId="{9B8E365C-02B4-4842-8D54-E1B64B102458}" dt="2026-10-12T04:00:35.292" v="8" actId="20577"/>
        <pc:sldMkLst>
          <pc:docMk/>
          <pc:sldMk cId="0" sldId="383"/>
        </pc:sldMkLst>
      </pc:sldChg>
      <pc:sldChg chg="modNotesTx">
        <pc:chgData name="Zhang, Zhongming" userId="57b61de0-a4db-46da-bbdf-d2c5d7242f33" providerId="ADAL" clId="{9B8E365C-02B4-4842-8D54-E1B64B102458}" dt="2026-10-12T04:00:39.834" v="10" actId="20577"/>
        <pc:sldMkLst>
          <pc:docMk/>
          <pc:sldMk cId="0" sldId="384"/>
        </pc:sldMkLst>
      </pc:sldChg>
      <pc:sldChg chg="modNotesTx">
        <pc:chgData name="Zhang, Zhongming" userId="57b61de0-a4db-46da-bbdf-d2c5d7242f33" providerId="ADAL" clId="{9B8E365C-02B4-4842-8D54-E1B64B102458}" dt="2026-10-12T04:00:41.391" v="11" actId="20577"/>
        <pc:sldMkLst>
          <pc:docMk/>
          <pc:sldMk cId="0" sldId="385"/>
        </pc:sldMkLst>
      </pc:sldChg>
      <pc:sldChg chg="modNotesTx">
        <pc:chgData name="Zhang, Zhongming" userId="57b61de0-a4db-46da-bbdf-d2c5d7242f33" providerId="ADAL" clId="{9B8E365C-02B4-4842-8D54-E1B64B102458}" dt="2026-10-12T04:00:44.778" v="12" actId="20577"/>
        <pc:sldMkLst>
          <pc:docMk/>
          <pc:sldMk cId="0" sldId="387"/>
        </pc:sldMkLst>
      </pc:sldChg>
      <pc:sldChg chg="modNotesTx">
        <pc:chgData name="Zhang, Zhongming" userId="57b61de0-a4db-46da-bbdf-d2c5d7242f33" providerId="ADAL" clId="{9B8E365C-02B4-4842-8D54-E1B64B102458}" dt="2026-10-12T04:00:29.134" v="5" actId="20577"/>
        <pc:sldMkLst>
          <pc:docMk/>
          <pc:sldMk cId="0" sldId="388"/>
        </pc:sldMkLst>
      </pc:sldChg>
      <pc:sldChg chg="modNotesTx">
        <pc:chgData name="Zhang, Zhongming" userId="57b61de0-a4db-46da-bbdf-d2c5d7242f33" providerId="ADAL" clId="{9B8E365C-02B4-4842-8D54-E1B64B102458}" dt="2026-10-12T04:00:36.886" v="9" actId="20577"/>
        <pc:sldMkLst>
          <pc:docMk/>
          <pc:sldMk cId="0" sldId="389"/>
        </pc:sldMkLst>
      </pc:sldChg>
      <pc:sldChg chg="modNotesTx">
        <pc:chgData name="Zhang, Zhongming" userId="57b61de0-a4db-46da-bbdf-d2c5d7242f33" providerId="ADAL" clId="{9B8E365C-02B4-4842-8D54-E1B64B102458}" dt="2026-10-12T04:00:24.388" v="0" actId="20577"/>
        <pc:sldMkLst>
          <pc:docMk/>
          <pc:sldMk cId="0" sldId="392"/>
        </pc:sldMkLst>
      </pc:sldChg>
      <pc:sldChg chg="modNotesTx">
        <pc:chgData name="Zhang, Zhongming" userId="57b61de0-a4db-46da-bbdf-d2c5d7242f33" providerId="ADAL" clId="{9B8E365C-02B4-4842-8D54-E1B64B102458}" dt="2026-10-12T04:00:49.288" v="15" actId="20577"/>
        <pc:sldMkLst>
          <pc:docMk/>
          <pc:sldMk cId="0" sldId="402"/>
        </pc:sldMkLst>
      </pc:sldChg>
      <pc:sldChg chg="modNotesTx">
        <pc:chgData name="Zhang, Zhongming" userId="57b61de0-a4db-46da-bbdf-d2c5d7242f33" providerId="ADAL" clId="{9B8E365C-02B4-4842-8D54-E1B64B102458}" dt="2026-10-12T04:00:53.888" v="17" actId="20577"/>
        <pc:sldMkLst>
          <pc:docMk/>
          <pc:sldMk cId="0" sldId="403"/>
        </pc:sldMkLst>
      </pc:sldChg>
      <pc:sldChg chg="modNotesTx">
        <pc:chgData name="Zhang, Zhongming" userId="57b61de0-a4db-46da-bbdf-d2c5d7242f33" providerId="ADAL" clId="{9B8E365C-02B4-4842-8D54-E1B64B102458}" dt="2026-10-12T04:00:50.984" v="16" actId="20577"/>
        <pc:sldMkLst>
          <pc:docMk/>
          <pc:sldMk cId="0" sldId="404"/>
        </pc:sldMkLst>
      </pc:sldChg>
      <pc:sldChg chg="modNotesTx">
        <pc:chgData name="Zhang, Zhongming" userId="57b61de0-a4db-46da-bbdf-d2c5d7242f33" providerId="ADAL" clId="{9B8E365C-02B4-4842-8D54-E1B64B102458}" dt="2026-10-12T04:00:55.474" v="18" actId="20577"/>
        <pc:sldMkLst>
          <pc:docMk/>
          <pc:sldMk cId="0" sldId="406"/>
        </pc:sldMkLst>
      </pc:sldChg>
      <pc:sldChg chg="modNotesTx">
        <pc:chgData name="Zhang, Zhongming" userId="57b61de0-a4db-46da-bbdf-d2c5d7242f33" providerId="ADAL" clId="{9B8E365C-02B4-4842-8D54-E1B64B102458}" dt="2026-10-12T04:01:00.393" v="20" actId="20577"/>
        <pc:sldMkLst>
          <pc:docMk/>
          <pc:sldMk cId="0" sldId="409"/>
        </pc:sldMkLst>
      </pc:sldChg>
      <pc:sldChg chg="modNotesTx">
        <pc:chgData name="Zhang, Zhongming" userId="57b61de0-a4db-46da-bbdf-d2c5d7242f33" providerId="ADAL" clId="{9B8E365C-02B4-4842-8D54-E1B64B102458}" dt="2026-10-12T04:00:57.065" v="19" actId="20577"/>
        <pc:sldMkLst>
          <pc:docMk/>
          <pc:sldMk cId="0" sldId="412"/>
        </pc:sldMkLst>
      </pc:sldChg>
      <pc:sldChg chg="modNotesTx">
        <pc:chgData name="Zhang, Zhongming" userId="57b61de0-a4db-46da-bbdf-d2c5d7242f33" providerId="ADAL" clId="{9B8E365C-02B4-4842-8D54-E1B64B102458}" dt="2026-10-12T04:01:02.728" v="21" actId="20577"/>
        <pc:sldMkLst>
          <pc:docMk/>
          <pc:sldMk cId="0" sldId="415"/>
        </pc:sldMkLst>
      </pc:sldChg>
      <pc:sldChg chg="modNotesTx">
        <pc:chgData name="Zhang, Zhongming" userId="57b61de0-a4db-46da-bbdf-d2c5d7242f33" providerId="ADAL" clId="{9B8E365C-02B4-4842-8D54-E1B64B102458}" dt="2026-10-12T04:01:04.312" v="22" actId="20577"/>
        <pc:sldMkLst>
          <pc:docMk/>
          <pc:sldMk cId="0" sldId="416"/>
        </pc:sldMkLst>
      </pc:sldChg>
      <pc:sldChg chg="modNotesTx">
        <pc:chgData name="Zhang, Zhongming" userId="57b61de0-a4db-46da-bbdf-d2c5d7242f33" providerId="ADAL" clId="{9B8E365C-02B4-4842-8D54-E1B64B102458}" dt="2026-10-12T04:01:05.950" v="23" actId="20577"/>
        <pc:sldMkLst>
          <pc:docMk/>
          <pc:sldMk cId="0" sldId="417"/>
        </pc:sldMkLst>
      </pc:sldChg>
    </pc:docChg>
  </pc:docChgLst>
  <pc:docChgLst>
    <pc:chgData name="Zhang, Zhongming" userId="57b61de0-a4db-46da-bbdf-d2c5d7242f33" providerId="ADAL" clId="{2BB48CE1-E41B-E842-AE01-76E51817C4F4}"/>
    <pc:docChg chg="modSld">
      <pc:chgData name="Zhang, Zhongming" userId="57b61de0-a4db-46da-bbdf-d2c5d7242f33" providerId="ADAL" clId="{2BB48CE1-E41B-E842-AE01-76E51817C4F4}" dt="2025-10-13T12:52:01.020" v="17" actId="20577"/>
      <pc:docMkLst>
        <pc:docMk/>
      </pc:docMkLst>
      <pc:sldChg chg="modNotesTx">
        <pc:chgData name="Zhang, Zhongming" userId="57b61de0-a4db-46da-bbdf-d2c5d7242f33" providerId="ADAL" clId="{2BB48CE1-E41B-E842-AE01-76E51817C4F4}" dt="2025-10-13T12:46:23.894" v="13" actId="20577"/>
        <pc:sldMkLst>
          <pc:docMk/>
          <pc:sldMk cId="0" sldId="384"/>
        </pc:sldMkLst>
      </pc:sldChg>
      <pc:sldChg chg="modNotesTx">
        <pc:chgData name="Zhang, Zhongming" userId="57b61de0-a4db-46da-bbdf-d2c5d7242f33" providerId="ADAL" clId="{2BB48CE1-E41B-E842-AE01-76E51817C4F4}" dt="2025-10-13T12:49:44.663" v="14" actId="20577"/>
        <pc:sldMkLst>
          <pc:docMk/>
          <pc:sldMk cId="0" sldId="404"/>
        </pc:sldMkLst>
      </pc:sldChg>
      <pc:sldChg chg="modNotesTx">
        <pc:chgData name="Zhang, Zhongming" userId="57b61de0-a4db-46da-bbdf-d2c5d7242f33" providerId="ADAL" clId="{2BB48CE1-E41B-E842-AE01-76E51817C4F4}" dt="2025-10-13T12:52:01.020" v="17" actId="20577"/>
        <pc:sldMkLst>
          <pc:docMk/>
          <pc:sldMk cId="0" sldId="415"/>
        </pc:sldMkLst>
      </pc:sldChg>
    </pc:docChg>
  </pc:docChgLst>
  <pc:docChgLst>
    <pc:chgData name="Zhang, Zhongming" userId="57b61de0-a4db-46da-bbdf-d2c5d7242f33" providerId="ADAL" clId="{D5C81B93-C882-554F-9419-867DD9598BC7}"/>
    <pc:docChg chg="modSld modShowInfo">
      <pc:chgData name="Zhang, Zhongming" userId="57b61de0-a4db-46da-bbdf-d2c5d7242f33" providerId="ADAL" clId="{D5C81B93-C882-554F-9419-867DD9598BC7}" dt="2023-10-09T03:09:43.006" v="9" actId="1076"/>
      <pc:docMkLst>
        <pc:docMk/>
      </pc:docMkLst>
      <pc:sldChg chg="modSp mod">
        <pc:chgData name="Zhang, Zhongming" userId="57b61de0-a4db-46da-bbdf-d2c5d7242f33" providerId="ADAL" clId="{D5C81B93-C882-554F-9419-867DD9598BC7}" dt="2023-10-09T03:09:43.006" v="9" actId="1076"/>
        <pc:sldMkLst>
          <pc:docMk/>
          <pc:sldMk cId="0" sldId="256"/>
        </pc:sldMkLst>
      </pc:sldChg>
      <pc:sldChg chg="modNotesTx">
        <pc:chgData name="Zhang, Zhongming" userId="57b61de0-a4db-46da-bbdf-d2c5d7242f33" providerId="ADAL" clId="{D5C81B93-C882-554F-9419-867DD9598BC7}" dt="2023-10-08T15:08:16.077" v="1" actId="20577"/>
        <pc:sldMkLst>
          <pc:docMk/>
          <pc:sldMk cId="0" sldId="388"/>
        </pc:sldMkLst>
      </pc:sldChg>
      <pc:sldChg chg="modNotesTx">
        <pc:chgData name="Zhang, Zhongming" userId="57b61de0-a4db-46da-bbdf-d2c5d7242f33" providerId="ADAL" clId="{D5C81B93-C882-554F-9419-867DD9598BC7}" dt="2023-10-08T15:24:46.567" v="6" actId="20577"/>
        <pc:sldMkLst>
          <pc:docMk/>
          <pc:sldMk cId="0" sldId="409"/>
        </pc:sldMkLst>
      </pc:sldChg>
      <pc:sldChg chg="modNotesTx">
        <pc:chgData name="Zhang, Zhongming" userId="57b61de0-a4db-46da-bbdf-d2c5d7242f33" providerId="ADAL" clId="{D5C81B93-C882-554F-9419-867DD9598BC7}" dt="2023-10-08T15:25:40.766" v="8" actId="20577"/>
        <pc:sldMkLst>
          <pc:docMk/>
          <pc:sldMk cId="0" sldId="415"/>
        </pc:sldMkLst>
      </pc:sldChg>
    </pc:docChg>
  </pc:docChgLst>
  <pc:docChgLst>
    <pc:chgData name="Zhang, Zhongming" userId="57b61de0-a4db-46da-bbdf-d2c5d7242f33" providerId="ADAL" clId="{F839C8B3-630C-0F46-BC40-5C02DAD5FB9B}"/>
    <pc:docChg chg="custSel modSld">
      <pc:chgData name="Zhang, Zhongming" userId="57b61de0-a4db-46da-bbdf-d2c5d7242f33" providerId="ADAL" clId="{F839C8B3-630C-0F46-BC40-5C02DAD5FB9B}" dt="2022-09-27T14:51:20.785" v="215" actId="20577"/>
      <pc:docMkLst>
        <pc:docMk/>
      </pc:docMkLst>
      <pc:sldChg chg="modNotesTx">
        <pc:chgData name="Zhang, Zhongming" userId="57b61de0-a4db-46da-bbdf-d2c5d7242f33" providerId="ADAL" clId="{F839C8B3-630C-0F46-BC40-5C02DAD5FB9B}" dt="2022-09-26T15:04:17.981" v="74" actId="5793"/>
        <pc:sldMkLst>
          <pc:docMk/>
          <pc:sldMk cId="0" sldId="257"/>
        </pc:sldMkLst>
      </pc:sldChg>
      <pc:sldChg chg="modNotesTx">
        <pc:chgData name="Zhang, Zhongming" userId="57b61de0-a4db-46da-bbdf-d2c5d7242f33" providerId="ADAL" clId="{F839C8B3-630C-0F46-BC40-5C02DAD5FB9B}" dt="2022-09-26T17:47:10.675" v="206" actId="20577"/>
        <pc:sldMkLst>
          <pc:docMk/>
          <pc:sldMk cId="0" sldId="343"/>
        </pc:sldMkLst>
      </pc:sldChg>
      <pc:sldChg chg="modNotesTx">
        <pc:chgData name="Zhang, Zhongming" userId="57b61de0-a4db-46da-bbdf-d2c5d7242f33" providerId="ADAL" clId="{F839C8B3-630C-0F46-BC40-5C02DAD5FB9B}" dt="2022-09-26T15:17:37.696" v="181" actId="5793"/>
        <pc:sldMkLst>
          <pc:docMk/>
          <pc:sldMk cId="0" sldId="381"/>
        </pc:sldMkLst>
      </pc:sldChg>
      <pc:sldChg chg="modNotesTx">
        <pc:chgData name="Zhang, Zhongming" userId="57b61de0-a4db-46da-bbdf-d2c5d7242f33" providerId="ADAL" clId="{F839C8B3-630C-0F46-BC40-5C02DAD5FB9B}" dt="2022-09-24T19:08:54.572" v="3"/>
        <pc:sldMkLst>
          <pc:docMk/>
          <pc:sldMk cId="0" sldId="382"/>
        </pc:sldMkLst>
      </pc:sldChg>
      <pc:sldChg chg="modNotesTx">
        <pc:chgData name="Zhang, Zhongming" userId="57b61de0-a4db-46da-bbdf-d2c5d7242f33" providerId="ADAL" clId="{F839C8B3-630C-0F46-BC40-5C02DAD5FB9B}" dt="2022-09-26T17:34:33.994" v="188" actId="20577"/>
        <pc:sldMkLst>
          <pc:docMk/>
          <pc:sldMk cId="0" sldId="383"/>
        </pc:sldMkLst>
      </pc:sldChg>
      <pc:sldChg chg="modNotesTx">
        <pc:chgData name="Zhang, Zhongming" userId="57b61de0-a4db-46da-bbdf-d2c5d7242f33" providerId="ADAL" clId="{F839C8B3-630C-0F46-BC40-5C02DAD5FB9B}" dt="2022-09-24T19:09:46.216" v="6"/>
        <pc:sldMkLst>
          <pc:docMk/>
          <pc:sldMk cId="0" sldId="384"/>
        </pc:sldMkLst>
      </pc:sldChg>
      <pc:sldChg chg="modNotesTx">
        <pc:chgData name="Zhang, Zhongming" userId="57b61de0-a4db-46da-bbdf-d2c5d7242f33" providerId="ADAL" clId="{F839C8B3-630C-0F46-BC40-5C02DAD5FB9B}" dt="2022-09-24T19:09:59.301" v="7"/>
        <pc:sldMkLst>
          <pc:docMk/>
          <pc:sldMk cId="0" sldId="385"/>
        </pc:sldMkLst>
      </pc:sldChg>
      <pc:sldChg chg="modNotesTx">
        <pc:chgData name="Zhang, Zhongming" userId="57b61de0-a4db-46da-bbdf-d2c5d7242f33" providerId="ADAL" clId="{F839C8B3-630C-0F46-BC40-5C02DAD5FB9B}" dt="2022-09-26T17:46:20.927" v="202" actId="20577"/>
        <pc:sldMkLst>
          <pc:docMk/>
          <pc:sldMk cId="0" sldId="387"/>
        </pc:sldMkLst>
      </pc:sldChg>
      <pc:sldChg chg="modNotesTx">
        <pc:chgData name="Zhang, Zhongming" userId="57b61de0-a4db-46da-bbdf-d2c5d7242f33" providerId="ADAL" clId="{F839C8B3-630C-0F46-BC40-5C02DAD5FB9B}" dt="2022-09-26T15:05:25.061" v="130" actId="20577"/>
        <pc:sldMkLst>
          <pc:docMk/>
          <pc:sldMk cId="0" sldId="388"/>
        </pc:sldMkLst>
      </pc:sldChg>
      <pc:sldChg chg="modNotesTx">
        <pc:chgData name="Zhang, Zhongming" userId="57b61de0-a4db-46da-bbdf-d2c5d7242f33" providerId="ADAL" clId="{F839C8B3-630C-0F46-BC40-5C02DAD5FB9B}" dt="2022-09-24T19:09:27.757" v="5"/>
        <pc:sldMkLst>
          <pc:docMk/>
          <pc:sldMk cId="0" sldId="389"/>
        </pc:sldMkLst>
      </pc:sldChg>
      <pc:sldChg chg="modNotesTx">
        <pc:chgData name="Zhang, Zhongming" userId="57b61de0-a4db-46da-bbdf-d2c5d7242f33" providerId="ADAL" clId="{F839C8B3-630C-0F46-BC40-5C02DAD5FB9B}" dt="2022-09-26T15:03:37.763" v="20" actId="20577"/>
        <pc:sldMkLst>
          <pc:docMk/>
          <pc:sldMk cId="0" sldId="392"/>
        </pc:sldMkLst>
      </pc:sldChg>
      <pc:sldChg chg="modNotesTx">
        <pc:chgData name="Zhang, Zhongming" userId="57b61de0-a4db-46da-bbdf-d2c5d7242f33" providerId="ADAL" clId="{F839C8B3-630C-0F46-BC40-5C02DAD5FB9B}" dt="2022-09-24T19:10:49.912" v="10"/>
        <pc:sldMkLst>
          <pc:docMk/>
          <pc:sldMk cId="0" sldId="402"/>
        </pc:sldMkLst>
      </pc:sldChg>
      <pc:sldChg chg="modNotesTx">
        <pc:chgData name="Zhang, Zhongming" userId="57b61de0-a4db-46da-bbdf-d2c5d7242f33" providerId="ADAL" clId="{F839C8B3-630C-0F46-BC40-5C02DAD5FB9B}" dt="2022-09-24T19:11:22.957" v="12"/>
        <pc:sldMkLst>
          <pc:docMk/>
          <pc:sldMk cId="0" sldId="403"/>
        </pc:sldMkLst>
      </pc:sldChg>
      <pc:sldChg chg="modNotesTx">
        <pc:chgData name="Zhang, Zhongming" userId="57b61de0-a4db-46da-bbdf-d2c5d7242f33" providerId="ADAL" clId="{F839C8B3-630C-0F46-BC40-5C02DAD5FB9B}" dt="2022-09-24T19:11:09.978" v="11"/>
        <pc:sldMkLst>
          <pc:docMk/>
          <pc:sldMk cId="0" sldId="404"/>
        </pc:sldMkLst>
      </pc:sldChg>
      <pc:sldChg chg="modNotesTx">
        <pc:chgData name="Zhang, Zhongming" userId="57b61de0-a4db-46da-bbdf-d2c5d7242f33" providerId="ADAL" clId="{F839C8B3-630C-0F46-BC40-5C02DAD5FB9B}" dt="2022-09-24T19:11:35.791" v="13"/>
        <pc:sldMkLst>
          <pc:docMk/>
          <pc:sldMk cId="0" sldId="406"/>
        </pc:sldMkLst>
      </pc:sldChg>
      <pc:sldChg chg="modNotesTx">
        <pc:chgData name="Zhang, Zhongming" userId="57b61de0-a4db-46da-bbdf-d2c5d7242f33" providerId="ADAL" clId="{F839C8B3-630C-0F46-BC40-5C02DAD5FB9B}" dt="2022-09-25T14:04:06.080" v="15"/>
        <pc:sldMkLst>
          <pc:docMk/>
          <pc:sldMk cId="0" sldId="409"/>
        </pc:sldMkLst>
      </pc:sldChg>
      <pc:sldChg chg="modNotesTx">
        <pc:chgData name="Zhang, Zhongming" userId="57b61de0-a4db-46da-bbdf-d2c5d7242f33" providerId="ADAL" clId="{F839C8B3-630C-0F46-BC40-5C02DAD5FB9B}" dt="2022-09-26T21:39:39.126" v="211" actId="20577"/>
        <pc:sldMkLst>
          <pc:docMk/>
          <pc:sldMk cId="0" sldId="412"/>
        </pc:sldMkLst>
      </pc:sldChg>
      <pc:sldChg chg="modSp mod modNotesTx">
        <pc:chgData name="Zhang, Zhongming" userId="57b61de0-a4db-46da-bbdf-d2c5d7242f33" providerId="ADAL" clId="{F839C8B3-630C-0F46-BC40-5C02DAD5FB9B}" dt="2022-09-27T14:51:20.785" v="215" actId="20577"/>
        <pc:sldMkLst>
          <pc:docMk/>
          <pc:sldMk cId="0" sldId="415"/>
        </pc:sldMkLst>
      </pc:sldChg>
      <pc:sldChg chg="modNotesTx">
        <pc:chgData name="Zhang, Zhongming" userId="57b61de0-a4db-46da-bbdf-d2c5d7242f33" providerId="ADAL" clId="{F839C8B3-630C-0F46-BC40-5C02DAD5FB9B}" dt="2022-09-25T14:04:39.032" v="17"/>
        <pc:sldMkLst>
          <pc:docMk/>
          <pc:sldMk cId="0" sldId="416"/>
        </pc:sldMkLst>
      </pc:sldChg>
      <pc:sldChg chg="modNotesTx">
        <pc:chgData name="Zhang, Zhongming" userId="57b61de0-a4db-46da-bbdf-d2c5d7242f33" providerId="ADAL" clId="{F839C8B3-630C-0F46-BC40-5C02DAD5FB9B}" dt="2022-09-25T14:04:53.852" v="18"/>
        <pc:sldMkLst>
          <pc:docMk/>
          <pc:sldMk cId="0" sldId="417"/>
        </pc:sldMkLst>
      </pc:sldChg>
    </pc:docChg>
  </pc:docChgLst>
  <pc:docChgLst>
    <pc:chgData name="Ahmed, Hasan" userId="b26a53e6-1b14-49fb-9c2c-35c761fe83ca" providerId="ADAL" clId="{9B1D9858-7961-43EF-8C7C-BB8C06F2D5AD}"/>
    <pc:docChg chg="custSel modSld">
      <pc:chgData name="Ahmed, Hasan" userId="b26a53e6-1b14-49fb-9c2c-35c761fe83ca" providerId="ADAL" clId="{9B1D9858-7961-43EF-8C7C-BB8C06F2D5AD}" dt="2021-10-10T17:38:25.155" v="3" actId="1076"/>
      <pc:docMkLst>
        <pc:docMk/>
      </pc:docMkLst>
      <pc:sldChg chg="addSp delSp modSp mod">
        <pc:chgData name="Ahmed, Hasan" userId="b26a53e6-1b14-49fb-9c2c-35c761fe83ca" providerId="ADAL" clId="{9B1D9858-7961-43EF-8C7C-BB8C06F2D5AD}" dt="2021-10-10T17:38:25.155" v="3" actId="1076"/>
        <pc:sldMkLst>
          <pc:docMk/>
          <pc:sldMk cId="0" sldId="256"/>
        </pc:sldMkLst>
      </pc:sldChg>
    </pc:docChg>
  </pc:docChgLst>
  <pc:docChgLst>
    <pc:chgData name="Aspinall, Michael (aspinamd)" userId="d7ec7fe5-6250-46b1-aa1f-18e7ea1c8058" providerId="ADAL" clId="{D528B041-E721-4F48-BB24-E539C4CF3543}"/>
    <pc:docChg chg="undo custSel addSld delSld modSld">
      <pc:chgData name="Aspinall, Michael (aspinamd)" userId="d7ec7fe5-6250-46b1-aa1f-18e7ea1c8058" providerId="ADAL" clId="{D528B041-E721-4F48-BB24-E539C4CF3543}" dt="2020-10-02T11:38:37.460" v="72" actId="20577"/>
      <pc:docMkLst>
        <pc:docMk/>
      </pc:docMkLst>
      <pc:sldChg chg="addSp delSp modSp mod modTransition">
        <pc:chgData name="Aspinall, Michael (aspinamd)" userId="d7ec7fe5-6250-46b1-aa1f-18e7ea1c8058" providerId="ADAL" clId="{D528B041-E721-4F48-BB24-E539C4CF3543}" dt="2020-10-02T11:38:37.460" v="72" actId="20577"/>
        <pc:sldMkLst>
          <pc:docMk/>
          <pc:sldMk cId="0" sldId="256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0:59:25.182" v="6"/>
        <pc:sldMkLst>
          <pc:docMk/>
          <pc:sldMk cId="0" sldId="257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15:24.092" v="33"/>
        <pc:sldMkLst>
          <pc:docMk/>
          <pc:sldMk cId="0" sldId="343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37:06.493" v="70"/>
        <pc:sldMkLst>
          <pc:docMk/>
          <pc:sldMk cId="0" sldId="353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02:14.079" v="12"/>
        <pc:sldMkLst>
          <pc:docMk/>
          <pc:sldMk cId="0" sldId="381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03:44.824" v="16"/>
        <pc:sldMkLst>
          <pc:docMk/>
          <pc:sldMk cId="0" sldId="382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07:05.425" v="22"/>
        <pc:sldMkLst>
          <pc:docMk/>
          <pc:sldMk cId="0" sldId="383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10:30.851" v="27"/>
        <pc:sldMkLst>
          <pc:docMk/>
          <pc:sldMk cId="0" sldId="384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11:39.796" v="29"/>
        <pc:sldMkLst>
          <pc:docMk/>
          <pc:sldMk cId="0" sldId="385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15:24.092" v="33"/>
        <pc:sldMkLst>
          <pc:docMk/>
          <pc:sldMk cId="0" sldId="387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01:25.863" v="11"/>
        <pc:sldMkLst>
          <pc:docMk/>
          <pc:sldMk cId="0" sldId="388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08:16.682" v="23"/>
        <pc:sldMkLst>
          <pc:docMk/>
          <pc:sldMk cId="0" sldId="389"/>
        </pc:sldMkLst>
      </pc:sldChg>
      <pc:sldChg chg="addSp modSp modTransition">
        <pc:chgData name="Aspinall, Michael (aspinamd)" userId="d7ec7fe5-6250-46b1-aa1f-18e7ea1c8058" providerId="ADAL" clId="{D528B041-E721-4F48-BB24-E539C4CF3543}" dt="2020-10-02T10:57:31.694" v="1"/>
        <pc:sldMkLst>
          <pc:docMk/>
          <pc:sldMk cId="0" sldId="392"/>
        </pc:sldMkLst>
      </pc:sldChg>
      <pc:sldChg chg="addSp delSp modSp mod modTransition">
        <pc:chgData name="Aspinall, Michael (aspinamd)" userId="d7ec7fe5-6250-46b1-aa1f-18e7ea1c8058" providerId="ADAL" clId="{D528B041-E721-4F48-BB24-E539C4CF3543}" dt="2020-10-02T11:20:03.551" v="40"/>
        <pc:sldMkLst>
          <pc:docMk/>
          <pc:sldMk cId="0" sldId="402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23:05.825" v="46"/>
        <pc:sldMkLst>
          <pc:docMk/>
          <pc:sldMk cId="0" sldId="403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19:08.515" v="37"/>
        <pc:sldMkLst>
          <pc:docMk/>
          <pc:sldMk cId="0" sldId="404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24:28.763" v="47"/>
        <pc:sldMkLst>
          <pc:docMk/>
          <pc:sldMk cId="0" sldId="406"/>
        </pc:sldMkLst>
      </pc:sldChg>
      <pc:sldChg chg="addSp delSp modSp modTransition modAnim">
        <pc:chgData name="Aspinall, Michael (aspinamd)" userId="d7ec7fe5-6250-46b1-aa1f-18e7ea1c8058" providerId="ADAL" clId="{D528B041-E721-4F48-BB24-E539C4CF3543}" dt="2020-10-02T11:26:28.431" v="49"/>
        <pc:sldMkLst>
          <pc:docMk/>
          <pc:sldMk cId="0" sldId="409"/>
        </pc:sldMkLst>
      </pc:sldChg>
      <pc:sldChg chg="addSp modSp modTransition">
        <pc:chgData name="Aspinall, Michael (aspinamd)" userId="d7ec7fe5-6250-46b1-aa1f-18e7ea1c8058" providerId="ADAL" clId="{D528B041-E721-4F48-BB24-E539C4CF3543}" dt="2020-10-02T11:24:28.763" v="47"/>
        <pc:sldMkLst>
          <pc:docMk/>
          <pc:sldMk cId="0" sldId="412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30:58.929" v="58"/>
        <pc:sldMkLst>
          <pc:docMk/>
          <pc:sldMk cId="0" sldId="415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34:45.076" v="63"/>
        <pc:sldMkLst>
          <pc:docMk/>
          <pc:sldMk cId="0" sldId="416"/>
        </pc:sldMkLst>
      </pc:sldChg>
      <pc:sldChg chg="addSp delSp modSp modTransition">
        <pc:chgData name="Aspinall, Michael (aspinamd)" userId="d7ec7fe5-6250-46b1-aa1f-18e7ea1c8058" providerId="ADAL" clId="{D528B041-E721-4F48-BB24-E539C4CF3543}" dt="2020-10-02T11:35:29.375" v="65"/>
        <pc:sldMkLst>
          <pc:docMk/>
          <pc:sldMk cId="0" sldId="417"/>
        </pc:sldMkLst>
      </pc:sldChg>
      <pc:sldChg chg="new del">
        <pc:chgData name="Aspinall, Michael (aspinamd)" userId="d7ec7fe5-6250-46b1-aa1f-18e7ea1c8058" providerId="ADAL" clId="{D528B041-E721-4F48-BB24-E539C4CF3543}" dt="2020-10-02T11:26:40.588" v="51" actId="680"/>
        <pc:sldMkLst>
          <pc:docMk/>
          <pc:sldMk cId="977230528" sldId="425"/>
        </pc:sldMkLst>
      </pc:sldChg>
    </pc:docChg>
  </pc:docChgLst>
  <pc:docChgLst>
    <pc:chgData name="Zhang, Zhongming" userId="57b61de0-a4db-46da-bbdf-d2c5d7242f33" providerId="ADAL" clId="{C5B685D7-8CCD-BD4C-AC42-A4CF07A07F70}"/>
    <pc:docChg chg="modSld">
      <pc:chgData name="Zhang, Zhongming" userId="57b61de0-a4db-46da-bbdf-d2c5d7242f33" providerId="ADAL" clId="{C5B685D7-8CCD-BD4C-AC42-A4CF07A07F70}" dt="2026-10-12T01:35:27.764" v="21" actId="20577"/>
      <pc:docMkLst>
        <pc:docMk/>
      </pc:docMkLst>
      <pc:sldChg chg="modNotesTx">
        <pc:chgData name="Zhang, Zhongming" userId="57b61de0-a4db-46da-bbdf-d2c5d7242f33" providerId="ADAL" clId="{C5B685D7-8CCD-BD4C-AC42-A4CF07A07F70}" dt="2026-10-12T01:24:47.320" v="20" actId="20577"/>
        <pc:sldMkLst>
          <pc:docMk/>
          <pc:sldMk cId="0" sldId="257"/>
        </pc:sldMkLst>
      </pc:sldChg>
      <pc:sldChg chg="modNotesTx">
        <pc:chgData name="Zhang, Zhongming" userId="57b61de0-a4db-46da-bbdf-d2c5d7242f33" providerId="ADAL" clId="{C5B685D7-8CCD-BD4C-AC42-A4CF07A07F70}" dt="2026-10-12T01:35:27.764" v="21" actId="20577"/>
        <pc:sldMkLst>
          <pc:docMk/>
          <pc:sldMk cId="0" sldId="389"/>
        </pc:sldMkLst>
      </pc:sldChg>
      <pc:sldChg chg="modNotesTx">
        <pc:chgData name="Zhang, Zhongming" userId="57b61de0-a4db-46da-bbdf-d2c5d7242f33" providerId="ADAL" clId="{C5B685D7-8CCD-BD4C-AC42-A4CF07A07F70}" dt="2026-10-11T14:49:44.426" v="3" actId="20577"/>
        <pc:sldMkLst>
          <pc:docMk/>
          <pc:sldMk cId="0" sldId="402"/>
        </pc:sldMkLst>
      </pc:sldChg>
      <pc:sldChg chg="modNotesTx">
        <pc:chgData name="Zhang, Zhongming" userId="57b61de0-a4db-46da-bbdf-d2c5d7242f33" providerId="ADAL" clId="{C5B685D7-8CCD-BD4C-AC42-A4CF07A07F70}" dt="2026-10-11T14:50:24.724" v="6" actId="20577"/>
        <pc:sldMkLst>
          <pc:docMk/>
          <pc:sldMk cId="0" sldId="4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B4FDE355-C896-404E-A9EE-4F2D934079C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5DF7802-017E-FC4A-BBF3-2A1FC27A858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555163-D7FA-224F-96B1-838C5F5896C1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68EA910-87F0-2143-9D85-10FE50427C08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9900" y="0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B5F2C32-0C83-7C4A-9C39-C6C9AB7EC17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C74A0C0-78B3-5548-8C7B-810E9440ADE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9900" y="10156825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A37606E-270A-5242-B3A3-6FB4F02A1262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33FF3085-8680-DB47-90EA-23FF8F92FF6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ECF0875-3682-B644-AAD7-97FAB8D2468E}" type="slidenum">
              <a:rPr lang="de-DE" altLang="en-US" sz="1400" smtClean="0"/>
              <a:pPr>
                <a:spcBef>
                  <a:spcPct val="0"/>
                </a:spcBef>
              </a:pPr>
              <a:t>1</a:t>
            </a:fld>
            <a:endParaRPr lang="de-DE" altLang="en-US" sz="1400"/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9F7C43D0-D113-BC4C-8CEC-3A8E22C458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5B18EFB0-2F8C-6C4F-9711-D131FE391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46452CFF-FCAC-DB44-A89D-F1173DE7D2F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9AC657E-F64D-8546-9CB7-BF8312E6AF39}" type="slidenum">
              <a:rPr lang="de-DE" altLang="en-US" sz="1400" smtClean="0"/>
              <a:pPr>
                <a:spcBef>
                  <a:spcPct val="0"/>
                </a:spcBef>
              </a:pPr>
              <a:t>2</a:t>
            </a:fld>
            <a:endParaRPr lang="de-DE" altLang="en-US" sz="1400"/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ABA8659A-B3D5-7F45-8AD9-413C92DA56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6F267326-45E6-9741-847F-152347083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75BB961B-9D9C-FB45-A9A3-42490777572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A24789-BAC2-9E4D-9434-2D3590371F41}" type="slidenum">
              <a:rPr lang="de-DE" altLang="en-US" sz="1400" smtClean="0"/>
              <a:pPr>
                <a:spcBef>
                  <a:spcPct val="0"/>
                </a:spcBef>
              </a:pPr>
              <a:t>3</a:t>
            </a:fld>
            <a:endParaRPr lang="de-DE" altLang="en-US" sz="1400"/>
          </a:p>
        </p:txBody>
      </p:sp>
      <p:sp>
        <p:nvSpPr>
          <p:cNvPr id="10243" name="Rectangle 1">
            <a:extLst>
              <a:ext uri="{FF2B5EF4-FFF2-40B4-BE49-F238E27FC236}">
                <a16:creationId xmlns:a16="http://schemas.microsoft.com/office/drawing/2014/main" id="{F1CF6081-E1C9-6446-BC2A-DB4B316919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6DC18AD-27FB-914F-BFB7-FBAA67D9F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A37606E-270A-5242-B3A3-6FB4F02A1262}" type="slidenum">
              <a:rPr lang="de-DE" altLang="en-US" smtClean="0"/>
              <a:pPr>
                <a:defRPr/>
              </a:pPr>
              <a:t>4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56773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35D0382-9A01-384E-B17C-BB0362230BA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</a:pPr>
            <a:fld id="{66853C04-7F30-0140-858F-7C11FB87A3EF}" type="slidenum">
              <a:rPr lang="en-US" altLang="en-US" sz="1300" smtClean="0">
                <a:solidFill>
                  <a:schemeClr val="tx1"/>
                </a:solidFill>
              </a:rPr>
              <a:pPr hangingPunct="1">
                <a:spcBef>
                  <a:spcPct val="0"/>
                </a:spcBef>
              </a:pPr>
              <a:t>5</a:t>
            </a:fld>
            <a:endParaRPr lang="en-US" altLang="en-US" sz="1300">
              <a:solidFill>
                <a:schemeClr val="tx1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D8BF1BCF-D2BB-3C4D-BBF0-D7E3E6B1C9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E9197ED-2DC7-3E41-AFE0-94CC727067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buNone/>
            </a:pP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BE3C5C30-02FC-1746-A264-DD3B0C38588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6A27A89-C33F-2D4B-AC7F-9988AE7134C8}" type="slidenum">
              <a:rPr lang="de-DE" altLang="en-US" sz="1400" smtClean="0"/>
              <a:pPr>
                <a:spcBef>
                  <a:spcPct val="0"/>
                </a:spcBef>
              </a:pPr>
              <a:t>6</a:t>
            </a:fld>
            <a:endParaRPr lang="de-DE" altLang="en-US" sz="1400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33543402-9B80-3D4C-B81C-F8522BA3D4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B4C628BC-B62D-E049-A6A4-99A4AAA2F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8F083E0B-F02C-C245-AA25-BE68E69716B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58B3E05-A484-B549-ABBD-617C7809235D}" type="slidenum">
              <a:rPr lang="de-DE" altLang="en-US" sz="1400" smtClean="0"/>
              <a:pPr>
                <a:spcBef>
                  <a:spcPct val="0"/>
                </a:spcBef>
              </a:pPr>
              <a:t>7</a:t>
            </a:fld>
            <a:endParaRPr lang="de-DE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32B5CDFD-7692-8D4D-9599-5D9CDED75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4D784093-0370-4840-9581-518A79B80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6D4C9A02-35B6-4547-8A38-F8C2F11BD33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B91E9F9-5A50-F74E-97D2-F598B80AD1BC}" type="slidenum">
              <a:rPr lang="de-DE" altLang="en-US" sz="1400" smtClean="0"/>
              <a:pPr>
                <a:spcBef>
                  <a:spcPct val="0"/>
                </a:spcBef>
              </a:pPr>
              <a:t>8</a:t>
            </a:fld>
            <a:endParaRPr lang="de-DE" altLang="en-US" sz="1400"/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4E36E4D2-89FF-1D41-8D04-A740AED71C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178A1C48-A18C-294C-8D6B-13A0363B7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D763C9C8-39CF-E543-8146-B1D814BA028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AA0F838-CCFE-104A-951A-21465D551D39}" type="slidenum">
              <a:rPr lang="de-DE" altLang="en-US" sz="1400" smtClean="0"/>
              <a:pPr>
                <a:spcBef>
                  <a:spcPct val="0"/>
                </a:spcBef>
              </a:pPr>
              <a:t>9</a:t>
            </a:fld>
            <a:endParaRPr lang="de-DE" altLang="en-US" sz="1400"/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1CFCF252-160D-084A-96FB-E710AD69F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C482CB5D-C78C-5D42-8839-12A45DFCE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C23431BD-98EF-5D48-A139-9D6FF6A93F5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A3D2E6B-9C3B-F04A-9D7D-2E791BD89AAC}" type="slidenum">
              <a:rPr lang="de-DE" altLang="en-US" sz="1400" smtClean="0"/>
              <a:pPr>
                <a:spcBef>
                  <a:spcPct val="0"/>
                </a:spcBef>
              </a:pPr>
              <a:t>10</a:t>
            </a:fld>
            <a:endParaRPr lang="de-DE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8B061157-418B-804E-B2EC-3026C23B46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76C24D7F-0645-1C4E-B5E3-B256A6B0C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09920CFE-3E5F-8D4E-9CF5-69E03889F4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1DFC19A0-540B-C34D-86F7-7C529E244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952E0922-434C-274E-891E-8DF890C835A3}"/>
              </a:ext>
            </a:extLst>
          </p:cNvPr>
          <p:cNvSpPr>
            <a:spLocks noGrp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924FFA5D-8A99-DA47-B9FA-7A3C8A52F1A4}" type="slidenum">
              <a:rPr lang="de-DE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11</a:t>
            </a:fld>
            <a:endParaRPr lang="de-DE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57F80756-821A-9D46-AE40-2C53E341535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D95D82-71B2-B347-9971-28A0AD732DEF}" type="slidenum">
              <a:rPr lang="de-DE" altLang="en-US" sz="1400" smtClean="0"/>
              <a:pPr>
                <a:spcBef>
                  <a:spcPct val="0"/>
                </a:spcBef>
              </a:pPr>
              <a:t>12</a:t>
            </a:fld>
            <a:endParaRPr lang="de-DE" altLang="en-US" sz="1400"/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4CD2CC62-835D-FF4B-A888-648A7BF71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18B3959A-1142-6E4C-A861-EC5C600CD7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38E6F342-AEEA-1247-8B62-B14FE9DD846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</a:pPr>
            <a:fld id="{45F7D705-7F62-1D41-B019-F01E573C16FE}" type="slidenum">
              <a:rPr lang="en-US" altLang="en-US" sz="1300" smtClean="0">
                <a:solidFill>
                  <a:schemeClr val="tx1"/>
                </a:solidFill>
              </a:rPr>
              <a:pPr hangingPunct="1">
                <a:spcBef>
                  <a:spcPct val="0"/>
                </a:spcBef>
              </a:pPr>
              <a:t>13</a:t>
            </a:fld>
            <a:endParaRPr lang="en-US" altLang="en-US" sz="1300">
              <a:solidFill>
                <a:schemeClr val="tx1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41A89A6D-BACD-0A45-BA41-B90088ACEF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EE5F13C0-68FB-C14A-9A21-012F81289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A37606E-270A-5242-B3A3-6FB4F02A1262}" type="slidenum">
              <a:rPr lang="de-DE" altLang="en-US" smtClean="0"/>
              <a:pPr>
                <a:defRPr/>
              </a:pPr>
              <a:t>14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085853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B9B3E2C1-A398-C244-9C10-114AA21665F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</a:pPr>
            <a:fld id="{4F1100CC-53BF-F849-945C-4B0B4A90E84E}" type="slidenum">
              <a:rPr lang="en-US" altLang="en-US" sz="1300" smtClean="0">
                <a:solidFill>
                  <a:schemeClr val="tx1"/>
                </a:solidFill>
              </a:rPr>
              <a:pPr hangingPunct="1">
                <a:spcBef>
                  <a:spcPct val="0"/>
                </a:spcBef>
              </a:pPr>
              <a:t>15</a:t>
            </a:fld>
            <a:endParaRPr lang="en-US" altLang="en-US" sz="1300">
              <a:solidFill>
                <a:schemeClr val="tx1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39B7AAE-0CD1-0C45-8FE8-0D6920E85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7EF1FD6-E5F3-2A4C-95C2-C8931D0D5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A37606E-270A-5242-B3A3-6FB4F02A1262}" type="slidenum">
              <a:rPr lang="de-DE" altLang="en-US" smtClean="0"/>
              <a:pPr>
                <a:defRPr/>
              </a:pPr>
              <a:t>16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478527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A37606E-270A-5242-B3A3-6FB4F02A1262}" type="slidenum">
              <a:rPr lang="de-DE" altLang="en-US" smtClean="0"/>
              <a:pPr>
                <a:defRPr/>
              </a:pPr>
              <a:t>17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580488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B282BD8C-FB7E-4943-9F43-C2F18FEEFBC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</a:pPr>
            <a:fld id="{52847FDC-F028-424B-957C-F0D4FE603FEB}" type="slidenum">
              <a:rPr lang="en-US" altLang="en-US" sz="1300" smtClean="0">
                <a:solidFill>
                  <a:schemeClr val="tx1"/>
                </a:solidFill>
              </a:rPr>
              <a:pPr hangingPunct="1">
                <a:spcBef>
                  <a:spcPct val="0"/>
                </a:spcBef>
              </a:pPr>
              <a:t>18</a:t>
            </a:fld>
            <a:endParaRPr lang="en-US" altLang="en-US" sz="1300">
              <a:solidFill>
                <a:schemeClr val="tx1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9D1C00D-5F22-E145-B32A-96BFBB61FD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F1E0482-06C7-0D4C-B185-9FA71F00B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5B99975-990E-6548-8066-277597F1B64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</a:pPr>
            <a:fld id="{5CEE5603-2D5C-4D4B-86D0-E50CEF8E15ED}" type="slidenum">
              <a:rPr lang="en-US" altLang="en-US" sz="1300" smtClean="0">
                <a:solidFill>
                  <a:schemeClr val="tx1"/>
                </a:solidFill>
              </a:rPr>
              <a:pPr hangingPunct="1">
                <a:spcBef>
                  <a:spcPct val="0"/>
                </a:spcBef>
              </a:pPr>
              <a:t>19</a:t>
            </a:fld>
            <a:endParaRPr lang="en-US" altLang="en-US" sz="1300">
              <a:solidFill>
                <a:schemeClr val="tx1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C2E176F1-6C30-EA40-ABB5-5522B0146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EDEDE10-6A9D-3844-B4D0-16D593B92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A37606E-270A-5242-B3A3-6FB4F02A1262}" type="slidenum">
              <a:rPr lang="de-DE" altLang="en-US" smtClean="0"/>
              <a:pPr>
                <a:defRPr/>
              </a:pPr>
              <a:t>20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355768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A37606E-270A-5242-B3A3-6FB4F02A1262}" type="slidenum">
              <a:rPr lang="de-DE" altLang="en-US" smtClean="0"/>
              <a:pPr>
                <a:defRPr/>
              </a:pPr>
              <a:t>21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191629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A37606E-270A-5242-B3A3-6FB4F02A1262}" type="slidenum">
              <a:rPr lang="de-DE" altLang="en-US" smtClean="0"/>
              <a:pPr>
                <a:defRPr/>
              </a:pPr>
              <a:t>30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512709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465635F-847F-2945-89A9-4D3B103FBD7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6B54F-16FC-5744-9F2D-471D96FD654C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54547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53D5C8C-21EF-8C44-BC1F-062A8674C7C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B1708E-B0D3-D44E-9DCC-C91DD0EEEF65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37549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792A385-6403-7E40-A044-43230446C20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0C79D-0093-7F4A-995A-043DD6DF8410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19926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B9BF508-25F4-1846-AC55-F2E571AF6E2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17053-1691-B846-9E9D-6725E7462391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70834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18E6BBAF-0A77-894B-A7CB-AA6EB238A7B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8D222-7F95-0C42-8998-714227C2B9E8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661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280B7B3C-E177-EC45-8E98-003B513EC1E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41EF2-B774-6041-988C-9E53EBEB0D84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5269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E6BB314-B43F-B74B-9357-7AD09F51219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E263C3-3AA2-CF44-B86B-FDC393501CAD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17034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E6E458F-6A32-7A41-A5A2-05A98E20E5C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A15AB-A9A8-AE4A-B6AF-59819572C254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29616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776A86B-77D6-354A-9FCB-C409C47F3BC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CD302-57B5-524B-88CC-A7AF1656B7F0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42970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DA66225-9848-6B47-AA1F-8FC9DE875A6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0C698-F857-B846-B421-95EB19D843F5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19987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4988"/>
            <a:ext cx="2055813" cy="5045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34988"/>
            <a:ext cx="6019800" cy="5045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A7F1EB4-D635-D14C-8892-4F3404AF2E5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CFAE69-9C32-AB4E-97A0-FBD03A1B4029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664075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534988"/>
            <a:ext cx="8221663" cy="1042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E7E31E7F-86B6-5C43-9F65-87FC8C09F8A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C951D-E9FD-CE45-8E6D-937594EAB6BC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866270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2E9063D-2974-6B49-B86C-9FAB0039F7E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538E7-5D57-2A4F-A6C9-6AEE8C17AF8A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474975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3F9BF87-4856-7C4B-BCD5-8F9D802D9AF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555EC-CC3A-0149-A7AC-01FCE9A1B628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455555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3D5677F-8E6E-824B-84ED-59528BD8961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037F0-D99E-6545-BED3-FB589CBD8C57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25233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0375" y="1906588"/>
            <a:ext cx="4033838" cy="3957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06588"/>
            <a:ext cx="4035425" cy="3957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D2EE9A0-0BA0-1E48-92DA-3B50DC226D2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06731-DFDD-AA41-B7AF-AEAC13FAB902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531259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25A4971-1BE2-CB45-A05F-E1750A580E3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B8D56-6FAF-C743-B06E-90AFAE46DA05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952907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1412D624-CAF4-4248-B178-AA366BBF64E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A81605-E723-F64F-9269-4DD56ED196CB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521332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C65624AD-3547-7344-B631-AC37E279818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FD6B1-9629-DF49-B806-9F57CFEC9A7A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2578276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3CCBE8B-0482-9B43-88F2-2D57409E195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7DA80-D9B8-9141-8D54-EF2812C5E6A4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29318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54E7F77-8776-9042-AEB4-624EA9730CF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062B2-257B-0447-B63C-AB4AFE18B4BF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835326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62BD8FA-101D-C14F-9416-FA219072C4A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6AC2D-ADA8-A644-AB6F-6D7E475258CC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2055769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534988"/>
            <a:ext cx="2054225" cy="53292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0375" y="534988"/>
            <a:ext cx="6015038" cy="53292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1EC72F9-3E82-4841-903C-6E65687E0CF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1F075-2D7D-FA4D-AA5A-3233C1E64996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7589179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71A6A56-F42E-274B-8489-01FAA178CE6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C79D7-FA24-4B44-B170-EEB8F3CEFC9C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4249866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55E4B62-FCA6-A24B-9E2D-9296D186E37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D0C84-A001-5841-A7EA-B53E821476BB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1048298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7E83CB0-8AC1-6748-BED1-77F4174FB40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B8A7E-75CA-4F45-BB9E-4A57C0441362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298680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EE77A16-1CBD-9E44-9B8A-643DF8C367C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815C8-94C6-D34A-9E27-6BD1974CCA63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2713947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BFB7C-638F-284A-A5CE-3C3357CD32E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A2D01-9C64-9147-ABD7-D70228628876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96883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3313C40-5B90-FC4C-8CC1-268BD0C8324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A3BB9-2B5C-1448-98F3-855DB7CC43A8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0463831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2A045A7-2995-AA4A-82D1-DFC0F2D9072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203D2-0999-2643-9EFA-7A60C7F3C9BC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1500777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F8CBCFA-9302-404C-B3E4-6A82A43F6EC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9FA82-8C68-BC44-B8AD-E862E06533DE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4461685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97E40D-DD9E-A747-A5D9-3B0C682B445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FEA0C-F75C-0943-9919-72C2E31AAE99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3112900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AA3ECA9-AD6C-2D47-80F7-7DBF7FCBBD9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5A8B1-F2E7-4F43-AD4B-DE39B7DF943A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1789231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5813" cy="5307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307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0CE4DBA-F181-5449-B58F-1EB2CA84638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3A823-C351-8A4C-8CE3-8DBCF42DC7FE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476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" hidden="1">
            <a:extLst>
              <a:ext uri="{FF2B5EF4-FFF2-40B4-BE49-F238E27FC236}">
                <a16:creationId xmlns:a16="http://schemas.microsoft.com/office/drawing/2014/main" id="{3C95AA65-D4B0-2343-91EA-7133CB5BC4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6113463"/>
            <a:ext cx="8223250" cy="1587"/>
          </a:xfrm>
          <a:prstGeom prst="line">
            <a:avLst/>
          </a:prstGeom>
          <a:noFill/>
          <a:ln w="3168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1027" name="Picture 2" hidden="1">
            <a:extLst>
              <a:ext uri="{FF2B5EF4-FFF2-40B4-BE49-F238E27FC236}">
                <a16:creationId xmlns:a16="http://schemas.microsoft.com/office/drawing/2014/main" id="{36C7F1BD-3E92-CD4F-9215-F5902E403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38" y="6170613"/>
            <a:ext cx="10953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8" name="Picture 3" hidden="1">
            <a:extLst>
              <a:ext uri="{FF2B5EF4-FFF2-40B4-BE49-F238E27FC236}">
                <a16:creationId xmlns:a16="http://schemas.microsoft.com/office/drawing/2014/main" id="{758463D3-E56E-7247-8C6D-B7A4DB706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170613"/>
            <a:ext cx="99536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>
            <a:extLst>
              <a:ext uri="{FF2B5EF4-FFF2-40B4-BE49-F238E27FC236}">
                <a16:creationId xmlns:a16="http://schemas.microsoft.com/office/drawing/2014/main" id="{FB582ED1-7141-D84C-9429-28089D117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476250"/>
            <a:ext cx="8223250" cy="1588"/>
          </a:xfrm>
          <a:prstGeom prst="line">
            <a:avLst/>
          </a:prstGeom>
          <a:noFill/>
          <a:ln w="5076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0" name="Line 5">
            <a:extLst>
              <a:ext uri="{FF2B5EF4-FFF2-40B4-BE49-F238E27FC236}">
                <a16:creationId xmlns:a16="http://schemas.microsoft.com/office/drawing/2014/main" id="{3C156488-A46C-7441-ABD9-B9D9DB0B1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2457450"/>
            <a:ext cx="8223250" cy="1588"/>
          </a:xfrm>
          <a:prstGeom prst="line">
            <a:avLst/>
          </a:prstGeom>
          <a:noFill/>
          <a:ln w="12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12059523-B249-B745-814F-8C056E3F7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6113463"/>
            <a:ext cx="8223250" cy="1587"/>
          </a:xfrm>
          <a:prstGeom prst="line">
            <a:avLst/>
          </a:prstGeom>
          <a:noFill/>
          <a:ln w="3168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2" name="Rectangle 7">
            <a:extLst>
              <a:ext uri="{FF2B5EF4-FFF2-40B4-BE49-F238E27FC236}">
                <a16:creationId xmlns:a16="http://schemas.microsoft.com/office/drawing/2014/main" id="{6EC5DDBE-0D0C-F046-96F6-985102269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534988"/>
            <a:ext cx="8221663" cy="104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das Format des Titeltextes zu bearbeitenMastertitelformat bearbeiten</a:t>
            </a:r>
          </a:p>
        </p:txBody>
      </p:sp>
      <p:pic>
        <p:nvPicPr>
          <p:cNvPr id="1033" name="Picture 8">
            <a:extLst>
              <a:ext uri="{FF2B5EF4-FFF2-40B4-BE49-F238E27FC236}">
                <a16:creationId xmlns:a16="http://schemas.microsoft.com/office/drawing/2014/main" id="{A5A1CF43-CCDA-0742-A7D9-E8024C402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38" y="6170613"/>
            <a:ext cx="10953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4285E900-12A1-D047-805B-3CD762F463E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506788" y="6323013"/>
            <a:ext cx="21320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B2B2B2"/>
                </a:solidFill>
                <a:latin typeface="Frutiger LT Com 55 Roman" pitchFamily="1" charset="0"/>
              </a:defRPr>
            </a:lvl1pPr>
          </a:lstStyle>
          <a:p>
            <a:pPr>
              <a:defRPr/>
            </a:pPr>
            <a:fld id="{0C4011B8-0CB8-3947-8F77-F49FC42AF77C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  <p:pic>
        <p:nvPicPr>
          <p:cNvPr id="1035" name="Picture 10">
            <a:extLst>
              <a:ext uri="{FF2B5EF4-FFF2-40B4-BE49-F238E27FC236}">
                <a16:creationId xmlns:a16="http://schemas.microsoft.com/office/drawing/2014/main" id="{AD1CC4AA-30EB-2D40-81CB-6185A251F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170613"/>
            <a:ext cx="99536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6" name="Rectangle 11">
            <a:extLst>
              <a:ext uri="{FF2B5EF4-FFF2-40B4-BE49-F238E27FC236}">
                <a16:creationId xmlns:a16="http://schemas.microsoft.com/office/drawing/2014/main" id="{5709635A-AE0F-4E46-9F4D-A7332A6BF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80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die Formate des Gliederungstextes zu bearbeiten</a:t>
            </a:r>
          </a:p>
          <a:p>
            <a:pPr lvl="1"/>
            <a:r>
              <a:rPr lang="en-GB" altLang="en-US"/>
              <a:t>Zweite Gliederungsebene</a:t>
            </a:r>
          </a:p>
          <a:p>
            <a:pPr lvl="2"/>
            <a:r>
              <a:rPr lang="en-GB" altLang="en-US"/>
              <a:t>Dritte Gliederungsebene</a:t>
            </a:r>
          </a:p>
          <a:p>
            <a:pPr lvl="3"/>
            <a:r>
              <a:rPr lang="en-GB" altLang="en-US"/>
              <a:t>Vierte Gliederungsebene</a:t>
            </a:r>
          </a:p>
          <a:p>
            <a:pPr lvl="4"/>
            <a:r>
              <a:rPr lang="en-GB" altLang="en-US"/>
              <a:t>Fünfte Gliederungsebene</a:t>
            </a:r>
          </a:p>
          <a:p>
            <a:pPr lvl="4"/>
            <a:r>
              <a:rPr lang="en-GB" altLang="en-US"/>
              <a:t>Sechste Gliederungsebene</a:t>
            </a:r>
          </a:p>
          <a:p>
            <a:pPr lvl="4"/>
            <a:r>
              <a:rPr lang="en-GB" altLang="en-US"/>
              <a:t>Siebente Gliederungsebene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1">
            <a:extLst>
              <a:ext uri="{FF2B5EF4-FFF2-40B4-BE49-F238E27FC236}">
                <a16:creationId xmlns:a16="http://schemas.microsoft.com/office/drawing/2014/main" id="{4FA04E63-7EF5-3249-B2CF-DB468103A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6113463"/>
            <a:ext cx="8223250" cy="1587"/>
          </a:xfrm>
          <a:prstGeom prst="line">
            <a:avLst/>
          </a:prstGeom>
          <a:noFill/>
          <a:ln w="3168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51" name="Line 2">
            <a:extLst>
              <a:ext uri="{FF2B5EF4-FFF2-40B4-BE49-F238E27FC236}">
                <a16:creationId xmlns:a16="http://schemas.microsoft.com/office/drawing/2014/main" id="{4736221A-F505-FB47-8044-54C2FFC386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1601788"/>
            <a:ext cx="8223250" cy="1587"/>
          </a:xfrm>
          <a:prstGeom prst="line">
            <a:avLst/>
          </a:prstGeom>
          <a:noFill/>
          <a:ln w="12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52" name="Line 3">
            <a:extLst>
              <a:ext uri="{FF2B5EF4-FFF2-40B4-BE49-F238E27FC236}">
                <a16:creationId xmlns:a16="http://schemas.microsoft.com/office/drawing/2014/main" id="{778FBA52-094E-5F4F-8834-472649B4C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476250"/>
            <a:ext cx="8223250" cy="1588"/>
          </a:xfrm>
          <a:prstGeom prst="line">
            <a:avLst/>
          </a:prstGeom>
          <a:noFill/>
          <a:ln w="5076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2053" name="Picture 4">
            <a:extLst>
              <a:ext uri="{FF2B5EF4-FFF2-40B4-BE49-F238E27FC236}">
                <a16:creationId xmlns:a16="http://schemas.microsoft.com/office/drawing/2014/main" id="{5EC802F2-A967-784F-AF46-55833AD0D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0" y="6170613"/>
            <a:ext cx="10953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4" name="Picture 5">
            <a:extLst>
              <a:ext uri="{FF2B5EF4-FFF2-40B4-BE49-F238E27FC236}">
                <a16:creationId xmlns:a16="http://schemas.microsoft.com/office/drawing/2014/main" id="{D559A238-6735-1040-9F96-2478333F4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170613"/>
            <a:ext cx="99536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5" name="Rectangle 6">
            <a:extLst>
              <a:ext uri="{FF2B5EF4-FFF2-40B4-BE49-F238E27FC236}">
                <a16:creationId xmlns:a16="http://schemas.microsoft.com/office/drawing/2014/main" id="{8E055B06-8717-3B4E-A1A1-52D20AB65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534988"/>
            <a:ext cx="8221663" cy="91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das Format des Titeltextes zu bearbeitenTitelmasterformat durch Klicken bearbeiten</a:t>
            </a:r>
          </a:p>
        </p:txBody>
      </p:sp>
      <p:sp>
        <p:nvSpPr>
          <p:cNvPr id="2056" name="Rectangle 7">
            <a:extLst>
              <a:ext uri="{FF2B5EF4-FFF2-40B4-BE49-F238E27FC236}">
                <a16:creationId xmlns:a16="http://schemas.microsoft.com/office/drawing/2014/main" id="{E17EF4CF-626F-C941-9536-8BEA34A8A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75" y="1906588"/>
            <a:ext cx="8221663" cy="395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die Formate des Gliederungstextes zu bearbeiten</a:t>
            </a:r>
          </a:p>
          <a:p>
            <a:pPr lvl="1"/>
            <a:r>
              <a:rPr lang="en-GB" altLang="en-US"/>
              <a:t>Zweite Gliederungsebene</a:t>
            </a:r>
          </a:p>
          <a:p>
            <a:pPr lvl="2"/>
            <a:r>
              <a:rPr lang="en-GB" altLang="en-US"/>
              <a:t>Dritte Gliederungsebene</a:t>
            </a:r>
          </a:p>
          <a:p>
            <a:pPr lvl="3"/>
            <a:r>
              <a:rPr lang="en-GB" altLang="en-US"/>
              <a:t>Vierte Gliederungsebene</a:t>
            </a:r>
          </a:p>
          <a:p>
            <a:pPr lvl="4"/>
            <a:r>
              <a:rPr lang="en-GB" altLang="en-US"/>
              <a:t>Fünfte Gliederungsebene</a:t>
            </a:r>
          </a:p>
          <a:p>
            <a:pPr lvl="4"/>
            <a:r>
              <a:rPr lang="en-GB" altLang="en-US"/>
              <a:t>Sechste Gliederungsebene</a:t>
            </a:r>
          </a:p>
          <a:p>
            <a:pPr lvl="0"/>
            <a:r>
              <a:rPr lang="en-GB" altLang="en-US"/>
              <a:t>Siebente GliederungsebeneTextmasterformate durch Klicken bearbeiten</a:t>
            </a:r>
          </a:p>
          <a:p>
            <a:pPr lvl="1"/>
            <a:r>
              <a:rPr lang="en-GB" altLang="en-US"/>
              <a:t>Zweite Ebene</a:t>
            </a:r>
          </a:p>
          <a:p>
            <a:pPr lvl="2"/>
            <a:r>
              <a:rPr lang="en-GB" altLang="en-US"/>
              <a:t>Dritte Ebene</a:t>
            </a:r>
          </a:p>
          <a:p>
            <a:pPr lvl="3"/>
            <a:r>
              <a:rPr lang="en-GB" altLang="en-US"/>
              <a:t>Vierte Ebene</a:t>
            </a:r>
          </a:p>
          <a:p>
            <a:pPr lvl="4"/>
            <a:r>
              <a:rPr lang="en-GB" altLang="en-US"/>
              <a:t>Fünfte Ebene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71FABDB-FE48-BB43-878A-6E11101DDFB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506788" y="6323013"/>
            <a:ext cx="21320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B2B2B2"/>
                </a:solidFill>
                <a:latin typeface="Frutiger LT Com 55 Roman" pitchFamily="1" charset="0"/>
              </a:defRPr>
            </a:lvl1pPr>
          </a:lstStyle>
          <a:p>
            <a:pPr>
              <a:defRPr/>
            </a:pPr>
            <a:fld id="{92195344-0282-4641-8112-802417373D26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1">
            <a:extLst>
              <a:ext uri="{FF2B5EF4-FFF2-40B4-BE49-F238E27FC236}">
                <a16:creationId xmlns:a16="http://schemas.microsoft.com/office/drawing/2014/main" id="{5AB47C74-96F5-8D42-881C-EE5B70880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6113463"/>
            <a:ext cx="8223250" cy="1587"/>
          </a:xfrm>
          <a:prstGeom prst="line">
            <a:avLst/>
          </a:prstGeom>
          <a:noFill/>
          <a:ln w="3168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5" name="Line 2">
            <a:extLst>
              <a:ext uri="{FF2B5EF4-FFF2-40B4-BE49-F238E27FC236}">
                <a16:creationId xmlns:a16="http://schemas.microsoft.com/office/drawing/2014/main" id="{53CDFEDF-A5C9-474B-9C97-10401B7F1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1601788"/>
            <a:ext cx="8223250" cy="1587"/>
          </a:xfrm>
          <a:prstGeom prst="line">
            <a:avLst/>
          </a:prstGeom>
          <a:noFill/>
          <a:ln w="12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6" name="Line 3">
            <a:extLst>
              <a:ext uri="{FF2B5EF4-FFF2-40B4-BE49-F238E27FC236}">
                <a16:creationId xmlns:a16="http://schemas.microsoft.com/office/drawing/2014/main" id="{C4BB7EF2-39FA-7240-9740-A10BCE2FA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476250"/>
            <a:ext cx="8223250" cy="1588"/>
          </a:xfrm>
          <a:prstGeom prst="line">
            <a:avLst/>
          </a:prstGeom>
          <a:noFill/>
          <a:ln w="5076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3077" name="Picture 4">
            <a:extLst>
              <a:ext uri="{FF2B5EF4-FFF2-40B4-BE49-F238E27FC236}">
                <a16:creationId xmlns:a16="http://schemas.microsoft.com/office/drawing/2014/main" id="{64F83949-0D2A-0447-933B-6D349A2EE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0" y="6170613"/>
            <a:ext cx="10953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8" name="Picture 5">
            <a:extLst>
              <a:ext uri="{FF2B5EF4-FFF2-40B4-BE49-F238E27FC236}">
                <a16:creationId xmlns:a16="http://schemas.microsoft.com/office/drawing/2014/main" id="{43D97264-6B15-844C-954E-B8DFC3C67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170613"/>
            <a:ext cx="99536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F5BA2D8A-181B-D34C-A020-8EBDF0FE4C1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506788" y="6323013"/>
            <a:ext cx="21320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B2B2B2"/>
                </a:solidFill>
                <a:latin typeface="Frutiger LT Com 55 Roman" pitchFamily="1" charset="0"/>
              </a:defRPr>
            </a:lvl1pPr>
          </a:lstStyle>
          <a:p>
            <a:pPr>
              <a:defRPr/>
            </a:pPr>
            <a:fld id="{07A77CE6-A7E4-B743-AAB4-A65C5D4577EC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  <p:sp>
        <p:nvSpPr>
          <p:cNvPr id="3080" name="Rectangle 7">
            <a:extLst>
              <a:ext uri="{FF2B5EF4-FFF2-40B4-BE49-F238E27FC236}">
                <a16:creationId xmlns:a16="http://schemas.microsoft.com/office/drawing/2014/main" id="{44123CE6-E3B6-3F45-8D91-B24901602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80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das Format des Titeltextes zu bearbeiten</a:t>
            </a:r>
          </a:p>
        </p:txBody>
      </p:sp>
      <p:sp>
        <p:nvSpPr>
          <p:cNvPr id="3081" name="Rectangle 8">
            <a:extLst>
              <a:ext uri="{FF2B5EF4-FFF2-40B4-BE49-F238E27FC236}">
                <a16:creationId xmlns:a16="http://schemas.microsoft.com/office/drawing/2014/main" id="{0A6E8DAA-AAF8-E649-BE93-FF628BD97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80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die Formate des Gliederungstextes zu bearbeiten</a:t>
            </a:r>
          </a:p>
          <a:p>
            <a:pPr lvl="1"/>
            <a:r>
              <a:rPr lang="en-GB" altLang="en-US"/>
              <a:t>Zweite Gliederungsebene</a:t>
            </a:r>
          </a:p>
          <a:p>
            <a:pPr lvl="2"/>
            <a:r>
              <a:rPr lang="en-GB" altLang="en-US"/>
              <a:t>Dritte Gliederungsebene</a:t>
            </a:r>
          </a:p>
          <a:p>
            <a:pPr lvl="3"/>
            <a:r>
              <a:rPr lang="en-GB" altLang="en-US"/>
              <a:t>Vierte Gliederungsebene</a:t>
            </a:r>
          </a:p>
          <a:p>
            <a:pPr lvl="4"/>
            <a:r>
              <a:rPr lang="en-GB" altLang="en-US"/>
              <a:t>Fünfte Gliederungsebene</a:t>
            </a:r>
          </a:p>
          <a:p>
            <a:pPr lvl="4"/>
            <a:r>
              <a:rPr lang="en-GB" altLang="en-US"/>
              <a:t>Sechste Gliederungsebene</a:t>
            </a:r>
          </a:p>
          <a:p>
            <a:pPr lvl="4"/>
            <a:r>
              <a:rPr lang="en-GB" altLang="en-US"/>
              <a:t>Siebente Gliederungsebene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181EB8A2-2E89-2D4B-9574-D538D792B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535319"/>
            <a:ext cx="8223250" cy="1066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pPr algn="ctr" eaLnBrk="1" hangingPunct="1"/>
            <a:r>
              <a:rPr lang="de-DE" kern="0" dirty="0"/>
              <a:t>CNENGR 228</a:t>
            </a:r>
            <a:br>
              <a:rPr lang="de-DE" kern="0" dirty="0"/>
            </a:br>
            <a:r>
              <a:rPr lang="de-DE" kern="0" dirty="0"/>
              <a:t>Digital Electronics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AD36E88-0BC9-8F44-A7EB-68F5CBEEEEF2}"/>
              </a:ext>
            </a:extLst>
          </p:cNvPr>
          <p:cNvSpPr txBox="1">
            <a:spLocks noChangeArrowheads="1"/>
          </p:cNvSpPr>
          <p:nvPr/>
        </p:nvSpPr>
        <p:spPr>
          <a:xfrm>
            <a:off x="460375" y="1601412"/>
            <a:ext cx="8223250" cy="913794"/>
          </a:xfrm>
          <a:prstGeom prst="rect">
            <a:avLst/>
          </a:prstGeom>
        </p:spPr>
        <p:txBody>
          <a:bodyPr/>
          <a:lstStyle>
            <a:lvl1pPr marL="342900" indent="-34290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49263" rtl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GB" sz="2400" b="1" kern="0" dirty="0"/>
              <a:t>Lecture</a:t>
            </a:r>
            <a:r>
              <a:rPr lang="de-DE" sz="2400" b="1" kern="0" dirty="0"/>
              <a:t> 6 </a:t>
            </a:r>
            <a:r>
              <a:rPr lang="en-GB" sz="2400" b="1" kern="1200" dirty="0">
                <a:latin typeface="Frutiger LT Com 55 Roman" pitchFamily="1" charset="0"/>
              </a:rPr>
              <a:t>– VHDL Fundamentals </a:t>
            </a:r>
            <a:r>
              <a:rPr lang="en-GB" sz="2400" b="1" dirty="0">
                <a:latin typeface="Frutiger LT Com 55 Roman" pitchFamily="1" charset="0"/>
              </a:rPr>
              <a:t>3</a:t>
            </a:r>
            <a:endParaRPr lang="en-GB" sz="2200" b="1" kern="0" dirty="0"/>
          </a:p>
          <a:p>
            <a:endParaRPr lang="en-GB" sz="2400" b="1" kern="1200" dirty="0">
              <a:latin typeface="Frutiger LT Com 55 Roman" pitchFamily="1" charset="0"/>
            </a:endParaRPr>
          </a:p>
          <a:p>
            <a:endParaRPr lang="en-GB" sz="2400" b="1" kern="1200" dirty="0">
              <a:latin typeface="Frutiger LT Com 55 Roman" pitchFamily="1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EF130D-BB3D-6943-9100-7FE97F78E09D}"/>
              </a:ext>
            </a:extLst>
          </p:cNvPr>
          <p:cNvSpPr txBox="1">
            <a:spLocks/>
          </p:cNvSpPr>
          <p:nvPr/>
        </p:nvSpPr>
        <p:spPr bwMode="auto">
          <a:xfrm>
            <a:off x="1371600" y="3581299"/>
            <a:ext cx="6400800" cy="2436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Frutiger LT Com 55 Roman" pitchFamily="1" charset="0"/>
                <a:ea typeface="+mn-ea"/>
                <a:cs typeface="+mn-cs"/>
              </a:defRPr>
            </a:lvl9pPr>
          </a:lstStyle>
          <a:p>
            <a:pPr algn="ctr"/>
            <a:r>
              <a:rPr lang="en-US" sz="2400" b="1" kern="0" dirty="0">
                <a:solidFill>
                  <a:schemeClr val="bg1">
                    <a:lumMod val="50000"/>
                  </a:schemeClr>
                </a:solidFill>
              </a:rPr>
              <a:t>Dr </a:t>
            </a:r>
            <a:r>
              <a:rPr lang="en-US" sz="2400" b="1" kern="0" dirty="0" err="1">
                <a:solidFill>
                  <a:schemeClr val="bg1">
                    <a:lumMod val="50000"/>
                  </a:schemeClr>
                </a:solidFill>
              </a:rPr>
              <a:t>Zhongming</a:t>
            </a:r>
            <a:r>
              <a:rPr lang="en-US" sz="2400" b="1" kern="0" dirty="0">
                <a:solidFill>
                  <a:schemeClr val="bg1">
                    <a:lumMod val="50000"/>
                  </a:schemeClr>
                </a:solidFill>
              </a:rPr>
              <a:t> Zhang</a:t>
            </a:r>
          </a:p>
          <a:p>
            <a:pPr algn="r"/>
            <a:endParaRPr lang="en-US" sz="1600" b="1" kern="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endParaRPr lang="en-US" sz="1600" b="1" kern="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endParaRPr lang="en-US" sz="1600" b="1" kern="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000" b="1" kern="0" dirty="0">
                <a:solidFill>
                  <a:schemeClr val="bg1">
                    <a:lumMod val="50000"/>
                  </a:schemeClr>
                </a:solidFill>
              </a:rPr>
              <a:t>School of Engineering</a:t>
            </a:r>
          </a:p>
          <a:p>
            <a:pPr algn="ctr"/>
            <a:r>
              <a:rPr lang="en-US" sz="2800" kern="0" dirty="0">
                <a:solidFill>
                  <a:schemeClr val="bg1">
                    <a:lumMod val="50000"/>
                  </a:schemeClr>
                </a:solidFill>
              </a:rPr>
              <a:t>Lancaster University</a:t>
            </a:r>
          </a:p>
        </p:txBody>
      </p:sp>
    </p:spTree>
  </p:cSld>
  <p:clrMapOvr>
    <a:masterClrMapping/>
  </p:clrMapOvr>
  <p:transition spd="med" advTm="9446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>
            <a:extLst>
              <a:ext uri="{FF2B5EF4-FFF2-40B4-BE49-F238E27FC236}">
                <a16:creationId xmlns:a16="http://schemas.microsoft.com/office/drawing/2014/main" id="{5DCAF967-F6AE-B44C-9FAB-02FDC0BEC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Course Outline</a:t>
            </a:r>
          </a:p>
        </p:txBody>
      </p:sp>
      <p:sp>
        <p:nvSpPr>
          <p:cNvPr id="7171" name="TextBox 2">
            <a:extLst>
              <a:ext uri="{FF2B5EF4-FFF2-40B4-BE49-F238E27FC236}">
                <a16:creationId xmlns:a16="http://schemas.microsoft.com/office/drawing/2014/main" id="{F560EA98-80DA-524B-B53C-35C228676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988" y="1758950"/>
            <a:ext cx="2486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solidFill>
                  <a:srgbClr val="0000FF"/>
                </a:solidFill>
                <a:latin typeface="TTE1F17478t00" charset="0"/>
              </a:rPr>
              <a:t>VHDL Design Units</a:t>
            </a:r>
          </a:p>
        </p:txBody>
      </p:sp>
      <p:cxnSp>
        <p:nvCxnSpPr>
          <p:cNvPr id="7172" name="Straight Arrow Connector 13">
            <a:extLst>
              <a:ext uri="{FF2B5EF4-FFF2-40B4-BE49-F238E27FC236}">
                <a16:creationId xmlns:a16="http://schemas.microsoft.com/office/drawing/2014/main" id="{ACA8D884-B1C8-BB40-9824-EDEC6C5BB3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46688" y="2178050"/>
            <a:ext cx="1154112" cy="804863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73" name="TextBox 22">
            <a:extLst>
              <a:ext uri="{FF2B5EF4-FFF2-40B4-BE49-F238E27FC236}">
                <a16:creationId xmlns:a16="http://schemas.microsoft.com/office/drawing/2014/main" id="{8512874F-410F-AE4A-9EC4-434680637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982913"/>
            <a:ext cx="1095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latin typeface="TTE1F17478t00" charset="0"/>
              </a:rPr>
              <a:t>Entity</a:t>
            </a:r>
          </a:p>
        </p:txBody>
      </p:sp>
      <p:cxnSp>
        <p:nvCxnSpPr>
          <p:cNvPr id="7174" name="Straight Arrow Connector 13">
            <a:extLst>
              <a:ext uri="{FF2B5EF4-FFF2-40B4-BE49-F238E27FC236}">
                <a16:creationId xmlns:a16="http://schemas.microsoft.com/office/drawing/2014/main" id="{6714FA58-39FA-A348-8F10-61DA6F840D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19600" y="2205038"/>
            <a:ext cx="14288" cy="919162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75" name="Straight Arrow Connector 13">
            <a:extLst>
              <a:ext uri="{FF2B5EF4-FFF2-40B4-BE49-F238E27FC236}">
                <a16:creationId xmlns:a16="http://schemas.microsoft.com/office/drawing/2014/main" id="{971F219B-0E5D-4646-A9A9-D79037DF506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455863" y="2205038"/>
            <a:ext cx="931862" cy="8064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76" name="TextBox 29">
            <a:extLst>
              <a:ext uri="{FF2B5EF4-FFF2-40B4-BE49-F238E27FC236}">
                <a16:creationId xmlns:a16="http://schemas.microsoft.com/office/drawing/2014/main" id="{307E1D85-9D20-0243-8A17-6F14D686D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135313"/>
            <a:ext cx="160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latin typeface="TTE1F17478t00" charset="0"/>
              </a:rPr>
              <a:t>Architecture</a:t>
            </a:r>
          </a:p>
        </p:txBody>
      </p:sp>
      <p:sp>
        <p:nvSpPr>
          <p:cNvPr id="7177" name="TextBox 30">
            <a:extLst>
              <a:ext uri="{FF2B5EF4-FFF2-40B4-BE49-F238E27FC236}">
                <a16:creationId xmlns:a16="http://schemas.microsoft.com/office/drawing/2014/main" id="{1D5005BD-416A-B442-A2E9-12FC99E9F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48000"/>
            <a:ext cx="1150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latin typeface="TTE1F17478t00" charset="0"/>
              </a:rPr>
              <a:t>Library</a:t>
            </a:r>
          </a:p>
        </p:txBody>
      </p:sp>
      <p:cxnSp>
        <p:nvCxnSpPr>
          <p:cNvPr id="7178" name="Straight Arrow Connector 13">
            <a:extLst>
              <a:ext uri="{FF2B5EF4-FFF2-40B4-BE49-F238E27FC236}">
                <a16:creationId xmlns:a16="http://schemas.microsoft.com/office/drawing/2014/main" id="{31419C1E-A003-DC4E-9D07-1F77DB47C7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24400" y="3529013"/>
            <a:ext cx="1090613" cy="7048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79" name="Straight Arrow Connector 13">
            <a:extLst>
              <a:ext uri="{FF2B5EF4-FFF2-40B4-BE49-F238E27FC236}">
                <a16:creationId xmlns:a16="http://schemas.microsoft.com/office/drawing/2014/main" id="{72470A48-1A0D-DD43-9FC7-7446A2434FC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200400" y="3536950"/>
            <a:ext cx="931863" cy="8064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0" name="TextBox 34">
            <a:extLst>
              <a:ext uri="{FF2B5EF4-FFF2-40B4-BE49-F238E27FC236}">
                <a16:creationId xmlns:a16="http://schemas.microsoft.com/office/drawing/2014/main" id="{F250E294-2A30-C542-9716-6B709464F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354513"/>
            <a:ext cx="1447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solidFill>
                  <a:srgbClr val="FF0000"/>
                </a:solidFill>
                <a:latin typeface="TTE1F17478t00" charset="0"/>
              </a:rPr>
              <a:t>Structural</a:t>
            </a:r>
          </a:p>
        </p:txBody>
      </p:sp>
      <p:sp>
        <p:nvSpPr>
          <p:cNvPr id="7181" name="TextBox 35">
            <a:extLst>
              <a:ext uri="{FF2B5EF4-FFF2-40B4-BE49-F238E27FC236}">
                <a16:creationId xmlns:a16="http://schemas.microsoft.com/office/drawing/2014/main" id="{99A809F3-6FAC-4449-884A-72CE9B406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354513"/>
            <a:ext cx="1447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latin typeface="TTE1F17478t00" charset="0"/>
              </a:rPr>
              <a:t>Behavioral</a:t>
            </a:r>
          </a:p>
        </p:txBody>
      </p:sp>
      <p:cxnSp>
        <p:nvCxnSpPr>
          <p:cNvPr id="7182" name="Straight Arrow Connector 13">
            <a:extLst>
              <a:ext uri="{FF2B5EF4-FFF2-40B4-BE49-F238E27FC236}">
                <a16:creationId xmlns:a16="http://schemas.microsoft.com/office/drawing/2014/main" id="{135EADD4-97B7-2A45-AFD9-2CD3468A99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95988" y="4781550"/>
            <a:ext cx="862012" cy="6286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3" name="Rectangle 9">
            <a:extLst>
              <a:ext uri="{FF2B5EF4-FFF2-40B4-BE49-F238E27FC236}">
                <a16:creationId xmlns:a16="http://schemas.microsoft.com/office/drawing/2014/main" id="{D312AFDB-A290-D848-8FB5-296EB661D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5486400"/>
            <a:ext cx="2254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b="1">
                <a:latin typeface="TTE1F17478t00" charset="0"/>
              </a:rPr>
              <a:t>Concurent</a:t>
            </a:r>
          </a:p>
          <a:p>
            <a:pPr algn="ctr"/>
            <a:r>
              <a:rPr lang="de-DE" altLang="en-US" b="1">
                <a:latin typeface="TTE1F17478t00" charset="0"/>
              </a:rPr>
              <a:t>Signal Assignment</a:t>
            </a:r>
            <a:endParaRPr lang="en-GB" altLang="en-US"/>
          </a:p>
        </p:txBody>
      </p:sp>
      <p:cxnSp>
        <p:nvCxnSpPr>
          <p:cNvPr id="7184" name="Straight Arrow Connector 13">
            <a:extLst>
              <a:ext uri="{FF2B5EF4-FFF2-40B4-BE49-F238E27FC236}">
                <a16:creationId xmlns:a16="http://schemas.microsoft.com/office/drawing/2014/main" id="{3C310713-1E8F-8C49-AE36-EC8FA189DF68}"/>
              </a:ext>
            </a:extLst>
          </p:cNvPr>
          <p:cNvCxnSpPr>
            <a:cxnSpLocks noChangeShapeType="1"/>
            <a:endCxn id="7185" idx="0"/>
          </p:cNvCxnSpPr>
          <p:nvPr/>
        </p:nvCxnSpPr>
        <p:spPr bwMode="auto">
          <a:xfrm flipH="1">
            <a:off x="4775200" y="4800600"/>
            <a:ext cx="690563" cy="649288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5" name="Rectangle 19">
            <a:extLst>
              <a:ext uri="{FF2B5EF4-FFF2-40B4-BE49-F238E27FC236}">
                <a16:creationId xmlns:a16="http://schemas.microsoft.com/office/drawing/2014/main" id="{F4FCFCF0-6EA4-F34A-953E-2206BED57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663" y="5449888"/>
            <a:ext cx="22526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b="1">
                <a:solidFill>
                  <a:srgbClr val="FF0000"/>
                </a:solidFill>
                <a:latin typeface="TTE1F17478t00" charset="0"/>
              </a:rPr>
              <a:t>Sequential</a:t>
            </a:r>
          </a:p>
          <a:p>
            <a:pPr algn="ctr"/>
            <a:r>
              <a:rPr lang="de-DE" altLang="en-US" b="1">
                <a:solidFill>
                  <a:srgbClr val="FF0000"/>
                </a:solidFill>
                <a:latin typeface="TTE1F17478t00" charset="0"/>
              </a:rPr>
              <a:t>Signal Assignment</a:t>
            </a:r>
            <a:endParaRPr lang="en-GB" altLang="en-US" b="1">
              <a:solidFill>
                <a:srgbClr val="FF0000"/>
              </a:solidFill>
              <a:latin typeface="TTE1F17478t00" charset="0"/>
            </a:endParaRPr>
          </a:p>
        </p:txBody>
      </p:sp>
    </p:spTree>
  </p:cSld>
  <p:clrMapOvr>
    <a:masterClrMapping/>
  </p:clrMapOvr>
  <p:transition spd="med" advTm="1917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8D950-9211-3B41-B11E-24C4037BF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marL="0" lvl="1" indent="0">
              <a:buClr>
                <a:srgbClr val="00B050"/>
              </a:buClr>
              <a:defRPr/>
            </a:pPr>
            <a:r>
              <a:rPr lang="en-US" sz="2000" dirty="0"/>
              <a:t> After completion of this lecture you will</a:t>
            </a:r>
          </a:p>
          <a:p>
            <a:pPr eaLnBrk="1">
              <a:lnSpc>
                <a:spcPct val="100000"/>
              </a:lnSpc>
              <a:spcAft>
                <a:spcPts val="725"/>
              </a:spcAft>
              <a:defRPr/>
            </a:pPr>
            <a:endParaRPr lang="de-DE" altLang="en-US" b="1" dirty="0">
              <a:latin typeface="TTE1F17478t00" charset="0"/>
            </a:endParaRP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dirty="0"/>
              <a:t>Behavioral vs Structural description of architecutre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dirty="0"/>
              <a:t>VHDL Statements-Sequential signal assignment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/>
              <a:t>Testbench simulation</a:t>
            </a: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0" lvl="1" indent="0">
              <a:buClr>
                <a:srgbClr val="00B050"/>
              </a:buClr>
              <a:defRPr/>
            </a:pPr>
            <a:endParaRPr lang="en-GB" sz="20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1CEDB1F1-4F5E-3D4A-83C9-9872FAAA50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60375" y="534988"/>
            <a:ext cx="8223250" cy="914400"/>
          </a:xfrm>
        </p:spPr>
        <p:txBody>
          <a:bodyPr/>
          <a:lstStyle/>
          <a:p>
            <a:pPr eaLnBrk="1">
              <a:lnSpc>
                <a:spcPct val="100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</a:pPr>
            <a:r>
              <a:rPr lang="de-DE" altLang="en-US" b="1">
                <a:latin typeface="Frutiger LT Com 45 Light" charset="0"/>
              </a:rPr>
              <a:t>Objectives</a:t>
            </a:r>
          </a:p>
        </p:txBody>
      </p:sp>
      <p:sp>
        <p:nvSpPr>
          <p:cNvPr id="9220" name="Text Box 3">
            <a:extLst>
              <a:ext uri="{FF2B5EF4-FFF2-40B4-BE49-F238E27FC236}">
                <a16:creationId xmlns:a16="http://schemas.microsoft.com/office/drawing/2014/main" id="{8ED5FC1B-A6D4-6F45-ABDE-B4040DF38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81591369-CFF5-DB44-91E3-648E5CA9D3E2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3</a:t>
            </a:fld>
            <a:endParaRPr lang="de-DE" altLang="en-US" sz="1200">
              <a:solidFill>
                <a:srgbClr val="B2B2B2"/>
              </a:solidFill>
            </a:endParaRPr>
          </a:p>
        </p:txBody>
      </p:sp>
    </p:spTree>
  </p:cSld>
  <p:clrMapOvr>
    <a:masterClrMapping/>
  </p:clrMapOvr>
  <p:transition spd="med" advTm="25118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2DF9-9D5C-6643-9737-ED0A288D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DE" altLang="en-US" b="1" dirty="0">
                <a:latin typeface="Frutiger LT Com 45 Light" charset="0"/>
              </a:rPr>
              <a:t>Structural Description</a:t>
            </a:r>
            <a:br>
              <a:rPr lang="de-DE" altLang="en-US" b="1" dirty="0">
                <a:latin typeface="Frutiger LT Com 45 Light" charset="0"/>
              </a:rPr>
            </a:br>
            <a:endParaRPr lang="en-GB" b="1" kern="1200" dirty="0">
              <a:latin typeface="Frutiger LT Com 45 Light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026E9-8C46-8F4F-AD09-A30942918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>
              <a:lnSpc>
                <a:spcPct val="100000"/>
              </a:lnSpc>
              <a:spcAft>
                <a:spcPts val="725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"/>
              <a:defRPr/>
            </a:pPr>
            <a:r>
              <a:rPr lang="en-GB" b="1" dirty="0"/>
              <a:t>Top-level module</a:t>
            </a:r>
            <a:r>
              <a:rPr lang="en-GB" dirty="0"/>
              <a:t>: the module that has not been used in other circuits</a:t>
            </a:r>
          </a:p>
          <a:p>
            <a:pPr eaLnBrk="1">
              <a:lnSpc>
                <a:spcPct val="100000"/>
              </a:lnSpc>
              <a:spcAft>
                <a:spcPts val="725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"/>
              <a:defRPr/>
            </a:pPr>
            <a:r>
              <a:rPr lang="en-GB" b="1" dirty="0"/>
              <a:t>Design hierarchy</a:t>
            </a:r>
            <a:r>
              <a:rPr lang="en-GB" dirty="0"/>
              <a:t>: a design can use multiple sub-modules or a module multiple times</a:t>
            </a:r>
          </a:p>
          <a:p>
            <a:pPr eaLnBrk="1">
              <a:lnSpc>
                <a:spcPct val="100000"/>
              </a:lnSpc>
              <a:spcAft>
                <a:spcPts val="725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"/>
              <a:defRPr/>
            </a:pPr>
            <a:endParaRPr lang="en-GB" dirty="0"/>
          </a:p>
          <a:p>
            <a:pPr eaLnBrk="1">
              <a:lnSpc>
                <a:spcPct val="100000"/>
              </a:lnSpc>
              <a:spcAft>
                <a:spcPts val="725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"/>
              <a:defRPr/>
            </a:pPr>
            <a:endParaRPr lang="en-GB" dirty="0"/>
          </a:p>
          <a:p>
            <a:pPr eaLnBrk="1">
              <a:lnSpc>
                <a:spcPct val="100000"/>
              </a:lnSpc>
              <a:spcAft>
                <a:spcPts val="725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"/>
              <a:defRPr/>
            </a:pPr>
            <a:endParaRPr lang="en-GB" dirty="0"/>
          </a:p>
          <a:p>
            <a:pPr eaLnBrk="1">
              <a:lnSpc>
                <a:spcPct val="100000"/>
              </a:lnSpc>
              <a:spcAft>
                <a:spcPts val="725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"/>
              <a:defRPr/>
            </a:pPr>
            <a:endParaRPr lang="de-DE" altLang="en-US" b="1" kern="1200" dirty="0">
              <a:latin typeface="TTE1F17478t00" charset="0"/>
            </a:endParaRPr>
          </a:p>
          <a:p>
            <a:pPr>
              <a:defRPr/>
            </a:pPr>
            <a:endParaRPr lang="en-GB" dirty="0"/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DA4AF3C0-18E7-5D4C-A43A-D73CAE5CC52C}"/>
              </a:ext>
            </a:extLst>
          </p:cNvPr>
          <p:cNvGrpSpPr>
            <a:grpSpLocks/>
          </p:cNvGrpSpPr>
          <p:nvPr/>
        </p:nvGrpSpPr>
        <p:grpSpPr bwMode="auto">
          <a:xfrm>
            <a:off x="2390775" y="2971800"/>
            <a:ext cx="6296025" cy="3048000"/>
            <a:chOff x="1111752" y="2514600"/>
            <a:chExt cx="6296473" cy="3048000"/>
          </a:xfrm>
        </p:grpSpPr>
        <p:sp>
          <p:nvSpPr>
            <p:cNvPr id="11271" name="Rectangle 29">
              <a:extLst>
                <a:ext uri="{FF2B5EF4-FFF2-40B4-BE49-F238E27FC236}">
                  <a16:creationId xmlns:a16="http://schemas.microsoft.com/office/drawing/2014/main" id="{039B71DA-F209-544A-99E8-77B5D01DE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52" y="3609201"/>
              <a:ext cx="69249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b="1">
                  <a:latin typeface="Myriad Roman" charset="0"/>
                </a:rPr>
                <a:t>Inputs</a:t>
              </a:r>
              <a:endParaRPr lang="en-US" altLang="en-US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1272" name="Group 6">
              <a:extLst>
                <a:ext uri="{FF2B5EF4-FFF2-40B4-BE49-F238E27FC236}">
                  <a16:creationId xmlns:a16="http://schemas.microsoft.com/office/drawing/2014/main" id="{1C29056D-E42A-F545-8D45-71685C79BC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6707" y="2514600"/>
              <a:ext cx="5901518" cy="3048000"/>
              <a:chOff x="1506707" y="2514600"/>
              <a:chExt cx="5901518" cy="3048000"/>
            </a:xfrm>
          </p:grpSpPr>
          <p:sp>
            <p:nvSpPr>
              <p:cNvPr id="11273" name="Rectangle 17">
                <a:extLst>
                  <a:ext uri="{FF2B5EF4-FFF2-40B4-BE49-F238E27FC236}">
                    <a16:creationId xmlns:a16="http://schemas.microsoft.com/office/drawing/2014/main" id="{0228E4D7-187B-404D-B082-2382DDA73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0" y="2895600"/>
                <a:ext cx="4038600" cy="2667000"/>
              </a:xfrm>
              <a:prstGeom prst="rect">
                <a:avLst/>
              </a:prstGeom>
              <a:noFill/>
              <a:ln w="254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" name="Rectangle 29">
                <a:extLst>
                  <a:ext uri="{FF2B5EF4-FFF2-40B4-BE49-F238E27FC236}">
                    <a16:creationId xmlns:a16="http://schemas.microsoft.com/office/drawing/2014/main" id="{AB40A636-4B90-8847-A408-D13651F30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2493" y="2514600"/>
                <a:ext cx="1880836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Top-level module</a:t>
                </a:r>
                <a:endParaRPr lang="en-US" altLang="en-US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5" name="Rectangle 17">
                <a:extLst>
                  <a:ext uri="{FF2B5EF4-FFF2-40B4-BE49-F238E27FC236}">
                    <a16:creationId xmlns:a16="http://schemas.microsoft.com/office/drawing/2014/main" id="{B394A98E-981E-C447-9A81-D2EF617D5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293" y="3124200"/>
                <a:ext cx="838200" cy="533401"/>
              </a:xfrm>
              <a:prstGeom prst="rect">
                <a:avLst/>
              </a:prstGeom>
              <a:noFill/>
              <a:ln w="14288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M1</a:t>
                </a:r>
              </a:p>
            </p:txBody>
          </p:sp>
          <p:sp>
            <p:nvSpPr>
              <p:cNvPr id="11276" name="Rectangle 17">
                <a:extLst>
                  <a:ext uri="{FF2B5EF4-FFF2-40B4-BE49-F238E27FC236}">
                    <a16:creationId xmlns:a16="http://schemas.microsoft.com/office/drawing/2014/main" id="{F235993E-26C6-4044-A564-712DE623B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0" y="3962399"/>
                <a:ext cx="838200" cy="533401"/>
              </a:xfrm>
              <a:prstGeom prst="rect">
                <a:avLst/>
              </a:prstGeom>
              <a:solidFill>
                <a:srgbClr val="00B0F0"/>
              </a:solidFill>
              <a:ln w="1428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M3</a:t>
                </a:r>
              </a:p>
            </p:txBody>
          </p:sp>
          <p:sp>
            <p:nvSpPr>
              <p:cNvPr id="11277" name="Rectangle 17">
                <a:extLst>
                  <a:ext uri="{FF2B5EF4-FFF2-40B4-BE49-F238E27FC236}">
                    <a16:creationId xmlns:a16="http://schemas.microsoft.com/office/drawing/2014/main" id="{638B4432-D4DE-9B44-8D81-9D2CAE3B0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200" y="3124200"/>
                <a:ext cx="838200" cy="533401"/>
              </a:xfrm>
              <a:prstGeom prst="rect">
                <a:avLst/>
              </a:prstGeom>
              <a:solidFill>
                <a:srgbClr val="92D050"/>
              </a:solidFill>
              <a:ln w="1428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M2</a:t>
                </a:r>
              </a:p>
            </p:txBody>
          </p:sp>
          <p:sp>
            <p:nvSpPr>
              <p:cNvPr id="11278" name="Rectangle 17">
                <a:extLst>
                  <a:ext uri="{FF2B5EF4-FFF2-40B4-BE49-F238E27FC236}">
                    <a16:creationId xmlns:a16="http://schemas.microsoft.com/office/drawing/2014/main" id="{1CE78D41-2B8D-4C4D-9397-7646FAD68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200" y="3962399"/>
                <a:ext cx="838200" cy="533401"/>
              </a:xfrm>
              <a:prstGeom prst="rect">
                <a:avLst/>
              </a:prstGeom>
              <a:noFill/>
              <a:ln w="14288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M1</a:t>
                </a:r>
              </a:p>
            </p:txBody>
          </p:sp>
          <p:sp>
            <p:nvSpPr>
              <p:cNvPr id="11279" name="Rectangle 17">
                <a:extLst>
                  <a:ext uri="{FF2B5EF4-FFF2-40B4-BE49-F238E27FC236}">
                    <a16:creationId xmlns:a16="http://schemas.microsoft.com/office/drawing/2014/main" id="{5CDA5195-B566-6C4C-B9BF-2C04AFA15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6200" y="4876799"/>
                <a:ext cx="838200" cy="533401"/>
              </a:xfrm>
              <a:prstGeom prst="rect">
                <a:avLst/>
              </a:prstGeom>
              <a:solidFill>
                <a:srgbClr val="92D050"/>
              </a:solidFill>
              <a:ln w="1428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M2</a:t>
                </a:r>
              </a:p>
            </p:txBody>
          </p:sp>
          <p:sp>
            <p:nvSpPr>
              <p:cNvPr id="11280" name="Rectangle 17">
                <a:extLst>
                  <a:ext uri="{FF2B5EF4-FFF2-40B4-BE49-F238E27FC236}">
                    <a16:creationId xmlns:a16="http://schemas.microsoft.com/office/drawing/2014/main" id="{9E8877F6-8F78-4440-87A7-0232F5ED2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5400" y="3962400"/>
                <a:ext cx="838200" cy="533401"/>
              </a:xfrm>
              <a:prstGeom prst="rect">
                <a:avLst/>
              </a:prstGeom>
              <a:noFill/>
              <a:ln w="14288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M1</a:t>
                </a:r>
              </a:p>
            </p:txBody>
          </p:sp>
          <p:sp>
            <p:nvSpPr>
              <p:cNvPr id="11281" name="Rectangle 17">
                <a:extLst>
                  <a:ext uri="{FF2B5EF4-FFF2-40B4-BE49-F238E27FC236}">
                    <a16:creationId xmlns:a16="http://schemas.microsoft.com/office/drawing/2014/main" id="{D5A5899E-6C8E-7041-A6A4-4FFEFE33F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5400" y="4876799"/>
                <a:ext cx="838200" cy="533401"/>
              </a:xfrm>
              <a:prstGeom prst="rect">
                <a:avLst/>
              </a:prstGeom>
              <a:noFill/>
              <a:ln w="14288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M1</a:t>
                </a:r>
              </a:p>
            </p:txBody>
          </p:sp>
          <p:cxnSp>
            <p:nvCxnSpPr>
              <p:cNvPr id="11282" name="Straight Arrow Connector 16">
                <a:extLst>
                  <a:ext uri="{FF2B5EF4-FFF2-40B4-BE49-F238E27FC236}">
                    <a16:creationId xmlns:a16="http://schemas.microsoft.com/office/drawing/2014/main" id="{4FCF2F3A-BB96-AA4E-BDAD-B9DB5446D1C3}"/>
                  </a:ext>
                </a:extLst>
              </p:cNvPr>
              <p:cNvCxnSpPr>
                <a:cxnSpLocks noChangeShapeType="1"/>
                <a:stCxn id="11275" idx="3"/>
                <a:endCxn id="11277" idx="1"/>
              </p:cNvCxnSpPr>
              <p:nvPr/>
            </p:nvCxnSpPr>
            <p:spPr bwMode="auto">
              <a:xfrm>
                <a:off x="3522493" y="3390901"/>
                <a:ext cx="363707" cy="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83" name="Straight Arrow Connector 17">
                <a:extLst>
                  <a:ext uri="{FF2B5EF4-FFF2-40B4-BE49-F238E27FC236}">
                    <a16:creationId xmlns:a16="http://schemas.microsoft.com/office/drawing/2014/main" id="{79FC4EA7-17EC-F640-A9A9-4B63D8A3CFB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05200" y="4267200"/>
                <a:ext cx="363707" cy="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84" name="Straight Arrow Connector 18">
                <a:extLst>
                  <a:ext uri="{FF2B5EF4-FFF2-40B4-BE49-F238E27FC236}">
                    <a16:creationId xmlns:a16="http://schemas.microsoft.com/office/drawing/2014/main" id="{84ACAAFF-2227-0640-8373-69C9CFC32DA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41693" y="4267200"/>
                <a:ext cx="363707" cy="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85" name="Straight Arrow Connector 19">
                <a:extLst>
                  <a:ext uri="{FF2B5EF4-FFF2-40B4-BE49-F238E27FC236}">
                    <a16:creationId xmlns:a16="http://schemas.microsoft.com/office/drawing/2014/main" id="{324DAB86-2499-0341-B4AE-BEB794574B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24400" y="5105400"/>
                <a:ext cx="363707" cy="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286" name="Right Arrow 20">
                <a:extLst>
                  <a:ext uri="{FF2B5EF4-FFF2-40B4-BE49-F238E27FC236}">
                    <a16:creationId xmlns:a16="http://schemas.microsoft.com/office/drawing/2014/main" id="{C23BC6E6-3AFC-2D43-B860-FA46A1B7E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999" y="3200400"/>
                <a:ext cx="1160293" cy="304800"/>
              </a:xfrm>
              <a:prstGeom prst="rightArrow">
                <a:avLst>
                  <a:gd name="adj1" fmla="val 50000"/>
                  <a:gd name="adj2" fmla="val 49999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1287" name="Right Arrow 21">
                <a:extLst>
                  <a:ext uri="{FF2B5EF4-FFF2-40B4-BE49-F238E27FC236}">
                    <a16:creationId xmlns:a16="http://schemas.microsoft.com/office/drawing/2014/main" id="{1AA1C739-E74E-F64D-8C08-0BF3E8D992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6707" y="4038600"/>
                <a:ext cx="1160293" cy="304800"/>
              </a:xfrm>
              <a:prstGeom prst="rightArrow">
                <a:avLst>
                  <a:gd name="adj1" fmla="val 50000"/>
                  <a:gd name="adj2" fmla="val 49999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11288" name="Right Arrow 22">
                <a:extLst>
                  <a:ext uri="{FF2B5EF4-FFF2-40B4-BE49-F238E27FC236}">
                    <a16:creationId xmlns:a16="http://schemas.microsoft.com/office/drawing/2014/main" id="{237A58BD-8207-164B-AB11-8CC680D5C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3600" y="4953000"/>
                <a:ext cx="1160293" cy="304800"/>
              </a:xfrm>
              <a:prstGeom prst="rightArrow">
                <a:avLst>
                  <a:gd name="adj1" fmla="val 50000"/>
                  <a:gd name="adj2" fmla="val 49999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cxnSp>
            <p:nvCxnSpPr>
              <p:cNvPr id="11289" name="Straight Arrow Connector 23">
                <a:extLst>
                  <a:ext uri="{FF2B5EF4-FFF2-40B4-BE49-F238E27FC236}">
                    <a16:creationId xmlns:a16="http://schemas.microsoft.com/office/drawing/2014/main" id="{9BC232F9-F0FA-BA41-B7FE-A0A2E0E9B8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5380746" y="4677654"/>
                <a:ext cx="363707" cy="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90" name="Straight Arrow Connector 24">
                <a:extLst>
                  <a:ext uri="{FF2B5EF4-FFF2-40B4-BE49-F238E27FC236}">
                    <a16:creationId xmlns:a16="http://schemas.microsoft.com/office/drawing/2014/main" id="{EF49DDA3-98F0-A245-B52D-CD2E7B0C32B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4085347" y="4677654"/>
                <a:ext cx="363707" cy="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91" name="Straight Arrow Connector 25">
                <a:extLst>
                  <a:ext uri="{FF2B5EF4-FFF2-40B4-BE49-F238E27FC236}">
                    <a16:creationId xmlns:a16="http://schemas.microsoft.com/office/drawing/2014/main" id="{0E10081E-DEDE-D24C-A130-D0BC8AD9982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562599" y="3350400"/>
                <a:ext cx="2" cy="61200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92" name="Straight Arrow Connector 26">
                <a:extLst>
                  <a:ext uri="{FF2B5EF4-FFF2-40B4-BE49-F238E27FC236}">
                    <a16:creationId xmlns:a16="http://schemas.microsoft.com/office/drawing/2014/main" id="{F88832DA-1CCC-A04F-939A-29A1FEEEB0A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24399" y="3352800"/>
                <a:ext cx="828000" cy="0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293" name="Rectangle 29">
                <a:extLst>
                  <a:ext uri="{FF2B5EF4-FFF2-40B4-BE49-F238E27FC236}">
                    <a16:creationId xmlns:a16="http://schemas.microsoft.com/office/drawing/2014/main" id="{503A2276-0E2B-D441-8594-323BC33EB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3367" y="4481015"/>
                <a:ext cx="884858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ct val="97000"/>
                  </a:lnSpc>
                  <a:spcAft>
                    <a:spcPts val="142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1pPr>
                <a:lvl2pPr>
                  <a:lnSpc>
                    <a:spcPct val="97000"/>
                  </a:lnSpc>
                  <a:spcAft>
                    <a:spcPts val="113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2pPr>
                <a:lvl3pPr>
                  <a:lnSpc>
                    <a:spcPct val="97000"/>
                  </a:lnSpc>
                  <a:spcAft>
                    <a:spcPts val="85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3pPr>
                <a:lvl4pPr>
                  <a:lnSpc>
                    <a:spcPct val="97000"/>
                  </a:lnSpc>
                  <a:spcAft>
                    <a:spcPts val="575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4pPr>
                <a:lvl5pPr>
                  <a:lnSpc>
                    <a:spcPct val="97000"/>
                  </a:lnSpc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5pPr>
                <a:lvl6pPr marL="25146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6pPr>
                <a:lvl7pPr marL="29718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7pPr>
                <a:lvl8pPr marL="34290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8pPr>
                <a:lvl9pPr marL="3886200" indent="-228600" defTabSz="449263" eaLnBrk="0" fontAlgn="base" hangingPunct="0">
                  <a:lnSpc>
                    <a:spcPct val="97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Frutiger LT Com 55 Roman" pitchFamily="1" charset="0"/>
                    <a:ea typeface="DejaVu Sans" pitchFamily="34" charset="0"/>
                    <a:cs typeface="DejaVu Sans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b="1">
                    <a:latin typeface="Myriad Roman" charset="0"/>
                  </a:rPr>
                  <a:t>Outputs</a:t>
                </a:r>
                <a:endParaRPr lang="en-US" altLang="en-US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" name="Rectangle 29">
            <a:extLst>
              <a:ext uri="{FF2B5EF4-FFF2-40B4-BE49-F238E27FC236}">
                <a16:creationId xmlns:a16="http://schemas.microsoft.com/office/drawing/2014/main" id="{983B8579-6B39-4B46-BCC3-0F2905140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5313363"/>
            <a:ext cx="89693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+mn-lt"/>
                <a:ea typeface="+mn-ea"/>
                <a:cs typeface="+mn-cs"/>
              </a:rPr>
              <a:t>low-level</a:t>
            </a: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dirty="0">
                <a:latin typeface="+mn-lt"/>
                <a:ea typeface="+mn-ea"/>
                <a:cs typeface="+mn-cs"/>
              </a:rPr>
              <a:t>modules</a:t>
            </a:r>
          </a:p>
        </p:txBody>
      </p:sp>
      <p:sp>
        <p:nvSpPr>
          <p:cNvPr id="11270" name="Text Box 3">
            <a:extLst>
              <a:ext uri="{FF2B5EF4-FFF2-40B4-BE49-F238E27FC236}">
                <a16:creationId xmlns:a16="http://schemas.microsoft.com/office/drawing/2014/main" id="{F8D3B277-90C3-D94A-BBD1-67BD339D2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99"/>
    </mc:Choice>
    <mc:Fallback xmlns="">
      <p:transition spd="slow" advTm="2909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A641ECC9-34F1-5F49-81A5-DB2B3A935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hangingPunct="1">
              <a:lnSpc>
                <a:spcPct val="100000"/>
              </a:lnSpc>
              <a:spcAft>
                <a:spcPct val="0"/>
              </a:spcAft>
            </a:pPr>
            <a:fld id="{AB2B66FF-99DE-A344-A96E-03A1CC7CDD68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 hangingPunct="1">
                <a:lnSpc>
                  <a:spcPct val="100000"/>
                </a:lnSpc>
                <a:spcAft>
                  <a:spcPct val="0"/>
                </a:spcAft>
              </a:pPr>
              <a:t>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669660-109B-D24C-BA8E-D6C7C6952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908175"/>
            <a:ext cx="5749925" cy="4481513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  <a:defRPr/>
            </a:pPr>
            <a:r>
              <a:rPr lang="en-US" altLang="en-US" b="1" kern="1200" dirty="0">
                <a:latin typeface="TTE1F17478t00" charset="0"/>
              </a:rPr>
              <a:t>Example </a:t>
            </a:r>
          </a:p>
          <a:p>
            <a:pPr lvl="1">
              <a:lnSpc>
                <a:spcPct val="100000"/>
              </a:lnSpc>
              <a:spcAft>
                <a:spcPct val="40000"/>
              </a:spcAft>
              <a:buClr>
                <a:schemeClr val="bg2">
                  <a:lumMod val="60000"/>
                  <a:lumOff val="40000"/>
                </a:schemeClr>
              </a:buClr>
              <a:buSzTx/>
              <a:buFont typeface="Wingdings" pitchFamily="2" charset="2"/>
              <a:buChar char="n"/>
              <a:defRPr/>
            </a:pPr>
            <a:r>
              <a:rPr lang="en-US" altLang="en-US" b="1" kern="1200" dirty="0">
                <a:latin typeface="TTE1F17478t00" charset="0"/>
              </a:rPr>
              <a:t>Component Declaration</a:t>
            </a:r>
          </a:p>
          <a:p>
            <a:pPr marL="457200" lvl="1" indent="0">
              <a:lnSpc>
                <a:spcPct val="100000"/>
              </a:lnSpc>
              <a:spcAft>
                <a:spcPct val="40000"/>
              </a:spcAft>
              <a:buClr>
                <a:schemeClr val="bg2"/>
              </a:buClr>
              <a:buSzTx/>
              <a:defRPr/>
            </a:pPr>
            <a:endParaRPr lang="en-US" altLang="en-US" b="1" kern="1200" dirty="0">
              <a:latin typeface="TTE1F17478t00" charset="0"/>
            </a:endParaRPr>
          </a:p>
          <a:p>
            <a:pPr marL="457200" lvl="1" indent="0">
              <a:lnSpc>
                <a:spcPct val="100000"/>
              </a:lnSpc>
              <a:spcAft>
                <a:spcPct val="40000"/>
              </a:spcAft>
              <a:buClr>
                <a:schemeClr val="bg2">
                  <a:lumMod val="60000"/>
                  <a:lumOff val="40000"/>
                </a:schemeClr>
              </a:buClr>
              <a:buSzTx/>
              <a:defRPr/>
            </a:pPr>
            <a:endParaRPr lang="en-US" altLang="en-US" b="1" kern="1200" dirty="0">
              <a:latin typeface="TTE1F17478t00" charset="0"/>
            </a:endParaRPr>
          </a:p>
          <a:p>
            <a:pPr marL="457200" lvl="1" indent="0">
              <a:lnSpc>
                <a:spcPct val="100000"/>
              </a:lnSpc>
              <a:spcAft>
                <a:spcPct val="40000"/>
              </a:spcAft>
              <a:buClr>
                <a:schemeClr val="bg2">
                  <a:lumMod val="60000"/>
                  <a:lumOff val="40000"/>
                </a:schemeClr>
              </a:buClr>
              <a:buSzTx/>
              <a:defRPr/>
            </a:pPr>
            <a:endParaRPr lang="en-US" altLang="en-US" b="1" kern="1200" dirty="0">
              <a:latin typeface="TTE1F17478t00" charset="0"/>
            </a:endParaRPr>
          </a:p>
          <a:p>
            <a:pPr lvl="1">
              <a:lnSpc>
                <a:spcPct val="100000"/>
              </a:lnSpc>
              <a:spcAft>
                <a:spcPct val="40000"/>
              </a:spcAft>
              <a:buClr>
                <a:schemeClr val="bg2">
                  <a:lumMod val="60000"/>
                  <a:lumOff val="40000"/>
                </a:schemeClr>
              </a:buClr>
              <a:buSzTx/>
              <a:buFont typeface="Wingdings" pitchFamily="2" charset="2"/>
              <a:buChar char="n"/>
              <a:defRPr/>
            </a:pPr>
            <a:r>
              <a:rPr lang="en-US" altLang="en-US" b="1" kern="1200" dirty="0">
                <a:latin typeface="TTE1F17478t00" charset="0"/>
              </a:rPr>
              <a:t>Component Instantiation</a:t>
            </a:r>
          </a:p>
          <a:p>
            <a:pPr lvl="2">
              <a:lnSpc>
                <a:spcPct val="100000"/>
              </a:lnSpc>
              <a:spcAft>
                <a:spcPct val="40000"/>
              </a:spcAft>
              <a:buClr>
                <a:schemeClr val="bg2">
                  <a:lumMod val="60000"/>
                  <a:lumOff val="40000"/>
                </a:schemeClr>
              </a:buClr>
              <a:buSzTx/>
              <a:buFont typeface="Wingdings" pitchFamily="2" charset="2"/>
              <a:buChar char="n"/>
              <a:defRPr/>
            </a:pPr>
            <a:r>
              <a:rPr lang="en-US" altLang="en-US" b="1" kern="1200" dirty="0">
                <a:latin typeface="TTE1F17478t00" charset="0"/>
              </a:rPr>
              <a:t> </a:t>
            </a:r>
            <a:r>
              <a:rPr lang="en-GB" sz="1600" dirty="0"/>
              <a:t>Using a module in another top-level.</a:t>
            </a:r>
            <a:endParaRPr lang="en-US" altLang="en-US" sz="1600" dirty="0"/>
          </a:p>
          <a:p>
            <a:pPr lvl="2">
              <a:lnSpc>
                <a:spcPct val="100000"/>
              </a:lnSpc>
              <a:spcAft>
                <a:spcPct val="40000"/>
              </a:spcAft>
              <a:buClr>
                <a:schemeClr val="bg2">
                  <a:lumMod val="60000"/>
                  <a:lumOff val="40000"/>
                </a:schemeClr>
              </a:buClr>
              <a:buSzTx/>
              <a:buFont typeface="Wingdings" pitchFamily="2" charset="2"/>
              <a:buChar char="n"/>
              <a:defRPr/>
            </a:pPr>
            <a:r>
              <a:rPr lang="en-GB" altLang="en-US" sz="1600" dirty="0"/>
              <a:t>Label to identify unique instance of component. </a:t>
            </a:r>
          </a:p>
          <a:p>
            <a:pPr lvl="2">
              <a:lnSpc>
                <a:spcPct val="100000"/>
              </a:lnSpc>
              <a:spcAft>
                <a:spcPct val="40000"/>
              </a:spcAft>
              <a:buClr>
                <a:schemeClr val="bg2">
                  <a:lumMod val="60000"/>
                  <a:lumOff val="40000"/>
                </a:schemeClr>
              </a:buClr>
              <a:buSzTx/>
              <a:buFont typeface="Wingdings" pitchFamily="2" charset="2"/>
              <a:buChar char="n"/>
              <a:defRPr/>
            </a:pPr>
            <a:r>
              <a:rPr lang="en-GB" altLang="en-US" sz="1600" dirty="0"/>
              <a:t>Component type to select the desired declared component.</a:t>
            </a:r>
          </a:p>
          <a:p>
            <a:pPr lvl="2">
              <a:lnSpc>
                <a:spcPct val="100000"/>
              </a:lnSpc>
              <a:spcAft>
                <a:spcPct val="40000"/>
              </a:spcAft>
              <a:buClr>
                <a:schemeClr val="bg2">
                  <a:lumMod val="60000"/>
                  <a:lumOff val="40000"/>
                </a:schemeClr>
              </a:buClr>
              <a:buSzTx/>
              <a:buFont typeface="Wingdings" pitchFamily="2" charset="2"/>
              <a:buChar char="n"/>
              <a:defRPr/>
            </a:pPr>
            <a:r>
              <a:rPr lang="en-GB" altLang="en-US" sz="1600" dirty="0"/>
              <a:t>Port map to connect ports of components of sub-modules to that of top-level design.</a:t>
            </a:r>
          </a:p>
        </p:txBody>
      </p:sp>
      <p:sp>
        <p:nvSpPr>
          <p:cNvPr id="12292" name="Rectangle 17">
            <a:extLst>
              <a:ext uri="{FF2B5EF4-FFF2-40B4-BE49-F238E27FC236}">
                <a16:creationId xmlns:a16="http://schemas.microsoft.com/office/drawing/2014/main" id="{06FBBED1-8CF4-ED4D-BF4F-1E3B5FCB4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2079625"/>
            <a:ext cx="1844675" cy="1438275"/>
          </a:xfrm>
          <a:prstGeom prst="rect">
            <a:avLst/>
          </a:prstGeom>
          <a:noFill/>
          <a:ln w="14288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3" name="Line 18">
            <a:extLst>
              <a:ext uri="{FF2B5EF4-FFF2-40B4-BE49-F238E27FC236}">
                <a16:creationId xmlns:a16="http://schemas.microsoft.com/office/drawing/2014/main" id="{7A52666A-C23B-C142-AA2A-BEC0E1419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3738" y="2889250"/>
            <a:ext cx="382587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4" name="Line 19">
            <a:extLst>
              <a:ext uri="{FF2B5EF4-FFF2-40B4-BE49-F238E27FC236}">
                <a16:creationId xmlns:a16="http://schemas.microsoft.com/office/drawing/2014/main" id="{2F3DFC35-1840-F649-90BE-4C3C2B536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5850" y="3024188"/>
            <a:ext cx="268288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5" name="Line 20">
            <a:extLst>
              <a:ext uri="{FF2B5EF4-FFF2-40B4-BE49-F238E27FC236}">
                <a16:creationId xmlns:a16="http://schemas.microsoft.com/office/drawing/2014/main" id="{2CE19514-AA63-F74C-89F2-1753E8694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5238" y="2889250"/>
            <a:ext cx="623887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6" name="Line 21">
            <a:extLst>
              <a:ext uri="{FF2B5EF4-FFF2-40B4-BE49-F238E27FC236}">
                <a16:creationId xmlns:a16="http://schemas.microsoft.com/office/drawing/2014/main" id="{0CB9A8E5-400A-6B47-BF00-1395C2531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5238" y="3152775"/>
            <a:ext cx="623887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7" name="Freeform 22">
            <a:extLst>
              <a:ext uri="{FF2B5EF4-FFF2-40B4-BE49-F238E27FC236}">
                <a16:creationId xmlns:a16="http://schemas.microsoft.com/office/drawing/2014/main" id="{6E9BBF8B-C3A8-8C43-AC7E-4791E13FBF7E}"/>
              </a:ext>
            </a:extLst>
          </p:cNvPr>
          <p:cNvSpPr>
            <a:spLocks/>
          </p:cNvSpPr>
          <p:nvPr/>
        </p:nvSpPr>
        <p:spPr bwMode="auto">
          <a:xfrm>
            <a:off x="7356475" y="2413000"/>
            <a:ext cx="347663" cy="342900"/>
          </a:xfrm>
          <a:custGeom>
            <a:avLst/>
            <a:gdLst>
              <a:gd name="T0" fmla="*/ 0 w 219"/>
              <a:gd name="T1" fmla="*/ 0 h 216"/>
              <a:gd name="T2" fmla="*/ 2147483646 w 219"/>
              <a:gd name="T3" fmla="*/ 0 h 216"/>
              <a:gd name="T4" fmla="*/ 2147483646 w 219"/>
              <a:gd name="T5" fmla="*/ 2147483646 h 216"/>
              <a:gd name="T6" fmla="*/ 2147483646 w 219"/>
              <a:gd name="T7" fmla="*/ 2147483646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219"/>
              <a:gd name="T13" fmla="*/ 0 h 216"/>
              <a:gd name="T14" fmla="*/ 219 w 219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9" h="216">
                <a:moveTo>
                  <a:pt x="0" y="0"/>
                </a:moveTo>
                <a:lnTo>
                  <a:pt x="97" y="0"/>
                </a:lnTo>
                <a:lnTo>
                  <a:pt x="97" y="216"/>
                </a:lnTo>
                <a:lnTo>
                  <a:pt x="219" y="216"/>
                </a:lnTo>
              </a:path>
            </a:pathLst>
          </a:cu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8" name="Line 23">
            <a:extLst>
              <a:ext uri="{FF2B5EF4-FFF2-40B4-BE49-F238E27FC236}">
                <a16:creationId xmlns:a16="http://schemas.microsoft.com/office/drawing/2014/main" id="{9245CE6C-DB0E-B340-B73E-04A423A51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413000"/>
            <a:ext cx="630238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299" name="Rectangle 30">
            <a:extLst>
              <a:ext uri="{FF2B5EF4-FFF2-40B4-BE49-F238E27FC236}">
                <a16:creationId xmlns:a16="http://schemas.microsoft.com/office/drawing/2014/main" id="{D4E87764-CF67-CC4D-AC2E-B45EAE6E8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2227263"/>
            <a:ext cx="730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c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0" name="Rectangle 31">
            <a:extLst>
              <a:ext uri="{FF2B5EF4-FFF2-40B4-BE49-F238E27FC236}">
                <a16:creationId xmlns:a16="http://schemas.microsoft.com/office/drawing/2014/main" id="{087BEB39-377C-E64F-B7CA-436C09CB7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5" y="2700338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h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1" name="Rectangle 32">
            <a:extLst>
              <a:ext uri="{FF2B5EF4-FFF2-40B4-BE49-F238E27FC236}">
                <a16:creationId xmlns:a16="http://schemas.microsoft.com/office/drawing/2014/main" id="{EACAEE97-E962-5E46-A265-30678916B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538" y="2944813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p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2" name="Rectangle 33">
            <a:extLst>
              <a:ext uri="{FF2B5EF4-FFF2-40B4-BE49-F238E27FC236}">
                <a16:creationId xmlns:a16="http://schemas.microsoft.com/office/drawing/2014/main" id="{BB51994F-0DD7-6E49-906D-C89E288B1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8700" y="2667000"/>
            <a:ext cx="555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f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3" name="Freeform 34">
            <a:extLst>
              <a:ext uri="{FF2B5EF4-FFF2-40B4-BE49-F238E27FC236}">
                <a16:creationId xmlns:a16="http://schemas.microsoft.com/office/drawing/2014/main" id="{1F6BDE07-97B1-B046-85C6-3AA3A003EBCE}"/>
              </a:ext>
            </a:extLst>
          </p:cNvPr>
          <p:cNvSpPr>
            <a:spLocks/>
          </p:cNvSpPr>
          <p:nvPr/>
        </p:nvSpPr>
        <p:spPr bwMode="auto">
          <a:xfrm>
            <a:off x="6900863" y="2760663"/>
            <a:ext cx="534987" cy="525462"/>
          </a:xfrm>
          <a:custGeom>
            <a:avLst/>
            <a:gdLst>
              <a:gd name="T0" fmla="*/ 2147483646 w 108"/>
              <a:gd name="T1" fmla="*/ 2147483646 h 106"/>
              <a:gd name="T2" fmla="*/ 0 w 108"/>
              <a:gd name="T3" fmla="*/ 2147483646 h 106"/>
              <a:gd name="T4" fmla="*/ 2147483646 w 108"/>
              <a:gd name="T5" fmla="*/ 2147483646 h 106"/>
              <a:gd name="T6" fmla="*/ 2147483646 w 108"/>
              <a:gd name="T7" fmla="*/ 2147483646 h 106"/>
              <a:gd name="T8" fmla="*/ 0 w 108"/>
              <a:gd name="T9" fmla="*/ 0 h 106"/>
              <a:gd name="T10" fmla="*/ 2147483646 w 108"/>
              <a:gd name="T11" fmla="*/ 2147483646 h 10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8"/>
              <a:gd name="T19" fmla="*/ 0 h 106"/>
              <a:gd name="T20" fmla="*/ 108 w 108"/>
              <a:gd name="T21" fmla="*/ 106 h 10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8" h="106">
                <a:moveTo>
                  <a:pt x="108" y="53"/>
                </a:moveTo>
                <a:cubicBezTo>
                  <a:pt x="108" y="53"/>
                  <a:pt x="83" y="106"/>
                  <a:pt x="0" y="106"/>
                </a:cubicBezTo>
                <a:cubicBezTo>
                  <a:pt x="0" y="106"/>
                  <a:pt x="17" y="101"/>
                  <a:pt x="17" y="54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"/>
                  <a:pt x="0" y="0"/>
                  <a:pt x="0" y="0"/>
                </a:cubicBezTo>
                <a:cubicBezTo>
                  <a:pt x="83" y="0"/>
                  <a:pt x="108" y="53"/>
                  <a:pt x="108" y="53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04" name="Freeform 35">
            <a:extLst>
              <a:ext uri="{FF2B5EF4-FFF2-40B4-BE49-F238E27FC236}">
                <a16:creationId xmlns:a16="http://schemas.microsoft.com/office/drawing/2014/main" id="{8A60EE38-5384-0B46-AFDA-E896419E75A5}"/>
              </a:ext>
            </a:extLst>
          </p:cNvPr>
          <p:cNvSpPr>
            <a:spLocks/>
          </p:cNvSpPr>
          <p:nvPr/>
        </p:nvSpPr>
        <p:spPr bwMode="auto">
          <a:xfrm>
            <a:off x="6954838" y="2209800"/>
            <a:ext cx="322262" cy="411163"/>
          </a:xfrm>
          <a:custGeom>
            <a:avLst/>
            <a:gdLst>
              <a:gd name="T0" fmla="*/ 0 w 203"/>
              <a:gd name="T1" fmla="*/ 2147483646 h 259"/>
              <a:gd name="T2" fmla="*/ 2147483646 w 203"/>
              <a:gd name="T3" fmla="*/ 2147483646 h 259"/>
              <a:gd name="T4" fmla="*/ 0 w 203"/>
              <a:gd name="T5" fmla="*/ 0 h 259"/>
              <a:gd name="T6" fmla="*/ 0 w 203"/>
              <a:gd name="T7" fmla="*/ 2147483646 h 259"/>
              <a:gd name="T8" fmla="*/ 0 60000 65536"/>
              <a:gd name="T9" fmla="*/ 0 60000 65536"/>
              <a:gd name="T10" fmla="*/ 0 60000 65536"/>
              <a:gd name="T11" fmla="*/ 0 60000 65536"/>
              <a:gd name="T12" fmla="*/ 0 w 203"/>
              <a:gd name="T13" fmla="*/ 0 h 259"/>
              <a:gd name="T14" fmla="*/ 203 w 203"/>
              <a:gd name="T15" fmla="*/ 259 h 2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3" h="259">
                <a:moveTo>
                  <a:pt x="0" y="259"/>
                </a:moveTo>
                <a:lnTo>
                  <a:pt x="203" y="128"/>
                </a:lnTo>
                <a:lnTo>
                  <a:pt x="0" y="0"/>
                </a:lnTo>
                <a:lnTo>
                  <a:pt x="0" y="259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05" name="Oval 36">
            <a:extLst>
              <a:ext uri="{FF2B5EF4-FFF2-40B4-BE49-F238E27FC236}">
                <a16:creationId xmlns:a16="http://schemas.microsoft.com/office/drawing/2014/main" id="{1CF181BE-810B-FD44-90C7-55A67C32E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863" y="2373313"/>
            <a:ext cx="74612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6" name="Freeform 37">
            <a:extLst>
              <a:ext uri="{FF2B5EF4-FFF2-40B4-BE49-F238E27FC236}">
                <a16:creationId xmlns:a16="http://schemas.microsoft.com/office/drawing/2014/main" id="{93190548-F8BD-5840-BB40-A99CD5BE5598}"/>
              </a:ext>
            </a:extLst>
          </p:cNvPr>
          <p:cNvSpPr>
            <a:spLocks/>
          </p:cNvSpPr>
          <p:nvPr/>
        </p:nvSpPr>
        <p:spPr bwMode="auto">
          <a:xfrm>
            <a:off x="7704138" y="2627313"/>
            <a:ext cx="609600" cy="530225"/>
          </a:xfrm>
          <a:custGeom>
            <a:avLst/>
            <a:gdLst>
              <a:gd name="T0" fmla="*/ 0 w 123"/>
              <a:gd name="T1" fmla="*/ 2147483646 h 107"/>
              <a:gd name="T2" fmla="*/ 2147483646 w 123"/>
              <a:gd name="T3" fmla="*/ 2147483646 h 107"/>
              <a:gd name="T4" fmla="*/ 2147483646 w 123"/>
              <a:gd name="T5" fmla="*/ 2147483646 h 107"/>
              <a:gd name="T6" fmla="*/ 2147483646 w 123"/>
              <a:gd name="T7" fmla="*/ 0 h 107"/>
              <a:gd name="T8" fmla="*/ 0 w 123"/>
              <a:gd name="T9" fmla="*/ 0 h 107"/>
              <a:gd name="T10" fmla="*/ 0 w 123"/>
              <a:gd name="T11" fmla="*/ 2147483646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3"/>
              <a:gd name="T19" fmla="*/ 0 h 107"/>
              <a:gd name="T20" fmla="*/ 123 w 123"/>
              <a:gd name="T21" fmla="*/ 107 h 10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3" h="107">
                <a:moveTo>
                  <a:pt x="0" y="107"/>
                </a:moveTo>
                <a:cubicBezTo>
                  <a:pt x="69" y="107"/>
                  <a:pt x="69" y="107"/>
                  <a:pt x="69" y="107"/>
                </a:cubicBezTo>
                <a:cubicBezTo>
                  <a:pt x="99" y="107"/>
                  <a:pt x="123" y="83"/>
                  <a:pt x="123" y="54"/>
                </a:cubicBezTo>
                <a:cubicBezTo>
                  <a:pt x="123" y="24"/>
                  <a:pt x="99" y="0"/>
                  <a:pt x="6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7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07" name="AutoShape 2">
            <a:extLst>
              <a:ext uri="{FF2B5EF4-FFF2-40B4-BE49-F238E27FC236}">
                <a16:creationId xmlns:a16="http://schemas.microsoft.com/office/drawing/2014/main" id="{2162D040-9E31-0149-8BE1-8B5F19699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>
                <a:latin typeface="Frutiger LT Com 45 Light" charset="0"/>
              </a:rPr>
              <a:t>Using Sub-circuits</a:t>
            </a:r>
            <a:endParaRPr lang="de-DE" altLang="en-US" sz="3200" b="1">
              <a:latin typeface="Frutiger LT Com 45 Light" charset="0"/>
            </a:endParaRPr>
          </a:p>
        </p:txBody>
      </p:sp>
      <p:sp>
        <p:nvSpPr>
          <p:cNvPr id="12308" name="Rectangle 29">
            <a:extLst>
              <a:ext uri="{FF2B5EF4-FFF2-40B4-BE49-F238E27FC236}">
                <a16:creationId xmlns:a16="http://schemas.microsoft.com/office/drawing/2014/main" id="{712A9649-21CD-B745-9113-55DB2A2AD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752600"/>
            <a:ext cx="17446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Myriad Roman" charset="0"/>
              </a:rPr>
              <a:t>Top-level module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9" name="Rectangle 29">
            <a:extLst>
              <a:ext uri="{FF2B5EF4-FFF2-40B4-BE49-F238E27FC236}">
                <a16:creationId xmlns:a16="http://schemas.microsoft.com/office/drawing/2014/main" id="{59BD96B6-C102-F747-BD2B-0834CBDD9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925" y="2193925"/>
            <a:ext cx="1984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defTabSz="914400"/>
            <a:r>
              <a:rPr lang="en-US" altLang="en-US" sz="1400">
                <a:solidFill>
                  <a:srgbClr val="000000"/>
                </a:solidFill>
                <a:latin typeface="Helvetica" pitchFamily="2" charset="0"/>
              </a:rPr>
              <a:t>n1</a:t>
            </a:r>
            <a:endParaRPr lang="en-US" altLang="en-US" sz="1400"/>
          </a:p>
        </p:txBody>
      </p:sp>
      <p:sp>
        <p:nvSpPr>
          <p:cNvPr id="12310" name="Rectangle 29">
            <a:extLst>
              <a:ext uri="{FF2B5EF4-FFF2-40B4-BE49-F238E27FC236}">
                <a16:creationId xmlns:a16="http://schemas.microsoft.com/office/drawing/2014/main" id="{71E2EBF3-33A1-F545-9ADE-8FB0D135F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2675" y="3135313"/>
            <a:ext cx="1984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defTabSz="914400"/>
            <a:r>
              <a:rPr lang="en-US" altLang="en-US" sz="1400">
                <a:solidFill>
                  <a:srgbClr val="000000"/>
                </a:solidFill>
                <a:latin typeface="Helvetica" pitchFamily="2" charset="0"/>
              </a:rPr>
              <a:t>n2</a:t>
            </a:r>
            <a:endParaRPr lang="en-US" altLang="en-US" sz="1400"/>
          </a:p>
        </p:txBody>
      </p:sp>
      <p:sp>
        <p:nvSpPr>
          <p:cNvPr id="12311" name="Freeform 40">
            <a:extLst>
              <a:ext uri="{FF2B5EF4-FFF2-40B4-BE49-F238E27FC236}">
                <a16:creationId xmlns:a16="http://schemas.microsoft.com/office/drawing/2014/main" id="{10276B30-716D-3042-AB4A-900D5AFB0A7C}"/>
              </a:ext>
            </a:extLst>
          </p:cNvPr>
          <p:cNvSpPr>
            <a:spLocks/>
          </p:cNvSpPr>
          <p:nvPr/>
        </p:nvSpPr>
        <p:spPr bwMode="auto">
          <a:xfrm>
            <a:off x="1371600" y="2819400"/>
            <a:ext cx="534988" cy="525463"/>
          </a:xfrm>
          <a:custGeom>
            <a:avLst/>
            <a:gdLst>
              <a:gd name="T0" fmla="*/ 2147483646 w 108"/>
              <a:gd name="T1" fmla="*/ 2147483646 h 106"/>
              <a:gd name="T2" fmla="*/ 0 w 108"/>
              <a:gd name="T3" fmla="*/ 2147483646 h 106"/>
              <a:gd name="T4" fmla="*/ 2147483646 w 108"/>
              <a:gd name="T5" fmla="*/ 2147483646 h 106"/>
              <a:gd name="T6" fmla="*/ 2147483646 w 108"/>
              <a:gd name="T7" fmla="*/ 2147483646 h 106"/>
              <a:gd name="T8" fmla="*/ 0 w 108"/>
              <a:gd name="T9" fmla="*/ 0 h 106"/>
              <a:gd name="T10" fmla="*/ 2147483646 w 108"/>
              <a:gd name="T11" fmla="*/ 2147483646 h 10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8"/>
              <a:gd name="T19" fmla="*/ 0 h 106"/>
              <a:gd name="T20" fmla="*/ 108 w 108"/>
              <a:gd name="T21" fmla="*/ 106 h 10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8" h="106">
                <a:moveTo>
                  <a:pt x="108" y="53"/>
                </a:moveTo>
                <a:cubicBezTo>
                  <a:pt x="108" y="53"/>
                  <a:pt x="83" y="106"/>
                  <a:pt x="0" y="106"/>
                </a:cubicBezTo>
                <a:cubicBezTo>
                  <a:pt x="0" y="106"/>
                  <a:pt x="17" y="101"/>
                  <a:pt x="17" y="54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"/>
                  <a:pt x="0" y="0"/>
                  <a:pt x="0" y="0"/>
                </a:cubicBezTo>
                <a:cubicBezTo>
                  <a:pt x="83" y="0"/>
                  <a:pt x="108" y="53"/>
                  <a:pt x="108" y="53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12" name="Line 23">
            <a:extLst>
              <a:ext uri="{FF2B5EF4-FFF2-40B4-BE49-F238E27FC236}">
                <a16:creationId xmlns:a16="http://schemas.microsoft.com/office/drawing/2014/main" id="{DAD91F90-8FDB-6A40-87FE-447D82D3B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932113"/>
            <a:ext cx="360363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13" name="Line 23">
            <a:extLst>
              <a:ext uri="{FF2B5EF4-FFF2-40B4-BE49-F238E27FC236}">
                <a16:creationId xmlns:a16="http://schemas.microsoft.com/office/drawing/2014/main" id="{EADC64F6-D5B3-4B48-A6CB-524D34AB4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236913"/>
            <a:ext cx="360363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14" name="Line 23">
            <a:extLst>
              <a:ext uri="{FF2B5EF4-FFF2-40B4-BE49-F238E27FC236}">
                <a16:creationId xmlns:a16="http://schemas.microsoft.com/office/drawing/2014/main" id="{F64C69CB-8485-554B-9B22-1DF1B7CD6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084513"/>
            <a:ext cx="360363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15" name="Text Box 46">
            <a:extLst>
              <a:ext uri="{FF2B5EF4-FFF2-40B4-BE49-F238E27FC236}">
                <a16:creationId xmlns:a16="http://schemas.microsoft.com/office/drawing/2014/main" id="{B7A6C206-8C77-1847-B84A-8EDEC49FF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3319463"/>
            <a:ext cx="5715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OR2</a:t>
            </a:r>
          </a:p>
        </p:txBody>
      </p:sp>
      <p:sp>
        <p:nvSpPr>
          <p:cNvPr id="12316" name="Rectangle 30">
            <a:extLst>
              <a:ext uri="{FF2B5EF4-FFF2-40B4-BE49-F238E27FC236}">
                <a16:creationId xmlns:a16="http://schemas.microsoft.com/office/drawing/2014/main" id="{F69BDF67-4E88-EA42-AA12-37C618AC5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2697163"/>
            <a:ext cx="825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x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7" name="Rectangle 30">
            <a:extLst>
              <a:ext uri="{FF2B5EF4-FFF2-40B4-BE49-F238E27FC236}">
                <a16:creationId xmlns:a16="http://schemas.microsoft.com/office/drawing/2014/main" id="{A1DE3880-92C1-B945-9B35-8F25A375F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3001963"/>
            <a:ext cx="825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y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8" name="Rectangle 30">
            <a:extLst>
              <a:ext uri="{FF2B5EF4-FFF2-40B4-BE49-F238E27FC236}">
                <a16:creationId xmlns:a16="http://schemas.microsoft.com/office/drawing/2014/main" id="{DE17CEE6-AB14-2143-83D7-C7A4E9E39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150" y="2849563"/>
            <a:ext cx="1016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F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9" name="Line 23">
            <a:extLst>
              <a:ext uri="{FF2B5EF4-FFF2-40B4-BE49-F238E27FC236}">
                <a16:creationId xmlns:a16="http://schemas.microsoft.com/office/drawing/2014/main" id="{C02D4D59-47E8-0248-AE79-BF2D0E1702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105150"/>
            <a:ext cx="323850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0" name="Freeform 35">
            <a:extLst>
              <a:ext uri="{FF2B5EF4-FFF2-40B4-BE49-F238E27FC236}">
                <a16:creationId xmlns:a16="http://schemas.microsoft.com/office/drawing/2014/main" id="{45D2AC1C-1B3F-6546-8A7A-A91B99383576}"/>
              </a:ext>
            </a:extLst>
          </p:cNvPr>
          <p:cNvSpPr>
            <a:spLocks noChangeAspect="1"/>
          </p:cNvSpPr>
          <p:nvPr/>
        </p:nvSpPr>
        <p:spPr bwMode="auto">
          <a:xfrm>
            <a:off x="2814638" y="2894013"/>
            <a:ext cx="360362" cy="458787"/>
          </a:xfrm>
          <a:custGeom>
            <a:avLst/>
            <a:gdLst>
              <a:gd name="T0" fmla="*/ 0 w 203"/>
              <a:gd name="T1" fmla="*/ 2147483646 h 259"/>
              <a:gd name="T2" fmla="*/ 2147483646 w 203"/>
              <a:gd name="T3" fmla="*/ 2147483646 h 259"/>
              <a:gd name="T4" fmla="*/ 0 w 203"/>
              <a:gd name="T5" fmla="*/ 0 h 259"/>
              <a:gd name="T6" fmla="*/ 0 w 203"/>
              <a:gd name="T7" fmla="*/ 2147483646 h 259"/>
              <a:gd name="T8" fmla="*/ 0 60000 65536"/>
              <a:gd name="T9" fmla="*/ 0 60000 65536"/>
              <a:gd name="T10" fmla="*/ 0 60000 65536"/>
              <a:gd name="T11" fmla="*/ 0 60000 65536"/>
              <a:gd name="T12" fmla="*/ 0 w 203"/>
              <a:gd name="T13" fmla="*/ 0 h 259"/>
              <a:gd name="T14" fmla="*/ 203 w 203"/>
              <a:gd name="T15" fmla="*/ 259 h 2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3" h="259">
                <a:moveTo>
                  <a:pt x="0" y="259"/>
                </a:moveTo>
                <a:lnTo>
                  <a:pt x="203" y="128"/>
                </a:lnTo>
                <a:lnTo>
                  <a:pt x="0" y="0"/>
                </a:lnTo>
                <a:lnTo>
                  <a:pt x="0" y="259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21" name="Oval 36">
            <a:extLst>
              <a:ext uri="{FF2B5EF4-FFF2-40B4-BE49-F238E27FC236}">
                <a16:creationId xmlns:a16="http://schemas.microsoft.com/office/drawing/2014/main" id="{221F7091-0348-F34C-A2A5-B225A3B2E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938" y="3062288"/>
            <a:ext cx="74612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2" name="Line 23">
            <a:extLst>
              <a:ext uri="{FF2B5EF4-FFF2-40B4-BE49-F238E27FC236}">
                <a16:creationId xmlns:a16="http://schemas.microsoft.com/office/drawing/2014/main" id="{497DF40C-3372-7346-810D-3B276E93EA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7550" y="3101975"/>
            <a:ext cx="287338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3" name="Text Box 46">
            <a:extLst>
              <a:ext uri="{FF2B5EF4-FFF2-40B4-BE49-F238E27FC236}">
                <a16:creationId xmlns:a16="http://schemas.microsoft.com/office/drawing/2014/main" id="{45067425-8129-A74A-AAE0-378BE6B56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1763" y="3355975"/>
            <a:ext cx="4587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Inv</a:t>
            </a:r>
          </a:p>
        </p:txBody>
      </p:sp>
      <p:sp>
        <p:nvSpPr>
          <p:cNvPr id="12324" name="Rectangle 30">
            <a:extLst>
              <a:ext uri="{FF2B5EF4-FFF2-40B4-BE49-F238E27FC236}">
                <a16:creationId xmlns:a16="http://schemas.microsoft.com/office/drawing/2014/main" id="{70A18EAE-8397-5D4C-9983-EA5283846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2827338"/>
            <a:ext cx="825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x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5" name="Rectangle 30">
            <a:extLst>
              <a:ext uri="{FF2B5EF4-FFF2-40B4-BE49-F238E27FC236}">
                <a16:creationId xmlns:a16="http://schemas.microsoft.com/office/drawing/2014/main" id="{F213C381-4744-254E-BAB6-547FF9B63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2827338"/>
            <a:ext cx="1031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F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6" name="Line 18">
            <a:extLst>
              <a:ext uri="{FF2B5EF4-FFF2-40B4-BE49-F238E27FC236}">
                <a16:creationId xmlns:a16="http://schemas.microsoft.com/office/drawing/2014/main" id="{E66C60A7-866B-0F4E-A1DF-E418169FD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081338"/>
            <a:ext cx="382588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7" name="Freeform 37">
            <a:extLst>
              <a:ext uri="{FF2B5EF4-FFF2-40B4-BE49-F238E27FC236}">
                <a16:creationId xmlns:a16="http://schemas.microsoft.com/office/drawing/2014/main" id="{BB3609F5-C939-174D-B17F-F71555EB15F5}"/>
              </a:ext>
            </a:extLst>
          </p:cNvPr>
          <p:cNvSpPr>
            <a:spLocks/>
          </p:cNvSpPr>
          <p:nvPr/>
        </p:nvSpPr>
        <p:spPr bwMode="auto">
          <a:xfrm>
            <a:off x="4343400" y="2819400"/>
            <a:ext cx="609600" cy="530225"/>
          </a:xfrm>
          <a:custGeom>
            <a:avLst/>
            <a:gdLst>
              <a:gd name="T0" fmla="*/ 0 w 123"/>
              <a:gd name="T1" fmla="*/ 2147483646 h 107"/>
              <a:gd name="T2" fmla="*/ 2147483646 w 123"/>
              <a:gd name="T3" fmla="*/ 2147483646 h 107"/>
              <a:gd name="T4" fmla="*/ 2147483646 w 123"/>
              <a:gd name="T5" fmla="*/ 2147483646 h 107"/>
              <a:gd name="T6" fmla="*/ 2147483646 w 123"/>
              <a:gd name="T7" fmla="*/ 0 h 107"/>
              <a:gd name="T8" fmla="*/ 0 w 123"/>
              <a:gd name="T9" fmla="*/ 0 h 107"/>
              <a:gd name="T10" fmla="*/ 0 w 123"/>
              <a:gd name="T11" fmla="*/ 2147483646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3"/>
              <a:gd name="T19" fmla="*/ 0 h 107"/>
              <a:gd name="T20" fmla="*/ 123 w 123"/>
              <a:gd name="T21" fmla="*/ 107 h 10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3" h="107">
                <a:moveTo>
                  <a:pt x="0" y="107"/>
                </a:moveTo>
                <a:cubicBezTo>
                  <a:pt x="69" y="107"/>
                  <a:pt x="69" y="107"/>
                  <a:pt x="69" y="107"/>
                </a:cubicBezTo>
                <a:cubicBezTo>
                  <a:pt x="99" y="107"/>
                  <a:pt x="123" y="83"/>
                  <a:pt x="123" y="54"/>
                </a:cubicBezTo>
                <a:cubicBezTo>
                  <a:pt x="123" y="24"/>
                  <a:pt x="99" y="0"/>
                  <a:pt x="6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7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28" name="Line 18">
            <a:extLst>
              <a:ext uri="{FF2B5EF4-FFF2-40B4-BE49-F238E27FC236}">
                <a16:creationId xmlns:a16="http://schemas.microsoft.com/office/drawing/2014/main" id="{F0F48676-D75D-A84E-A85E-4AAA15B80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0813" y="2970213"/>
            <a:ext cx="382587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29" name="Line 18">
            <a:extLst>
              <a:ext uri="{FF2B5EF4-FFF2-40B4-BE49-F238E27FC236}">
                <a16:creationId xmlns:a16="http://schemas.microsoft.com/office/drawing/2014/main" id="{E474DE15-A231-3E4F-A263-B35DE1A90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275013"/>
            <a:ext cx="382588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0" name="Text Box 46">
            <a:extLst>
              <a:ext uri="{FF2B5EF4-FFF2-40B4-BE49-F238E27FC236}">
                <a16:creationId xmlns:a16="http://schemas.microsoft.com/office/drawing/2014/main" id="{B49F866B-C8D8-6544-9B06-305376057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588" y="3395663"/>
            <a:ext cx="7302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AND2</a:t>
            </a:r>
          </a:p>
        </p:txBody>
      </p:sp>
      <p:sp>
        <p:nvSpPr>
          <p:cNvPr id="12331" name="Rectangle 30">
            <a:extLst>
              <a:ext uri="{FF2B5EF4-FFF2-40B4-BE49-F238E27FC236}">
                <a16:creationId xmlns:a16="http://schemas.microsoft.com/office/drawing/2014/main" id="{710140F7-2E6D-424D-A1F4-D64BA64BA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2847975"/>
            <a:ext cx="1031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F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2" name="Rectangle 30">
            <a:extLst>
              <a:ext uri="{FF2B5EF4-FFF2-40B4-BE49-F238E27FC236}">
                <a16:creationId xmlns:a16="http://schemas.microsoft.com/office/drawing/2014/main" id="{C6A43AA1-6397-E146-88E2-AC31968FE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47975"/>
            <a:ext cx="8413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x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3" name="Rectangle 30">
            <a:extLst>
              <a:ext uri="{FF2B5EF4-FFF2-40B4-BE49-F238E27FC236}">
                <a16:creationId xmlns:a16="http://schemas.microsoft.com/office/drawing/2014/main" id="{C5A86664-DA0F-5D46-93FD-006C17282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152775"/>
            <a:ext cx="8413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y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4" name="Rectangle 17">
            <a:extLst>
              <a:ext uri="{FF2B5EF4-FFF2-40B4-BE49-F238E27FC236}">
                <a16:creationId xmlns:a16="http://schemas.microsoft.com/office/drawing/2014/main" id="{417FF5D8-7F5F-E247-9E48-F6E2BD579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4162425"/>
            <a:ext cx="1963738" cy="1565275"/>
          </a:xfrm>
          <a:prstGeom prst="rect">
            <a:avLst/>
          </a:prstGeom>
          <a:noFill/>
          <a:ln w="14288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5" name="Line 18">
            <a:extLst>
              <a:ext uri="{FF2B5EF4-FFF2-40B4-BE49-F238E27FC236}">
                <a16:creationId xmlns:a16="http://schemas.microsoft.com/office/drawing/2014/main" id="{71050716-8ACD-5846-B602-4980E9AA2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7538" y="5099050"/>
            <a:ext cx="539750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6" name="Line 19">
            <a:extLst>
              <a:ext uri="{FF2B5EF4-FFF2-40B4-BE49-F238E27FC236}">
                <a16:creationId xmlns:a16="http://schemas.microsoft.com/office/drawing/2014/main" id="{295ED7D9-AB76-C043-9A03-9621B8755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9650" y="5233988"/>
            <a:ext cx="268288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7" name="Line 20">
            <a:extLst>
              <a:ext uri="{FF2B5EF4-FFF2-40B4-BE49-F238E27FC236}">
                <a16:creationId xmlns:a16="http://schemas.microsoft.com/office/drawing/2014/main" id="{B7C39C68-F475-D141-8681-8CBAE32D7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9038" y="5099050"/>
            <a:ext cx="623887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8" name="Line 21">
            <a:extLst>
              <a:ext uri="{FF2B5EF4-FFF2-40B4-BE49-F238E27FC236}">
                <a16:creationId xmlns:a16="http://schemas.microsoft.com/office/drawing/2014/main" id="{39B063BC-7EDB-6148-8801-E1D688A00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9038" y="5362575"/>
            <a:ext cx="623887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39" name="Freeform 22">
            <a:extLst>
              <a:ext uri="{FF2B5EF4-FFF2-40B4-BE49-F238E27FC236}">
                <a16:creationId xmlns:a16="http://schemas.microsoft.com/office/drawing/2014/main" id="{F58CEC53-370C-9844-AA57-901A540959F3}"/>
              </a:ext>
            </a:extLst>
          </p:cNvPr>
          <p:cNvSpPr>
            <a:spLocks/>
          </p:cNvSpPr>
          <p:nvPr/>
        </p:nvSpPr>
        <p:spPr bwMode="auto">
          <a:xfrm>
            <a:off x="7280275" y="4622800"/>
            <a:ext cx="347663" cy="342900"/>
          </a:xfrm>
          <a:custGeom>
            <a:avLst/>
            <a:gdLst>
              <a:gd name="T0" fmla="*/ 0 w 219"/>
              <a:gd name="T1" fmla="*/ 0 h 216"/>
              <a:gd name="T2" fmla="*/ 2147483646 w 219"/>
              <a:gd name="T3" fmla="*/ 0 h 216"/>
              <a:gd name="T4" fmla="*/ 2147483646 w 219"/>
              <a:gd name="T5" fmla="*/ 2147483646 h 216"/>
              <a:gd name="T6" fmla="*/ 2147483646 w 219"/>
              <a:gd name="T7" fmla="*/ 2147483646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219"/>
              <a:gd name="T13" fmla="*/ 0 h 216"/>
              <a:gd name="T14" fmla="*/ 219 w 219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9" h="216">
                <a:moveTo>
                  <a:pt x="0" y="0"/>
                </a:moveTo>
                <a:lnTo>
                  <a:pt x="97" y="0"/>
                </a:lnTo>
                <a:lnTo>
                  <a:pt x="97" y="216"/>
                </a:lnTo>
                <a:lnTo>
                  <a:pt x="219" y="216"/>
                </a:lnTo>
              </a:path>
            </a:pathLst>
          </a:cu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40" name="Line 23">
            <a:extLst>
              <a:ext uri="{FF2B5EF4-FFF2-40B4-BE49-F238E27FC236}">
                <a16:creationId xmlns:a16="http://schemas.microsoft.com/office/drawing/2014/main" id="{0A8051F7-AA48-7C42-A4F0-20AB5B643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4622800"/>
            <a:ext cx="630238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341" name="Rectangle 30">
            <a:extLst>
              <a:ext uri="{FF2B5EF4-FFF2-40B4-BE49-F238E27FC236}">
                <a16:creationId xmlns:a16="http://schemas.microsoft.com/office/drawing/2014/main" id="{B2BCBF93-3DB3-FB4E-AD1B-097DD998E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863" y="4437063"/>
            <a:ext cx="730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c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42" name="Rectangle 31">
            <a:extLst>
              <a:ext uri="{FF2B5EF4-FFF2-40B4-BE49-F238E27FC236}">
                <a16:creationId xmlns:a16="http://schemas.microsoft.com/office/drawing/2014/main" id="{4412C2C1-14F4-974E-B8F0-E526C7D0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925" y="4910138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h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43" name="Rectangle 32">
            <a:extLst>
              <a:ext uri="{FF2B5EF4-FFF2-40B4-BE49-F238E27FC236}">
                <a16:creationId xmlns:a16="http://schemas.microsoft.com/office/drawing/2014/main" id="{3DAA50E2-3FB9-F840-BF40-B9BD1E77C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338" y="5154613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p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44" name="Rectangle 33">
            <a:extLst>
              <a:ext uri="{FF2B5EF4-FFF2-40B4-BE49-F238E27FC236}">
                <a16:creationId xmlns:a16="http://schemas.microsoft.com/office/drawing/2014/main" id="{17EE180A-2CF1-E844-9C4E-2519CEE5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876800"/>
            <a:ext cx="555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f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45" name="Freeform 34">
            <a:extLst>
              <a:ext uri="{FF2B5EF4-FFF2-40B4-BE49-F238E27FC236}">
                <a16:creationId xmlns:a16="http://schemas.microsoft.com/office/drawing/2014/main" id="{51467A86-28EC-AD4E-8B57-36FC5606251D}"/>
              </a:ext>
            </a:extLst>
          </p:cNvPr>
          <p:cNvSpPr>
            <a:spLocks/>
          </p:cNvSpPr>
          <p:nvPr/>
        </p:nvSpPr>
        <p:spPr bwMode="auto">
          <a:xfrm>
            <a:off x="6824663" y="4970463"/>
            <a:ext cx="534987" cy="525462"/>
          </a:xfrm>
          <a:custGeom>
            <a:avLst/>
            <a:gdLst>
              <a:gd name="T0" fmla="*/ 2147483646 w 108"/>
              <a:gd name="T1" fmla="*/ 2147483646 h 106"/>
              <a:gd name="T2" fmla="*/ 0 w 108"/>
              <a:gd name="T3" fmla="*/ 2147483646 h 106"/>
              <a:gd name="T4" fmla="*/ 2147483646 w 108"/>
              <a:gd name="T5" fmla="*/ 2147483646 h 106"/>
              <a:gd name="T6" fmla="*/ 2147483646 w 108"/>
              <a:gd name="T7" fmla="*/ 2147483646 h 106"/>
              <a:gd name="T8" fmla="*/ 0 w 108"/>
              <a:gd name="T9" fmla="*/ 0 h 106"/>
              <a:gd name="T10" fmla="*/ 2147483646 w 108"/>
              <a:gd name="T11" fmla="*/ 2147483646 h 10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8"/>
              <a:gd name="T19" fmla="*/ 0 h 106"/>
              <a:gd name="T20" fmla="*/ 108 w 108"/>
              <a:gd name="T21" fmla="*/ 106 h 10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8" h="106">
                <a:moveTo>
                  <a:pt x="108" y="53"/>
                </a:moveTo>
                <a:cubicBezTo>
                  <a:pt x="108" y="53"/>
                  <a:pt x="83" y="106"/>
                  <a:pt x="0" y="106"/>
                </a:cubicBezTo>
                <a:cubicBezTo>
                  <a:pt x="0" y="106"/>
                  <a:pt x="17" y="101"/>
                  <a:pt x="17" y="54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"/>
                  <a:pt x="0" y="0"/>
                  <a:pt x="0" y="0"/>
                </a:cubicBezTo>
                <a:cubicBezTo>
                  <a:pt x="83" y="0"/>
                  <a:pt x="108" y="53"/>
                  <a:pt x="108" y="53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46" name="Freeform 35">
            <a:extLst>
              <a:ext uri="{FF2B5EF4-FFF2-40B4-BE49-F238E27FC236}">
                <a16:creationId xmlns:a16="http://schemas.microsoft.com/office/drawing/2014/main" id="{4EE5F9A0-19D4-1A40-995B-BE66824BD930}"/>
              </a:ext>
            </a:extLst>
          </p:cNvPr>
          <p:cNvSpPr>
            <a:spLocks/>
          </p:cNvSpPr>
          <p:nvPr/>
        </p:nvSpPr>
        <p:spPr bwMode="auto">
          <a:xfrm>
            <a:off x="6878638" y="4419600"/>
            <a:ext cx="322262" cy="411163"/>
          </a:xfrm>
          <a:custGeom>
            <a:avLst/>
            <a:gdLst>
              <a:gd name="T0" fmla="*/ 0 w 203"/>
              <a:gd name="T1" fmla="*/ 2147483646 h 259"/>
              <a:gd name="T2" fmla="*/ 2147483646 w 203"/>
              <a:gd name="T3" fmla="*/ 2147483646 h 259"/>
              <a:gd name="T4" fmla="*/ 0 w 203"/>
              <a:gd name="T5" fmla="*/ 0 h 259"/>
              <a:gd name="T6" fmla="*/ 0 w 203"/>
              <a:gd name="T7" fmla="*/ 2147483646 h 259"/>
              <a:gd name="T8" fmla="*/ 0 60000 65536"/>
              <a:gd name="T9" fmla="*/ 0 60000 65536"/>
              <a:gd name="T10" fmla="*/ 0 60000 65536"/>
              <a:gd name="T11" fmla="*/ 0 60000 65536"/>
              <a:gd name="T12" fmla="*/ 0 w 203"/>
              <a:gd name="T13" fmla="*/ 0 h 259"/>
              <a:gd name="T14" fmla="*/ 203 w 203"/>
              <a:gd name="T15" fmla="*/ 259 h 2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3" h="259">
                <a:moveTo>
                  <a:pt x="0" y="259"/>
                </a:moveTo>
                <a:lnTo>
                  <a:pt x="203" y="128"/>
                </a:lnTo>
                <a:lnTo>
                  <a:pt x="0" y="0"/>
                </a:lnTo>
                <a:lnTo>
                  <a:pt x="0" y="259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47" name="Oval 36">
            <a:extLst>
              <a:ext uri="{FF2B5EF4-FFF2-40B4-BE49-F238E27FC236}">
                <a16:creationId xmlns:a16="http://schemas.microsoft.com/office/drawing/2014/main" id="{A4579B17-ED6A-8C46-A62B-FE8F5B846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663" y="4583113"/>
            <a:ext cx="74612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48" name="Freeform 37">
            <a:extLst>
              <a:ext uri="{FF2B5EF4-FFF2-40B4-BE49-F238E27FC236}">
                <a16:creationId xmlns:a16="http://schemas.microsoft.com/office/drawing/2014/main" id="{B29BE04D-9599-F445-89D0-E7A581772558}"/>
              </a:ext>
            </a:extLst>
          </p:cNvPr>
          <p:cNvSpPr>
            <a:spLocks/>
          </p:cNvSpPr>
          <p:nvPr/>
        </p:nvSpPr>
        <p:spPr bwMode="auto">
          <a:xfrm>
            <a:off x="7627938" y="4837113"/>
            <a:ext cx="609600" cy="530225"/>
          </a:xfrm>
          <a:custGeom>
            <a:avLst/>
            <a:gdLst>
              <a:gd name="T0" fmla="*/ 0 w 123"/>
              <a:gd name="T1" fmla="*/ 2147483646 h 107"/>
              <a:gd name="T2" fmla="*/ 2147483646 w 123"/>
              <a:gd name="T3" fmla="*/ 2147483646 h 107"/>
              <a:gd name="T4" fmla="*/ 2147483646 w 123"/>
              <a:gd name="T5" fmla="*/ 2147483646 h 107"/>
              <a:gd name="T6" fmla="*/ 2147483646 w 123"/>
              <a:gd name="T7" fmla="*/ 0 h 107"/>
              <a:gd name="T8" fmla="*/ 0 w 123"/>
              <a:gd name="T9" fmla="*/ 0 h 107"/>
              <a:gd name="T10" fmla="*/ 0 w 123"/>
              <a:gd name="T11" fmla="*/ 2147483646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3"/>
              <a:gd name="T19" fmla="*/ 0 h 107"/>
              <a:gd name="T20" fmla="*/ 123 w 123"/>
              <a:gd name="T21" fmla="*/ 107 h 10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3" h="107">
                <a:moveTo>
                  <a:pt x="0" y="107"/>
                </a:moveTo>
                <a:cubicBezTo>
                  <a:pt x="69" y="107"/>
                  <a:pt x="69" y="107"/>
                  <a:pt x="69" y="107"/>
                </a:cubicBezTo>
                <a:cubicBezTo>
                  <a:pt x="99" y="107"/>
                  <a:pt x="123" y="83"/>
                  <a:pt x="123" y="54"/>
                </a:cubicBezTo>
                <a:cubicBezTo>
                  <a:pt x="123" y="24"/>
                  <a:pt x="99" y="0"/>
                  <a:pt x="6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7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2349" name="Rectangle 29">
            <a:extLst>
              <a:ext uri="{FF2B5EF4-FFF2-40B4-BE49-F238E27FC236}">
                <a16:creationId xmlns:a16="http://schemas.microsoft.com/office/drawing/2014/main" id="{91D789A3-045B-5B45-8591-E709ECE8E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810000"/>
            <a:ext cx="17446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Myriad Roman" charset="0"/>
              </a:rPr>
              <a:t>Top-level module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50" name="Rectangle 29">
            <a:extLst>
              <a:ext uri="{FF2B5EF4-FFF2-40B4-BE49-F238E27FC236}">
                <a16:creationId xmlns:a16="http://schemas.microsoft.com/office/drawing/2014/main" id="{FF986271-822D-FB4B-BF6B-91A323A17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63" y="4584700"/>
            <a:ext cx="1984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defTabSz="914400"/>
            <a:r>
              <a:rPr lang="en-US" altLang="en-US" sz="1400">
                <a:solidFill>
                  <a:srgbClr val="000000"/>
                </a:solidFill>
                <a:latin typeface="Helvetica" pitchFamily="2" charset="0"/>
              </a:rPr>
              <a:t>n1</a:t>
            </a:r>
            <a:endParaRPr lang="en-US" altLang="en-US" sz="1400"/>
          </a:p>
        </p:txBody>
      </p:sp>
      <p:sp>
        <p:nvSpPr>
          <p:cNvPr id="12351" name="Rectangle 29">
            <a:extLst>
              <a:ext uri="{FF2B5EF4-FFF2-40B4-BE49-F238E27FC236}">
                <a16:creationId xmlns:a16="http://schemas.microsoft.com/office/drawing/2014/main" id="{20257972-1978-9D4B-9210-A7501165F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475" y="5257800"/>
            <a:ext cx="1984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defTabSz="914400"/>
            <a:r>
              <a:rPr lang="en-US" altLang="en-US" sz="1400">
                <a:solidFill>
                  <a:srgbClr val="000000"/>
                </a:solidFill>
                <a:latin typeface="Helvetica" pitchFamily="2" charset="0"/>
              </a:rPr>
              <a:t>n2</a:t>
            </a:r>
            <a:endParaRPr lang="en-US" altLang="en-US" sz="1400"/>
          </a:p>
        </p:txBody>
      </p:sp>
      <p:sp>
        <p:nvSpPr>
          <p:cNvPr id="12352" name="Text Box 46">
            <a:extLst>
              <a:ext uri="{FF2B5EF4-FFF2-40B4-BE49-F238E27FC236}">
                <a16:creationId xmlns:a16="http://schemas.microsoft.com/office/drawing/2014/main" id="{3B548DA6-924C-9A49-B9D7-FE4B06472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453063"/>
            <a:ext cx="7762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OR2_1</a:t>
            </a:r>
          </a:p>
        </p:txBody>
      </p:sp>
      <p:sp>
        <p:nvSpPr>
          <p:cNvPr id="12353" name="Text Box 46">
            <a:extLst>
              <a:ext uri="{FF2B5EF4-FFF2-40B4-BE49-F238E27FC236}">
                <a16:creationId xmlns:a16="http://schemas.microsoft.com/office/drawing/2014/main" id="{F4C89AB2-CEC6-C64E-B43B-C338E41FB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300663"/>
            <a:ext cx="9350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AND2_1</a:t>
            </a:r>
          </a:p>
        </p:txBody>
      </p:sp>
      <p:sp>
        <p:nvSpPr>
          <p:cNvPr id="12354" name="Text Box 46">
            <a:extLst>
              <a:ext uri="{FF2B5EF4-FFF2-40B4-BE49-F238E27FC236}">
                <a16:creationId xmlns:a16="http://schemas.microsoft.com/office/drawing/2014/main" id="{B5762C8B-C518-6345-80E6-8142B1C8E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191000"/>
            <a:ext cx="663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Inv_1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965"/>
    </mc:Choice>
    <mc:Fallback xmlns="">
      <p:transition spd="slow" advTm="3696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9FBE0BBD-4379-BD4C-BE6B-4BCA51875F28}"/>
              </a:ext>
            </a:extLst>
          </p:cNvPr>
          <p:cNvSpPr txBox="1">
            <a:spLocks/>
          </p:cNvSpPr>
          <p:nvPr/>
        </p:nvSpPr>
        <p:spPr bwMode="auto">
          <a:xfrm>
            <a:off x="609600" y="1908175"/>
            <a:ext cx="7924800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19150" indent="-233363"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 marL="268288" indent="-268288"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spcAft>
                <a:spcPts val="725"/>
              </a:spcAft>
              <a:buClr>
                <a:srgbClr val="00B050"/>
              </a:buClr>
              <a:buFont typeface="Wingdings" pitchFamily="2" charset="2"/>
              <a:buChar char=""/>
            </a:pPr>
            <a:r>
              <a:rPr lang="de-DE" altLang="en-US">
                <a:latin typeface="TTE1F17478t00" charset="0"/>
              </a:rPr>
              <a:t>To declare the </a:t>
            </a:r>
            <a:r>
              <a:rPr lang="de-DE" altLang="en-US" b="1">
                <a:latin typeface="TTE1F17478t00" charset="0"/>
              </a:rPr>
              <a:t>Port types </a:t>
            </a:r>
            <a:r>
              <a:rPr lang="de-DE" altLang="en-US">
                <a:latin typeface="TTE1F17478t00" charset="0"/>
              </a:rPr>
              <a:t>and the </a:t>
            </a:r>
            <a:r>
              <a:rPr lang="de-DE" altLang="en-US" b="1">
                <a:latin typeface="TTE1F17478t00" charset="0"/>
              </a:rPr>
              <a:t>Data Types </a:t>
            </a:r>
            <a:r>
              <a:rPr lang="de-DE" altLang="en-US">
                <a:latin typeface="TTE1F17478t00" charset="0"/>
              </a:rPr>
              <a:t>of the ports for a lower-level design a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component </a:t>
            </a:r>
            <a:r>
              <a:rPr lang="de-DE" altLang="en-US">
                <a:latin typeface="TTE1F17478t00" charset="0"/>
              </a:rPr>
              <a:t>construct is used.</a:t>
            </a:r>
          </a:p>
          <a:p>
            <a:pPr lvl="1" eaLnBrk="1">
              <a:lnSpc>
                <a:spcPct val="93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endParaRPr lang="en-US" altLang="en-US">
              <a:latin typeface="TTE1F17478t00" charset="0"/>
            </a:endParaRPr>
          </a:p>
          <a:p>
            <a:pPr eaLnBrk="1" hangingPunct="1">
              <a:lnSpc>
                <a:spcPct val="100000"/>
              </a:lnSpc>
              <a:spcAft>
                <a:spcPts val="725"/>
              </a:spcAft>
              <a:buClr>
                <a:srgbClr val="A8AFAF"/>
              </a:buClr>
              <a:buFont typeface="Wingdings" pitchFamily="2" charset="2"/>
              <a:buChar char=""/>
            </a:pPr>
            <a:endParaRPr lang="en-GB" altLang="en-US">
              <a:latin typeface="TTE1F17478t00" charset="0"/>
            </a:endParaRPr>
          </a:p>
        </p:txBody>
      </p:sp>
      <p:sp>
        <p:nvSpPr>
          <p:cNvPr id="14339" name="Rectangle 73">
            <a:extLst>
              <a:ext uri="{FF2B5EF4-FFF2-40B4-BE49-F238E27FC236}">
                <a16:creationId xmlns:a16="http://schemas.microsoft.com/office/drawing/2014/main" id="{D394AF2A-FAFA-A34C-B00E-E22B57B5A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572000"/>
            <a:ext cx="3733800" cy="1447800"/>
          </a:xfrm>
          <a:prstGeom prst="rect">
            <a:avLst/>
          </a:prstGeom>
          <a:solidFill>
            <a:srgbClr val="D4E0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4340" name="AutoShape 3">
            <a:extLst>
              <a:ext uri="{FF2B5EF4-FFF2-40B4-BE49-F238E27FC236}">
                <a16:creationId xmlns:a16="http://schemas.microsoft.com/office/drawing/2014/main" id="{EF86C95A-9F60-574B-A40C-21B292B2C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610100"/>
            <a:ext cx="3733800" cy="1384300"/>
          </a:xfrm>
          <a:custGeom>
            <a:avLst/>
            <a:gdLst>
              <a:gd name="T0" fmla="*/ 1847345 w 4721225"/>
              <a:gd name="T1" fmla="*/ 2103 h 2009775"/>
              <a:gd name="T2" fmla="*/ 923673 w 4721225"/>
              <a:gd name="T3" fmla="*/ 4206 h 2009775"/>
              <a:gd name="T4" fmla="*/ 0 w 4721225"/>
              <a:gd name="T5" fmla="*/ 2103 h 2009775"/>
              <a:gd name="T6" fmla="*/ 923673 w 4721225"/>
              <a:gd name="T7" fmla="*/ 0 h 2009775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4721225"/>
              <a:gd name="T13" fmla="*/ 0 h 2009775"/>
              <a:gd name="T14" fmla="*/ 4721225 w 4721225"/>
              <a:gd name="T15" fmla="*/ 2009775 h 20097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21225" h="2009775">
                <a:moveTo>
                  <a:pt x="0" y="0"/>
                </a:moveTo>
                <a:lnTo>
                  <a:pt x="13115" y="0"/>
                </a:lnTo>
                <a:lnTo>
                  <a:pt x="13115" y="5584"/>
                </a:lnTo>
                <a:lnTo>
                  <a:pt x="0" y="5584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400">
                <a:solidFill>
                  <a:srgbClr val="0000FF"/>
                </a:solidFill>
                <a:latin typeface="TTE1F17478t00" charset="0"/>
              </a:rPr>
              <a:t>component </a:t>
            </a:r>
            <a:r>
              <a:rPr lang="de-DE" altLang="en-US" sz="1400">
                <a:latin typeface="TTE1F17478t00" charset="0"/>
              </a:rPr>
              <a:t>&lt;lower-level_design_name&gt;</a:t>
            </a:r>
            <a:r>
              <a:rPr lang="de-DE" altLang="en-US" sz="1400">
                <a:solidFill>
                  <a:srgbClr val="0000FF"/>
                </a:solidFill>
                <a:latin typeface="TTE1F17478t00" charset="0"/>
              </a:rPr>
              <a:t>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400">
                <a:solidFill>
                  <a:srgbClr val="0000FF"/>
                </a:solidFill>
                <a:latin typeface="TTE1F17478t00" charset="0"/>
              </a:rPr>
              <a:t>       port</a:t>
            </a:r>
            <a:r>
              <a:rPr lang="de-DE" altLang="en-US" sz="1400">
                <a:solidFill>
                  <a:srgbClr val="0070C0"/>
                </a:solidFill>
                <a:latin typeface="TTE1F17478t00" charset="0"/>
              </a:rPr>
              <a:t> </a:t>
            </a:r>
            <a:r>
              <a:rPr lang="de-DE" altLang="en-US" sz="1400">
                <a:latin typeface="TTE1F17478t00" charset="0"/>
              </a:rPr>
              <a:t>(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400">
                <a:latin typeface="TTE1F17478t00" charset="0"/>
              </a:rPr>
              <a:t>              &lt;port name&gt;: &lt;mode&gt; &lt;data type&gt; ; 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400">
                <a:latin typeface="TTE1F17478t00" charset="0"/>
              </a:rPr>
              <a:t>              &lt;port name&gt;: &lt;mode&gt; &lt;data type&gt;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400">
                <a:latin typeface="TTE1F17478t00" charset="0"/>
              </a:rPr>
              <a:t>              );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400">
                <a:solidFill>
                  <a:srgbClr val="0000FF"/>
                </a:solidFill>
                <a:latin typeface="TTE1F17478t00" charset="0"/>
              </a:rPr>
              <a:t>end component</a:t>
            </a:r>
          </a:p>
        </p:txBody>
      </p:sp>
      <p:sp>
        <p:nvSpPr>
          <p:cNvPr id="14341" name="AutoShape 2">
            <a:extLst>
              <a:ext uri="{FF2B5EF4-FFF2-40B4-BE49-F238E27FC236}">
                <a16:creationId xmlns:a16="http://schemas.microsoft.com/office/drawing/2014/main" id="{508815A8-46EE-D34B-AFE4-5E01A7F68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Component Declaration</a:t>
            </a:r>
          </a:p>
        </p:txBody>
      </p:sp>
      <p:sp>
        <p:nvSpPr>
          <p:cNvPr id="14342" name="Text Box 4">
            <a:extLst>
              <a:ext uri="{FF2B5EF4-FFF2-40B4-BE49-F238E27FC236}">
                <a16:creationId xmlns:a16="http://schemas.microsoft.com/office/drawing/2014/main" id="{5BF855A2-0F3D-FF48-9C4F-056FC3884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8BF4B5E5-0D0F-2249-B573-4EC8073126D6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6</a:t>
            </a:fld>
            <a:endParaRPr lang="de-DE" altLang="en-US" sz="1200">
              <a:solidFill>
                <a:srgbClr val="B2B2B2"/>
              </a:solidFill>
            </a:endParaRPr>
          </a:p>
        </p:txBody>
      </p:sp>
      <p:sp>
        <p:nvSpPr>
          <p:cNvPr id="14343" name="Rectangle 17">
            <a:extLst>
              <a:ext uri="{FF2B5EF4-FFF2-40B4-BE49-F238E27FC236}">
                <a16:creationId xmlns:a16="http://schemas.microsoft.com/office/drawing/2014/main" id="{14C045F5-37F2-A54A-9070-164C9E88A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4424363"/>
            <a:ext cx="1844675" cy="1519237"/>
          </a:xfrm>
          <a:prstGeom prst="rect">
            <a:avLst/>
          </a:prstGeom>
          <a:noFill/>
          <a:ln w="14288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4" name="Line 18">
            <a:extLst>
              <a:ext uri="{FF2B5EF4-FFF2-40B4-BE49-F238E27FC236}">
                <a16:creationId xmlns:a16="http://schemas.microsoft.com/office/drawing/2014/main" id="{C940306A-F578-3243-A365-5FD2F8A66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9738" y="5314950"/>
            <a:ext cx="382587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5" name="Line 19">
            <a:extLst>
              <a:ext uri="{FF2B5EF4-FFF2-40B4-BE49-F238E27FC236}">
                <a16:creationId xmlns:a16="http://schemas.microsoft.com/office/drawing/2014/main" id="{F71A2E8C-F9D9-CE43-B639-E60CABE02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1850" y="5449888"/>
            <a:ext cx="268288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6" name="Line 20">
            <a:extLst>
              <a:ext uri="{FF2B5EF4-FFF2-40B4-BE49-F238E27FC236}">
                <a16:creationId xmlns:a16="http://schemas.microsoft.com/office/drawing/2014/main" id="{74A2920B-66CE-7B45-AC44-532BF56CD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1238" y="5314950"/>
            <a:ext cx="623887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7" name="Line 21">
            <a:extLst>
              <a:ext uri="{FF2B5EF4-FFF2-40B4-BE49-F238E27FC236}">
                <a16:creationId xmlns:a16="http://schemas.microsoft.com/office/drawing/2014/main" id="{05B3734C-8E91-B241-A100-846901029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1238" y="5578475"/>
            <a:ext cx="623887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8" name="Freeform 22">
            <a:extLst>
              <a:ext uri="{FF2B5EF4-FFF2-40B4-BE49-F238E27FC236}">
                <a16:creationId xmlns:a16="http://schemas.microsoft.com/office/drawing/2014/main" id="{ACFA96B1-2B7B-5048-86B7-34AD30E5087B}"/>
              </a:ext>
            </a:extLst>
          </p:cNvPr>
          <p:cNvSpPr>
            <a:spLocks/>
          </p:cNvSpPr>
          <p:nvPr/>
        </p:nvSpPr>
        <p:spPr bwMode="auto">
          <a:xfrm>
            <a:off x="2022475" y="4838700"/>
            <a:ext cx="347663" cy="342900"/>
          </a:xfrm>
          <a:custGeom>
            <a:avLst/>
            <a:gdLst>
              <a:gd name="T0" fmla="*/ 0 w 219"/>
              <a:gd name="T1" fmla="*/ 0 h 216"/>
              <a:gd name="T2" fmla="*/ 2147483646 w 219"/>
              <a:gd name="T3" fmla="*/ 0 h 216"/>
              <a:gd name="T4" fmla="*/ 2147483646 w 219"/>
              <a:gd name="T5" fmla="*/ 2147483646 h 216"/>
              <a:gd name="T6" fmla="*/ 2147483646 w 219"/>
              <a:gd name="T7" fmla="*/ 2147483646 h 216"/>
              <a:gd name="T8" fmla="*/ 0 60000 65536"/>
              <a:gd name="T9" fmla="*/ 0 60000 65536"/>
              <a:gd name="T10" fmla="*/ 0 60000 65536"/>
              <a:gd name="T11" fmla="*/ 0 60000 65536"/>
              <a:gd name="T12" fmla="*/ 0 w 219"/>
              <a:gd name="T13" fmla="*/ 0 h 216"/>
              <a:gd name="T14" fmla="*/ 219 w 219"/>
              <a:gd name="T15" fmla="*/ 216 h 2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9" h="216">
                <a:moveTo>
                  <a:pt x="0" y="0"/>
                </a:moveTo>
                <a:lnTo>
                  <a:pt x="97" y="0"/>
                </a:lnTo>
                <a:lnTo>
                  <a:pt x="97" y="216"/>
                </a:lnTo>
                <a:lnTo>
                  <a:pt x="219" y="216"/>
                </a:lnTo>
              </a:path>
            </a:pathLst>
          </a:cu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9" name="Line 23">
            <a:extLst>
              <a:ext uri="{FF2B5EF4-FFF2-40B4-BE49-F238E27FC236}">
                <a16:creationId xmlns:a16="http://schemas.microsoft.com/office/drawing/2014/main" id="{AF862A5E-F801-3D4F-8B55-6B69B2A9E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838700"/>
            <a:ext cx="630238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50" name="Rectangle 15">
            <a:extLst>
              <a:ext uri="{FF2B5EF4-FFF2-40B4-BE49-F238E27FC236}">
                <a16:creationId xmlns:a16="http://schemas.microsoft.com/office/drawing/2014/main" id="{3BBE6797-7931-094E-9FBB-D899F0B38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63" y="4652963"/>
            <a:ext cx="730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c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1" name="Rectangle 16">
            <a:extLst>
              <a:ext uri="{FF2B5EF4-FFF2-40B4-BE49-F238E27FC236}">
                <a16:creationId xmlns:a16="http://schemas.microsoft.com/office/drawing/2014/main" id="{D77F5CCA-63EE-8A4B-AC7F-FE8BDA22C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126038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h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2" name="Rectangle 17">
            <a:extLst>
              <a:ext uri="{FF2B5EF4-FFF2-40B4-BE49-F238E27FC236}">
                <a16:creationId xmlns:a16="http://schemas.microsoft.com/office/drawing/2014/main" id="{2FF9C5DC-F6BD-DF40-A9BC-7AF805228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538" y="5370513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p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3" name="Rectangle 18">
            <a:extLst>
              <a:ext uri="{FF2B5EF4-FFF2-40B4-BE49-F238E27FC236}">
                <a16:creationId xmlns:a16="http://schemas.microsoft.com/office/drawing/2014/main" id="{E45B1C46-B234-0644-AD21-17326DBEC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5092700"/>
            <a:ext cx="555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300">
                <a:latin typeface="Myriad Roman" charset="0"/>
              </a:rPr>
              <a:t>f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4" name="Freeform 19">
            <a:extLst>
              <a:ext uri="{FF2B5EF4-FFF2-40B4-BE49-F238E27FC236}">
                <a16:creationId xmlns:a16="http://schemas.microsoft.com/office/drawing/2014/main" id="{BDEB314B-AA7C-0242-BC2F-3176F4A51220}"/>
              </a:ext>
            </a:extLst>
          </p:cNvPr>
          <p:cNvSpPr>
            <a:spLocks/>
          </p:cNvSpPr>
          <p:nvPr/>
        </p:nvSpPr>
        <p:spPr bwMode="auto">
          <a:xfrm>
            <a:off x="1566863" y="5186363"/>
            <a:ext cx="534987" cy="525462"/>
          </a:xfrm>
          <a:custGeom>
            <a:avLst/>
            <a:gdLst>
              <a:gd name="T0" fmla="*/ 2147483646 w 108"/>
              <a:gd name="T1" fmla="*/ 2147483646 h 106"/>
              <a:gd name="T2" fmla="*/ 0 w 108"/>
              <a:gd name="T3" fmla="*/ 2147483646 h 106"/>
              <a:gd name="T4" fmla="*/ 2147483646 w 108"/>
              <a:gd name="T5" fmla="*/ 2147483646 h 106"/>
              <a:gd name="T6" fmla="*/ 2147483646 w 108"/>
              <a:gd name="T7" fmla="*/ 2147483646 h 106"/>
              <a:gd name="T8" fmla="*/ 0 w 108"/>
              <a:gd name="T9" fmla="*/ 0 h 106"/>
              <a:gd name="T10" fmla="*/ 2147483646 w 108"/>
              <a:gd name="T11" fmla="*/ 2147483646 h 10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8"/>
              <a:gd name="T19" fmla="*/ 0 h 106"/>
              <a:gd name="T20" fmla="*/ 108 w 108"/>
              <a:gd name="T21" fmla="*/ 106 h 10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8" h="106">
                <a:moveTo>
                  <a:pt x="108" y="53"/>
                </a:moveTo>
                <a:cubicBezTo>
                  <a:pt x="108" y="53"/>
                  <a:pt x="83" y="106"/>
                  <a:pt x="0" y="106"/>
                </a:cubicBezTo>
                <a:cubicBezTo>
                  <a:pt x="0" y="106"/>
                  <a:pt x="17" y="101"/>
                  <a:pt x="17" y="54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"/>
                  <a:pt x="0" y="0"/>
                  <a:pt x="0" y="0"/>
                </a:cubicBezTo>
                <a:cubicBezTo>
                  <a:pt x="83" y="0"/>
                  <a:pt x="108" y="53"/>
                  <a:pt x="108" y="53"/>
                </a:cubicBez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4355" name="Freeform 20">
            <a:extLst>
              <a:ext uri="{FF2B5EF4-FFF2-40B4-BE49-F238E27FC236}">
                <a16:creationId xmlns:a16="http://schemas.microsoft.com/office/drawing/2014/main" id="{4ED28A0C-C447-1A46-9E86-8AB1E8DC1FAD}"/>
              </a:ext>
            </a:extLst>
          </p:cNvPr>
          <p:cNvSpPr>
            <a:spLocks/>
          </p:cNvSpPr>
          <p:nvPr/>
        </p:nvSpPr>
        <p:spPr bwMode="auto">
          <a:xfrm>
            <a:off x="1620838" y="4635500"/>
            <a:ext cx="322262" cy="411163"/>
          </a:xfrm>
          <a:custGeom>
            <a:avLst/>
            <a:gdLst>
              <a:gd name="T0" fmla="*/ 0 w 203"/>
              <a:gd name="T1" fmla="*/ 2147483646 h 259"/>
              <a:gd name="T2" fmla="*/ 2147483646 w 203"/>
              <a:gd name="T3" fmla="*/ 2147483646 h 259"/>
              <a:gd name="T4" fmla="*/ 0 w 203"/>
              <a:gd name="T5" fmla="*/ 0 h 259"/>
              <a:gd name="T6" fmla="*/ 0 w 203"/>
              <a:gd name="T7" fmla="*/ 2147483646 h 259"/>
              <a:gd name="T8" fmla="*/ 0 60000 65536"/>
              <a:gd name="T9" fmla="*/ 0 60000 65536"/>
              <a:gd name="T10" fmla="*/ 0 60000 65536"/>
              <a:gd name="T11" fmla="*/ 0 60000 65536"/>
              <a:gd name="T12" fmla="*/ 0 w 203"/>
              <a:gd name="T13" fmla="*/ 0 h 259"/>
              <a:gd name="T14" fmla="*/ 203 w 203"/>
              <a:gd name="T15" fmla="*/ 259 h 2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3" h="259">
                <a:moveTo>
                  <a:pt x="0" y="259"/>
                </a:moveTo>
                <a:lnTo>
                  <a:pt x="203" y="128"/>
                </a:lnTo>
                <a:lnTo>
                  <a:pt x="0" y="0"/>
                </a:lnTo>
                <a:lnTo>
                  <a:pt x="0" y="259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4356" name="Oval 21">
            <a:extLst>
              <a:ext uri="{FF2B5EF4-FFF2-40B4-BE49-F238E27FC236}">
                <a16:creationId xmlns:a16="http://schemas.microsoft.com/office/drawing/2014/main" id="{3DBA1AC7-A44E-5E49-BFDA-2585718EB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863" y="4799013"/>
            <a:ext cx="74612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7" name="Freeform 22">
            <a:extLst>
              <a:ext uri="{FF2B5EF4-FFF2-40B4-BE49-F238E27FC236}">
                <a16:creationId xmlns:a16="http://schemas.microsoft.com/office/drawing/2014/main" id="{B741B9FB-84E7-E74B-ABCD-1EEC12AFED4D}"/>
              </a:ext>
            </a:extLst>
          </p:cNvPr>
          <p:cNvSpPr>
            <a:spLocks/>
          </p:cNvSpPr>
          <p:nvPr/>
        </p:nvSpPr>
        <p:spPr bwMode="auto">
          <a:xfrm>
            <a:off x="2370138" y="5053013"/>
            <a:ext cx="609600" cy="530225"/>
          </a:xfrm>
          <a:custGeom>
            <a:avLst/>
            <a:gdLst>
              <a:gd name="T0" fmla="*/ 0 w 123"/>
              <a:gd name="T1" fmla="*/ 2147483646 h 107"/>
              <a:gd name="T2" fmla="*/ 2147483646 w 123"/>
              <a:gd name="T3" fmla="*/ 2147483646 h 107"/>
              <a:gd name="T4" fmla="*/ 2147483646 w 123"/>
              <a:gd name="T5" fmla="*/ 2147483646 h 107"/>
              <a:gd name="T6" fmla="*/ 2147483646 w 123"/>
              <a:gd name="T7" fmla="*/ 0 h 107"/>
              <a:gd name="T8" fmla="*/ 0 w 123"/>
              <a:gd name="T9" fmla="*/ 0 h 107"/>
              <a:gd name="T10" fmla="*/ 0 w 123"/>
              <a:gd name="T11" fmla="*/ 2147483646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3"/>
              <a:gd name="T19" fmla="*/ 0 h 107"/>
              <a:gd name="T20" fmla="*/ 123 w 123"/>
              <a:gd name="T21" fmla="*/ 107 h 10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3" h="107">
                <a:moveTo>
                  <a:pt x="0" y="107"/>
                </a:moveTo>
                <a:cubicBezTo>
                  <a:pt x="69" y="107"/>
                  <a:pt x="69" y="107"/>
                  <a:pt x="69" y="107"/>
                </a:cubicBezTo>
                <a:cubicBezTo>
                  <a:pt x="99" y="107"/>
                  <a:pt x="123" y="83"/>
                  <a:pt x="123" y="54"/>
                </a:cubicBezTo>
                <a:cubicBezTo>
                  <a:pt x="123" y="24"/>
                  <a:pt x="99" y="0"/>
                  <a:pt x="6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7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14358" name="Group 2">
            <a:extLst>
              <a:ext uri="{FF2B5EF4-FFF2-40B4-BE49-F238E27FC236}">
                <a16:creationId xmlns:a16="http://schemas.microsoft.com/office/drawing/2014/main" id="{6EF17B4A-082C-6448-8FC6-1A0A849D08D2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933700"/>
            <a:ext cx="1085850" cy="876300"/>
            <a:chOff x="5562600" y="2934423"/>
            <a:chExt cx="1086000" cy="875577"/>
          </a:xfrm>
        </p:grpSpPr>
        <p:sp>
          <p:nvSpPr>
            <p:cNvPr id="14367" name="Line 23">
              <a:extLst>
                <a:ext uri="{FF2B5EF4-FFF2-40B4-BE49-F238E27FC236}">
                  <a16:creationId xmlns:a16="http://schemas.microsoft.com/office/drawing/2014/main" id="{863ADFDC-F4AA-7C41-98FA-C3B97FAE2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3220423"/>
              <a:ext cx="3240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68" name="Freeform 35">
              <a:extLst>
                <a:ext uri="{FF2B5EF4-FFF2-40B4-BE49-F238E27FC236}">
                  <a16:creationId xmlns:a16="http://schemas.microsoft.com/office/drawing/2014/main" id="{146B6F58-E2D0-9B4C-9F8E-181B702BAB6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62746" y="2934423"/>
              <a:ext cx="423242" cy="540000"/>
            </a:xfrm>
            <a:custGeom>
              <a:avLst/>
              <a:gdLst>
                <a:gd name="T0" fmla="*/ 0 w 203"/>
                <a:gd name="T1" fmla="*/ 2147483646 h 259"/>
                <a:gd name="T2" fmla="*/ 2147483646 w 203"/>
                <a:gd name="T3" fmla="*/ 2147483646 h 259"/>
                <a:gd name="T4" fmla="*/ 0 w 203"/>
                <a:gd name="T5" fmla="*/ 0 h 259"/>
                <a:gd name="T6" fmla="*/ 0 w 203"/>
                <a:gd name="T7" fmla="*/ 2147483646 h 2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3"/>
                <a:gd name="T13" fmla="*/ 0 h 259"/>
                <a:gd name="T14" fmla="*/ 203 w 203"/>
                <a:gd name="T15" fmla="*/ 259 h 2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3" h="259">
                  <a:moveTo>
                    <a:pt x="0" y="259"/>
                  </a:moveTo>
                  <a:lnTo>
                    <a:pt x="203" y="128"/>
                  </a:lnTo>
                  <a:lnTo>
                    <a:pt x="0" y="0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369" name="Oval 36">
              <a:extLst>
                <a:ext uri="{FF2B5EF4-FFF2-40B4-BE49-F238E27FC236}">
                  <a16:creationId xmlns:a16="http://schemas.microsoft.com/office/drawing/2014/main" id="{61C8D11A-6561-8149-A0D3-3015D1964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5988" y="3180736"/>
              <a:ext cx="74612" cy="793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70" name="Line 23">
              <a:extLst>
                <a:ext uri="{FF2B5EF4-FFF2-40B4-BE49-F238E27FC236}">
                  <a16:creationId xmlns:a16="http://schemas.microsoft.com/office/drawing/2014/main" id="{08A914B0-D42A-6E4E-AFFE-FA87492EF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0600" y="3220423"/>
              <a:ext cx="288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71" name="Text Box 46">
              <a:extLst>
                <a:ext uri="{FF2B5EF4-FFF2-40B4-BE49-F238E27FC236}">
                  <a16:creationId xmlns:a16="http://schemas.microsoft.com/office/drawing/2014/main" id="{B3962ACA-37F6-3440-8D13-7C6F26CF2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3471446"/>
              <a:ext cx="4587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Inv</a:t>
              </a:r>
            </a:p>
          </p:txBody>
        </p:sp>
        <p:sp>
          <p:nvSpPr>
            <p:cNvPr id="14372" name="Rectangle 30">
              <a:extLst>
                <a:ext uri="{FF2B5EF4-FFF2-40B4-BE49-F238E27FC236}">
                  <a16:creationId xmlns:a16="http://schemas.microsoft.com/office/drawing/2014/main" id="{4694EF9E-828B-AA47-8C22-9F203A8A1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0844" y="2942611"/>
              <a:ext cx="83356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300">
                  <a:latin typeface="Myriad Roman" charset="0"/>
                </a:rPr>
                <a:t>x</a:t>
              </a: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73" name="Rectangle 30">
              <a:extLst>
                <a:ext uri="{FF2B5EF4-FFF2-40B4-BE49-F238E27FC236}">
                  <a16:creationId xmlns:a16="http://schemas.microsoft.com/office/drawing/2014/main" id="{01486627-B262-0248-8A04-8DF4C365B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9808" y="2942611"/>
              <a:ext cx="10259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300">
                  <a:latin typeface="Myriad Roman" charset="0"/>
                </a:rPr>
                <a:t>F</a:t>
              </a: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4359" name="Rectangle 29">
            <a:extLst>
              <a:ext uri="{FF2B5EF4-FFF2-40B4-BE49-F238E27FC236}">
                <a16:creationId xmlns:a16="http://schemas.microsoft.com/office/drawing/2014/main" id="{9CDF63AF-C4FB-504B-93C8-F622B2040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4813300"/>
            <a:ext cx="1984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defTabSz="914400"/>
            <a:r>
              <a:rPr lang="en-US" altLang="en-US" sz="1400">
                <a:solidFill>
                  <a:srgbClr val="000000"/>
                </a:solidFill>
                <a:latin typeface="Helvetica" pitchFamily="2" charset="0"/>
              </a:rPr>
              <a:t>n1</a:t>
            </a:r>
            <a:endParaRPr lang="en-US" altLang="en-US" sz="1400"/>
          </a:p>
        </p:txBody>
      </p:sp>
      <p:sp>
        <p:nvSpPr>
          <p:cNvPr id="14360" name="Rectangle 29">
            <a:extLst>
              <a:ext uri="{FF2B5EF4-FFF2-40B4-BE49-F238E27FC236}">
                <a16:creationId xmlns:a16="http://schemas.microsoft.com/office/drawing/2014/main" id="{7BA6272D-AE19-3D43-9B2D-132044FC1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5" y="5561013"/>
            <a:ext cx="1984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defTabSz="914400"/>
            <a:r>
              <a:rPr lang="en-US" altLang="en-US" sz="1400">
                <a:solidFill>
                  <a:srgbClr val="000000"/>
                </a:solidFill>
                <a:latin typeface="Helvetica" pitchFamily="2" charset="0"/>
              </a:rPr>
              <a:t>n2</a:t>
            </a:r>
            <a:endParaRPr lang="en-US" altLang="en-US" sz="1400"/>
          </a:p>
        </p:txBody>
      </p:sp>
      <p:sp>
        <p:nvSpPr>
          <p:cNvPr id="14361" name="Text Box 46">
            <a:extLst>
              <a:ext uri="{FF2B5EF4-FFF2-40B4-BE49-F238E27FC236}">
                <a16:creationId xmlns:a16="http://schemas.microsoft.com/office/drawing/2014/main" id="{62E7D78C-7A30-7747-AF84-F1A511752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4424363"/>
            <a:ext cx="6635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Inv_1</a:t>
            </a:r>
          </a:p>
        </p:txBody>
      </p:sp>
      <p:sp>
        <p:nvSpPr>
          <p:cNvPr id="14362" name="Rectangle 1">
            <a:extLst>
              <a:ext uri="{FF2B5EF4-FFF2-40B4-BE49-F238E27FC236}">
                <a16:creationId xmlns:a16="http://schemas.microsoft.com/office/drawing/2014/main" id="{4D535B8E-B762-1045-ABFD-51F546160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2686050"/>
            <a:ext cx="3098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component </a:t>
            </a:r>
            <a:r>
              <a:rPr lang="de-DE" altLang="en-US">
                <a:latin typeface="TTE1F17478t00" charset="0"/>
              </a:rPr>
              <a:t>Inv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        port </a:t>
            </a:r>
            <a:r>
              <a:rPr lang="de-DE" altLang="en-US">
                <a:latin typeface="TTE1F17478t00" charset="0"/>
              </a:rPr>
              <a:t>( x 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in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;</a:t>
            </a:r>
          </a:p>
          <a:p>
            <a:pPr eaLnBrk="1"/>
            <a:r>
              <a:rPr lang="de-DE" altLang="en-US">
                <a:latin typeface="TTE1F17478t00" charset="0"/>
              </a:rPr>
              <a:t>                  F 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out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);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end component;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55361B-E7CC-D34D-8B41-3BD26EDC7A89}"/>
              </a:ext>
            </a:extLst>
          </p:cNvPr>
          <p:cNvSpPr/>
          <p:nvPr/>
        </p:nvSpPr>
        <p:spPr bwMode="auto">
          <a:xfrm>
            <a:off x="852488" y="2708275"/>
            <a:ext cx="3205162" cy="125412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F7E280-342B-C44A-B780-02B9D2ABA141}"/>
              </a:ext>
            </a:extLst>
          </p:cNvPr>
          <p:cNvSpPr/>
          <p:nvPr/>
        </p:nvSpPr>
        <p:spPr bwMode="auto">
          <a:xfrm>
            <a:off x="5410200" y="2667000"/>
            <a:ext cx="1524000" cy="125412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14365" name="Rectangle 29">
            <a:extLst>
              <a:ext uri="{FF2B5EF4-FFF2-40B4-BE49-F238E27FC236}">
                <a16:creationId xmlns:a16="http://schemas.microsoft.com/office/drawing/2014/main" id="{C1BBBDED-90A5-E345-A808-E2A98ECB6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4114800"/>
            <a:ext cx="17446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Myriad Roman" charset="0"/>
              </a:rPr>
              <a:t>Top-level module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Left-Right Arrow 40">
            <a:extLst>
              <a:ext uri="{FF2B5EF4-FFF2-40B4-BE49-F238E27FC236}">
                <a16:creationId xmlns:a16="http://schemas.microsoft.com/office/drawing/2014/main" id="{A6BB7785-6B26-A148-A80C-7E9F0030D77B}"/>
              </a:ext>
            </a:extLst>
          </p:cNvPr>
          <p:cNvSpPr/>
          <p:nvPr/>
        </p:nvSpPr>
        <p:spPr bwMode="auto">
          <a:xfrm>
            <a:off x="4410075" y="3124200"/>
            <a:ext cx="695325" cy="331788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</p:spTree>
  </p:cSld>
  <p:clrMapOvr>
    <a:masterClrMapping/>
  </p:clrMapOvr>
  <p:transition spd="med" advTm="41632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>
            <a:extLst>
              <a:ext uri="{FF2B5EF4-FFF2-40B4-BE49-F238E27FC236}">
                <a16:creationId xmlns:a16="http://schemas.microsoft.com/office/drawing/2014/main" id="{5C5C8C23-074B-1C4C-ACF1-7467C3F82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Component Instantiation</a:t>
            </a:r>
          </a:p>
        </p:txBody>
      </p:sp>
      <p:sp>
        <p:nvSpPr>
          <p:cNvPr id="16387" name="Text Box 4">
            <a:extLst>
              <a:ext uri="{FF2B5EF4-FFF2-40B4-BE49-F238E27FC236}">
                <a16:creationId xmlns:a16="http://schemas.microsoft.com/office/drawing/2014/main" id="{019A2E9E-9400-0744-9069-9609BD87F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D59954C8-E4E7-7649-9369-704FE59A54C8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7</a:t>
            </a:fld>
            <a:endParaRPr lang="de-DE" altLang="en-US" sz="1200">
              <a:solidFill>
                <a:srgbClr val="B2B2B2"/>
              </a:solidFill>
            </a:endParaRPr>
          </a:p>
        </p:txBody>
      </p:sp>
      <p:sp>
        <p:nvSpPr>
          <p:cNvPr id="16388" name="Rectangle 1">
            <a:extLst>
              <a:ext uri="{FF2B5EF4-FFF2-40B4-BE49-F238E27FC236}">
                <a16:creationId xmlns:a16="http://schemas.microsoft.com/office/drawing/2014/main" id="{6FF094C4-973C-684A-ADFC-20F5D21BA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748088"/>
            <a:ext cx="412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/>
            <a:r>
              <a:rPr lang="de-DE" altLang="en-US">
                <a:latin typeface="TTE1F17478t00" charset="0"/>
              </a:rPr>
              <a:t>Inv_1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:  </a:t>
            </a:r>
            <a:r>
              <a:rPr lang="de-DE" altLang="en-US">
                <a:latin typeface="TTE1F17478t00" charset="0"/>
              </a:rPr>
              <a:t>Inv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port map </a:t>
            </a:r>
            <a:r>
              <a:rPr lang="de-DE" altLang="en-US">
                <a:latin typeface="TTE1F17478t00" charset="0"/>
              </a:rPr>
              <a:t>(x =&gt; c, F =&gt; n1); </a:t>
            </a:r>
          </a:p>
        </p:txBody>
      </p:sp>
      <p:sp>
        <p:nvSpPr>
          <p:cNvPr id="16389" name="Rectangle 13">
            <a:extLst>
              <a:ext uri="{FF2B5EF4-FFF2-40B4-BE49-F238E27FC236}">
                <a16:creationId xmlns:a16="http://schemas.microsoft.com/office/drawing/2014/main" id="{C019B12A-D065-9E4B-8D81-A455B19B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586163"/>
            <a:ext cx="6159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 sz="1600">
                <a:solidFill>
                  <a:srgbClr val="FF0000"/>
                </a:solidFill>
                <a:latin typeface="TTE1F17478t00" charset="0"/>
              </a:rPr>
              <a:t>label</a:t>
            </a:r>
            <a:endParaRPr lang="en-GB" altLang="en-US" sz="1600">
              <a:solidFill>
                <a:srgbClr val="FF0000"/>
              </a:solidFill>
            </a:endParaRPr>
          </a:p>
        </p:txBody>
      </p:sp>
      <p:cxnSp>
        <p:nvCxnSpPr>
          <p:cNvPr id="16390" name="Straight Arrow Connector 13">
            <a:extLst>
              <a:ext uri="{FF2B5EF4-FFF2-40B4-BE49-F238E27FC236}">
                <a16:creationId xmlns:a16="http://schemas.microsoft.com/office/drawing/2014/main" id="{0072BE24-D31B-5448-BB75-DD7747237C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00113" y="3932238"/>
            <a:ext cx="503237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91" name="Straight Arrow Connector 13">
            <a:extLst>
              <a:ext uri="{FF2B5EF4-FFF2-40B4-BE49-F238E27FC236}">
                <a16:creationId xmlns:a16="http://schemas.microsoft.com/office/drawing/2014/main" id="{785F66D5-47BE-4F46-8881-3FD6E7456E3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424113" y="4029075"/>
            <a:ext cx="0" cy="3238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2" name="Rectangle 13">
            <a:extLst>
              <a:ext uri="{FF2B5EF4-FFF2-40B4-BE49-F238E27FC236}">
                <a16:creationId xmlns:a16="http://schemas.microsoft.com/office/drawing/2014/main" id="{60D99D92-A35B-4F42-8EE9-36BB0CA6D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75" y="4310063"/>
            <a:ext cx="16446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 sz="1600">
                <a:solidFill>
                  <a:srgbClr val="FF0000"/>
                </a:solidFill>
                <a:latin typeface="TTE1F17478t00" charset="0"/>
              </a:rPr>
              <a:t>component type</a:t>
            </a:r>
            <a:endParaRPr lang="en-GB" altLang="en-US" sz="1600">
              <a:solidFill>
                <a:srgbClr val="FF0000"/>
              </a:solidFill>
            </a:endParaRPr>
          </a:p>
        </p:txBody>
      </p:sp>
      <p:cxnSp>
        <p:nvCxnSpPr>
          <p:cNvPr id="16393" name="Straight Arrow Connector 13">
            <a:extLst>
              <a:ext uri="{FF2B5EF4-FFF2-40B4-BE49-F238E27FC236}">
                <a16:creationId xmlns:a16="http://schemas.microsoft.com/office/drawing/2014/main" id="{248C54DD-DE31-464C-98B6-1A53A76292E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91000" y="3657600"/>
            <a:ext cx="1122363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94" name="Straight Arrow Connector 13">
            <a:extLst>
              <a:ext uri="{FF2B5EF4-FFF2-40B4-BE49-F238E27FC236}">
                <a16:creationId xmlns:a16="http://schemas.microsoft.com/office/drawing/2014/main" id="{553163EE-FE8B-2C41-A5F0-19124146A21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91000" y="3636963"/>
            <a:ext cx="0" cy="21748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5" name="Rectangle 13">
            <a:extLst>
              <a:ext uri="{FF2B5EF4-FFF2-40B4-BE49-F238E27FC236}">
                <a16:creationId xmlns:a16="http://schemas.microsoft.com/office/drawing/2014/main" id="{C67DDFD1-F3A2-374D-90D8-829242D96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5738" y="3508375"/>
            <a:ext cx="25923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 sz="1600">
                <a:solidFill>
                  <a:srgbClr val="FF0000"/>
                </a:solidFill>
                <a:latin typeface="TTE1F17478t00" charset="0"/>
              </a:rPr>
              <a:t>Output of NOT gate on Inv</a:t>
            </a:r>
          </a:p>
          <a:p>
            <a:r>
              <a:rPr lang="en-GB" altLang="en-US" sz="1600">
                <a:solidFill>
                  <a:srgbClr val="FF0000"/>
                </a:solidFill>
                <a:latin typeface="TTE1F17478t00" charset="0"/>
              </a:rPr>
              <a:t>        (low-level port)</a:t>
            </a:r>
            <a:endParaRPr lang="en-GB" altLang="en-US" sz="1600">
              <a:solidFill>
                <a:srgbClr val="FF0000"/>
              </a:solidFill>
            </a:endParaRPr>
          </a:p>
        </p:txBody>
      </p:sp>
      <p:cxnSp>
        <p:nvCxnSpPr>
          <p:cNvPr id="16396" name="Straight Arrow Connector 13">
            <a:extLst>
              <a:ext uri="{FF2B5EF4-FFF2-40B4-BE49-F238E27FC236}">
                <a16:creationId xmlns:a16="http://schemas.microsoft.com/office/drawing/2014/main" id="{1E789770-FB56-074E-837F-5362B5940D9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40262" y="4257675"/>
            <a:ext cx="882651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97" name="Straight Arrow Connector 13">
            <a:extLst>
              <a:ext uri="{FF2B5EF4-FFF2-40B4-BE49-F238E27FC236}">
                <a16:creationId xmlns:a16="http://schemas.microsoft.com/office/drawing/2014/main" id="{7E195821-8E4C-8F42-98A6-48802CB95AB7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4540250" y="4149725"/>
            <a:ext cx="215900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8" name="Rectangle 13">
            <a:extLst>
              <a:ext uri="{FF2B5EF4-FFF2-40B4-BE49-F238E27FC236}">
                <a16:creationId xmlns:a16="http://schemas.microsoft.com/office/drawing/2014/main" id="{112D12D3-5A27-3848-A97E-EC2E3B3C1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140200"/>
            <a:ext cx="2705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 sz="1600">
                <a:solidFill>
                  <a:srgbClr val="FF0000"/>
                </a:solidFill>
                <a:latin typeface="TTE1F17478t00" charset="0"/>
              </a:rPr>
              <a:t>n1: internal signal</a:t>
            </a:r>
          </a:p>
          <a:p>
            <a:r>
              <a:rPr lang="en-GB" altLang="en-US" sz="1600">
                <a:solidFill>
                  <a:srgbClr val="FF0000"/>
                </a:solidFill>
                <a:latin typeface="TTE1F17478t00" charset="0"/>
              </a:rPr>
              <a:t>in the parent architecture</a:t>
            </a:r>
          </a:p>
        </p:txBody>
      </p:sp>
      <p:grpSp>
        <p:nvGrpSpPr>
          <p:cNvPr id="16399" name="Group 10">
            <a:extLst>
              <a:ext uri="{FF2B5EF4-FFF2-40B4-BE49-F238E27FC236}">
                <a16:creationId xmlns:a16="http://schemas.microsoft.com/office/drawing/2014/main" id="{413EEE1B-F4D0-3D4A-85DE-66CD7547273A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2409825"/>
            <a:ext cx="1177925" cy="552450"/>
            <a:chOff x="3393296" y="3962400"/>
            <a:chExt cx="1178704" cy="551668"/>
          </a:xfrm>
        </p:grpSpPr>
        <p:sp>
          <p:nvSpPr>
            <p:cNvPr id="16423" name="Line 23">
              <a:extLst>
                <a:ext uri="{FF2B5EF4-FFF2-40B4-BE49-F238E27FC236}">
                  <a16:creationId xmlns:a16="http://schemas.microsoft.com/office/drawing/2014/main" id="{1E35D8EE-0688-1B41-B7BE-371D3136A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296" y="4240212"/>
              <a:ext cx="3240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24" name="Freeform 35">
              <a:extLst>
                <a:ext uri="{FF2B5EF4-FFF2-40B4-BE49-F238E27FC236}">
                  <a16:creationId xmlns:a16="http://schemas.microsoft.com/office/drawing/2014/main" id="{841981DB-47A0-AA48-B84E-452E0A911F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44665" y="3974068"/>
              <a:ext cx="423242" cy="540000"/>
            </a:xfrm>
            <a:custGeom>
              <a:avLst/>
              <a:gdLst>
                <a:gd name="T0" fmla="*/ 0 w 203"/>
                <a:gd name="T1" fmla="*/ 2147483646 h 259"/>
                <a:gd name="T2" fmla="*/ 2147483646 w 203"/>
                <a:gd name="T3" fmla="*/ 2147483646 h 259"/>
                <a:gd name="T4" fmla="*/ 0 w 203"/>
                <a:gd name="T5" fmla="*/ 0 h 259"/>
                <a:gd name="T6" fmla="*/ 0 w 203"/>
                <a:gd name="T7" fmla="*/ 2147483646 h 2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3"/>
                <a:gd name="T13" fmla="*/ 0 h 259"/>
                <a:gd name="T14" fmla="*/ 203 w 203"/>
                <a:gd name="T15" fmla="*/ 259 h 2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3" h="259">
                  <a:moveTo>
                    <a:pt x="0" y="259"/>
                  </a:moveTo>
                  <a:lnTo>
                    <a:pt x="203" y="128"/>
                  </a:lnTo>
                  <a:lnTo>
                    <a:pt x="0" y="0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425" name="Oval 36">
              <a:extLst>
                <a:ext uri="{FF2B5EF4-FFF2-40B4-BE49-F238E27FC236}">
                  <a16:creationId xmlns:a16="http://schemas.microsoft.com/office/drawing/2014/main" id="{D840F689-165E-3848-ADDB-C75BE2AC7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588" y="4187825"/>
              <a:ext cx="74612" cy="793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26" name="Line 23">
              <a:extLst>
                <a:ext uri="{FF2B5EF4-FFF2-40B4-BE49-F238E27FC236}">
                  <a16:creationId xmlns:a16="http://schemas.microsoft.com/office/drawing/2014/main" id="{FBCC3EB7-1805-E842-8620-B3DF70148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4000" y="4240212"/>
              <a:ext cx="288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27" name="Text Box 46">
              <a:extLst>
                <a:ext uri="{FF2B5EF4-FFF2-40B4-BE49-F238E27FC236}">
                  <a16:creationId xmlns:a16="http://schemas.microsoft.com/office/drawing/2014/main" id="{6C57C45D-8EE5-1E4F-973F-71B89BC7B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085" y="4032881"/>
              <a:ext cx="4587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Inv</a:t>
              </a:r>
            </a:p>
          </p:txBody>
        </p:sp>
        <p:sp>
          <p:nvSpPr>
            <p:cNvPr id="16428" name="Rectangle 30">
              <a:extLst>
                <a:ext uri="{FF2B5EF4-FFF2-40B4-BE49-F238E27FC236}">
                  <a16:creationId xmlns:a16="http://schemas.microsoft.com/office/drawing/2014/main" id="{5F94F574-CC57-FC42-9861-5D94D1BBE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1540" y="3962400"/>
              <a:ext cx="83356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300">
                  <a:latin typeface="Myriad Roman" charset="0"/>
                </a:rPr>
                <a:t>x</a:t>
              </a: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29" name="Rectangle 30">
              <a:extLst>
                <a:ext uri="{FF2B5EF4-FFF2-40B4-BE49-F238E27FC236}">
                  <a16:creationId xmlns:a16="http://schemas.microsoft.com/office/drawing/2014/main" id="{6F749312-E83A-AA4B-BD71-43C376AE2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504" y="3962400"/>
              <a:ext cx="10259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300">
                  <a:latin typeface="Myriad Roman" charset="0"/>
                </a:rPr>
                <a:t>F</a:t>
              </a: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400" name="Group 12">
            <a:extLst>
              <a:ext uri="{FF2B5EF4-FFF2-40B4-BE49-F238E27FC236}">
                <a16:creationId xmlns:a16="http://schemas.microsoft.com/office/drawing/2014/main" id="{54860772-F318-E042-AA64-7230ED6F0829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1770063"/>
            <a:ext cx="2379662" cy="1554162"/>
            <a:chOff x="533400" y="4313635"/>
            <a:chExt cx="2379663" cy="1553765"/>
          </a:xfrm>
        </p:grpSpPr>
        <p:sp>
          <p:nvSpPr>
            <p:cNvPr id="16405" name="Rectangle 17">
              <a:extLst>
                <a:ext uri="{FF2B5EF4-FFF2-40B4-BE49-F238E27FC236}">
                  <a16:creationId xmlns:a16="http://schemas.microsoft.com/office/drawing/2014/main" id="{866BA00A-5D97-FB44-8B2E-36250C014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" y="4313635"/>
              <a:ext cx="1844675" cy="1553765"/>
            </a:xfrm>
            <a:prstGeom prst="rect">
              <a:avLst/>
            </a:prstGeom>
            <a:noFill/>
            <a:ln w="14288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06" name="Line 18">
              <a:extLst>
                <a:ext uri="{FF2B5EF4-FFF2-40B4-BE49-F238E27FC236}">
                  <a16:creationId xmlns:a16="http://schemas.microsoft.com/office/drawing/2014/main" id="{732E768C-E1B0-0044-8586-2054F0719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2538" y="5237976"/>
              <a:ext cx="3825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07" name="Line 19">
              <a:extLst>
                <a:ext uri="{FF2B5EF4-FFF2-40B4-BE49-F238E27FC236}">
                  <a16:creationId xmlns:a16="http://schemas.microsoft.com/office/drawing/2014/main" id="{FFFAC9BF-B5EB-1A49-9CFC-A46930AE0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4650" y="5372914"/>
              <a:ext cx="268288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08" name="Line 20">
              <a:extLst>
                <a:ext uri="{FF2B5EF4-FFF2-40B4-BE49-F238E27FC236}">
                  <a16:creationId xmlns:a16="http://schemas.microsoft.com/office/drawing/2014/main" id="{166801C8-42D2-0E45-8AE1-DDBF5EFC9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038" y="5237976"/>
              <a:ext cx="6238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09" name="Line 21">
              <a:extLst>
                <a:ext uri="{FF2B5EF4-FFF2-40B4-BE49-F238E27FC236}">
                  <a16:creationId xmlns:a16="http://schemas.microsoft.com/office/drawing/2014/main" id="{ECD72F7E-CE01-A246-8CEE-8A2094B78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038" y="5501501"/>
              <a:ext cx="6238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10" name="Freeform 22">
              <a:extLst>
                <a:ext uri="{FF2B5EF4-FFF2-40B4-BE49-F238E27FC236}">
                  <a16:creationId xmlns:a16="http://schemas.microsoft.com/office/drawing/2014/main" id="{7D0E8E85-6C78-B246-BDE4-DE9C7BA64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5" y="4761726"/>
              <a:ext cx="347663" cy="342900"/>
            </a:xfrm>
            <a:custGeom>
              <a:avLst/>
              <a:gdLst>
                <a:gd name="T0" fmla="*/ 0 w 219"/>
                <a:gd name="T1" fmla="*/ 0 h 216"/>
                <a:gd name="T2" fmla="*/ 2147483646 w 219"/>
                <a:gd name="T3" fmla="*/ 0 h 216"/>
                <a:gd name="T4" fmla="*/ 2147483646 w 219"/>
                <a:gd name="T5" fmla="*/ 2147483646 h 216"/>
                <a:gd name="T6" fmla="*/ 2147483646 w 219"/>
                <a:gd name="T7" fmla="*/ 2147483646 h 2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9"/>
                <a:gd name="T13" fmla="*/ 0 h 216"/>
                <a:gd name="T14" fmla="*/ 219 w 219"/>
                <a:gd name="T15" fmla="*/ 216 h 2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9" h="216">
                  <a:moveTo>
                    <a:pt x="0" y="0"/>
                  </a:moveTo>
                  <a:lnTo>
                    <a:pt x="97" y="0"/>
                  </a:lnTo>
                  <a:lnTo>
                    <a:pt x="97" y="216"/>
                  </a:lnTo>
                  <a:lnTo>
                    <a:pt x="219" y="21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11" name="Line 23">
              <a:extLst>
                <a:ext uri="{FF2B5EF4-FFF2-40B4-BE49-F238E27FC236}">
                  <a16:creationId xmlns:a16="http://schemas.microsoft.com/office/drawing/2014/main" id="{4E2F9A44-1E75-E94C-B72F-8A3F12BD0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" y="4761726"/>
              <a:ext cx="630238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12" name="Rectangle 30">
              <a:extLst>
                <a:ext uri="{FF2B5EF4-FFF2-40B4-BE49-F238E27FC236}">
                  <a16:creationId xmlns:a16="http://schemas.microsoft.com/office/drawing/2014/main" id="{5ADE3C5C-371C-5742-AD2E-5F59B83CB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63" y="4575989"/>
              <a:ext cx="73025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300">
                  <a:latin typeface="Myriad Roman" charset="0"/>
                </a:rPr>
                <a:t>c</a:t>
              </a: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3" name="Rectangle 31">
              <a:extLst>
                <a:ext uri="{FF2B5EF4-FFF2-40B4-BE49-F238E27FC236}">
                  <a16:creationId xmlns:a16="http://schemas.microsoft.com/office/drawing/2014/main" id="{40650266-0CBE-7A4D-AF7F-CDE5D8D49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" y="5049064"/>
              <a:ext cx="82550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300">
                  <a:latin typeface="Myriad Roman" charset="0"/>
                </a:rPr>
                <a:t>h</a:t>
              </a: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4" name="Rectangle 32">
              <a:extLst>
                <a:ext uri="{FF2B5EF4-FFF2-40B4-BE49-F238E27FC236}">
                  <a16:creationId xmlns:a16="http://schemas.microsoft.com/office/drawing/2014/main" id="{CE6331E4-73C6-3148-9FA6-7AF0924B2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338" y="5293539"/>
              <a:ext cx="82550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300">
                  <a:latin typeface="Myriad Roman" charset="0"/>
                </a:rPr>
                <a:t>p</a:t>
              </a: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5" name="Rectangle 33">
              <a:extLst>
                <a:ext uri="{FF2B5EF4-FFF2-40B4-BE49-F238E27FC236}">
                  <a16:creationId xmlns:a16="http://schemas.microsoft.com/office/drawing/2014/main" id="{9C8ADAC5-9E34-DC43-B6C1-1D8A9BDDF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500" y="5015726"/>
              <a:ext cx="55563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300">
                  <a:latin typeface="Myriad Roman" charset="0"/>
                </a:rPr>
                <a:t>f</a:t>
              </a: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6" name="Freeform 34">
              <a:extLst>
                <a:ext uri="{FF2B5EF4-FFF2-40B4-BE49-F238E27FC236}">
                  <a16:creationId xmlns:a16="http://schemas.microsoft.com/office/drawing/2014/main" id="{0CFF761B-31B2-4748-8F24-320D063FF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63" y="5109389"/>
              <a:ext cx="534987" cy="525462"/>
            </a:xfrm>
            <a:custGeom>
              <a:avLst/>
              <a:gdLst>
                <a:gd name="T0" fmla="*/ 2147483646 w 108"/>
                <a:gd name="T1" fmla="*/ 2147483646 h 106"/>
                <a:gd name="T2" fmla="*/ 0 w 108"/>
                <a:gd name="T3" fmla="*/ 2147483646 h 106"/>
                <a:gd name="T4" fmla="*/ 2147483646 w 108"/>
                <a:gd name="T5" fmla="*/ 2147483646 h 106"/>
                <a:gd name="T6" fmla="*/ 2147483646 w 108"/>
                <a:gd name="T7" fmla="*/ 2147483646 h 106"/>
                <a:gd name="T8" fmla="*/ 0 w 108"/>
                <a:gd name="T9" fmla="*/ 0 h 106"/>
                <a:gd name="T10" fmla="*/ 2147483646 w 108"/>
                <a:gd name="T11" fmla="*/ 2147483646 h 1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8"/>
                <a:gd name="T19" fmla="*/ 0 h 106"/>
                <a:gd name="T20" fmla="*/ 108 w 108"/>
                <a:gd name="T21" fmla="*/ 106 h 1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8" h="106">
                  <a:moveTo>
                    <a:pt x="108" y="53"/>
                  </a:moveTo>
                  <a:cubicBezTo>
                    <a:pt x="108" y="53"/>
                    <a:pt x="83" y="106"/>
                    <a:pt x="0" y="106"/>
                  </a:cubicBezTo>
                  <a:cubicBezTo>
                    <a:pt x="0" y="106"/>
                    <a:pt x="17" y="101"/>
                    <a:pt x="17" y="54"/>
                  </a:cubicBezTo>
                  <a:cubicBezTo>
                    <a:pt x="17" y="52"/>
                    <a:pt x="17" y="52"/>
                    <a:pt x="17" y="52"/>
                  </a:cubicBezTo>
                  <a:cubicBezTo>
                    <a:pt x="17" y="5"/>
                    <a:pt x="0" y="0"/>
                    <a:pt x="0" y="0"/>
                  </a:cubicBezTo>
                  <a:cubicBezTo>
                    <a:pt x="83" y="0"/>
                    <a:pt x="108" y="53"/>
                    <a:pt x="108" y="53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417" name="Freeform 35">
              <a:extLst>
                <a:ext uri="{FF2B5EF4-FFF2-40B4-BE49-F238E27FC236}">
                  <a16:creationId xmlns:a16="http://schemas.microsoft.com/office/drawing/2014/main" id="{F18C3899-5110-B343-B921-40785B3E4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38" y="4558526"/>
              <a:ext cx="322262" cy="411163"/>
            </a:xfrm>
            <a:custGeom>
              <a:avLst/>
              <a:gdLst>
                <a:gd name="T0" fmla="*/ 0 w 203"/>
                <a:gd name="T1" fmla="*/ 2147483646 h 259"/>
                <a:gd name="T2" fmla="*/ 2147483646 w 203"/>
                <a:gd name="T3" fmla="*/ 2147483646 h 259"/>
                <a:gd name="T4" fmla="*/ 0 w 203"/>
                <a:gd name="T5" fmla="*/ 0 h 259"/>
                <a:gd name="T6" fmla="*/ 0 w 203"/>
                <a:gd name="T7" fmla="*/ 2147483646 h 2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3"/>
                <a:gd name="T13" fmla="*/ 0 h 259"/>
                <a:gd name="T14" fmla="*/ 203 w 203"/>
                <a:gd name="T15" fmla="*/ 259 h 2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3" h="259">
                  <a:moveTo>
                    <a:pt x="0" y="259"/>
                  </a:moveTo>
                  <a:lnTo>
                    <a:pt x="203" y="128"/>
                  </a:lnTo>
                  <a:lnTo>
                    <a:pt x="0" y="0"/>
                  </a:lnTo>
                  <a:lnTo>
                    <a:pt x="0" y="25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418" name="Oval 36">
              <a:extLst>
                <a:ext uri="{FF2B5EF4-FFF2-40B4-BE49-F238E27FC236}">
                  <a16:creationId xmlns:a16="http://schemas.microsoft.com/office/drawing/2014/main" id="{DAFE72B1-2ED5-FC45-9F72-2E2F7D36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63" y="4722039"/>
              <a:ext cx="74612" cy="793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19" name="Freeform 37">
              <a:extLst>
                <a:ext uri="{FF2B5EF4-FFF2-40B4-BE49-F238E27FC236}">
                  <a16:creationId xmlns:a16="http://schemas.microsoft.com/office/drawing/2014/main" id="{000E20DB-5F4B-FF43-87B3-5B7B452B2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938" y="4976039"/>
              <a:ext cx="609600" cy="530225"/>
            </a:xfrm>
            <a:custGeom>
              <a:avLst/>
              <a:gdLst>
                <a:gd name="T0" fmla="*/ 0 w 123"/>
                <a:gd name="T1" fmla="*/ 2147483646 h 107"/>
                <a:gd name="T2" fmla="*/ 2147483646 w 123"/>
                <a:gd name="T3" fmla="*/ 2147483646 h 107"/>
                <a:gd name="T4" fmla="*/ 2147483646 w 123"/>
                <a:gd name="T5" fmla="*/ 2147483646 h 107"/>
                <a:gd name="T6" fmla="*/ 2147483646 w 123"/>
                <a:gd name="T7" fmla="*/ 0 h 107"/>
                <a:gd name="T8" fmla="*/ 0 w 123"/>
                <a:gd name="T9" fmla="*/ 0 h 107"/>
                <a:gd name="T10" fmla="*/ 0 w 123"/>
                <a:gd name="T11" fmla="*/ 2147483646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3"/>
                <a:gd name="T19" fmla="*/ 0 h 107"/>
                <a:gd name="T20" fmla="*/ 123 w 123"/>
                <a:gd name="T21" fmla="*/ 107 h 1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3" h="107">
                  <a:moveTo>
                    <a:pt x="0" y="107"/>
                  </a:moveTo>
                  <a:cubicBezTo>
                    <a:pt x="69" y="107"/>
                    <a:pt x="69" y="107"/>
                    <a:pt x="69" y="107"/>
                  </a:cubicBezTo>
                  <a:cubicBezTo>
                    <a:pt x="99" y="107"/>
                    <a:pt x="123" y="83"/>
                    <a:pt x="123" y="54"/>
                  </a:cubicBezTo>
                  <a:cubicBezTo>
                    <a:pt x="123" y="24"/>
                    <a:pt x="99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7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420" name="Rectangle 29">
              <a:extLst>
                <a:ext uri="{FF2B5EF4-FFF2-40B4-BE49-F238E27FC236}">
                  <a16:creationId xmlns:a16="http://schemas.microsoft.com/office/drawing/2014/main" id="{58BDC3D6-08C3-E048-802D-4EDE30160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871" y="4638397"/>
              <a:ext cx="198704" cy="215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n1</a:t>
              </a:r>
              <a:endParaRPr lang="en-US" altLang="en-US" sz="1400"/>
            </a:p>
          </p:txBody>
        </p:sp>
        <p:sp>
          <p:nvSpPr>
            <p:cNvPr id="16421" name="Rectangle 29">
              <a:extLst>
                <a:ext uri="{FF2B5EF4-FFF2-40B4-BE49-F238E27FC236}">
                  <a16:creationId xmlns:a16="http://schemas.microsoft.com/office/drawing/2014/main" id="{1D08DC9B-FC87-1647-9041-7B3C95536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641" y="5484477"/>
              <a:ext cx="19877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n2</a:t>
              </a:r>
              <a:endParaRPr lang="en-US" altLang="en-US" sz="1400"/>
            </a:p>
          </p:txBody>
        </p:sp>
        <p:sp>
          <p:nvSpPr>
            <p:cNvPr id="16422" name="Text Box 46">
              <a:extLst>
                <a:ext uri="{FF2B5EF4-FFF2-40B4-BE49-F238E27FC236}">
                  <a16:creationId xmlns:a16="http://schemas.microsoft.com/office/drawing/2014/main" id="{288BBCDD-0603-3F41-9736-7B8E46FBC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111" y="4313635"/>
              <a:ext cx="66396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7000"/>
                </a:lnSpc>
                <a:spcAft>
                  <a:spcPts val="14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1pPr>
              <a:lvl2pPr>
                <a:lnSpc>
                  <a:spcPct val="97000"/>
                </a:lnSpc>
                <a:spcAft>
                  <a:spcPts val="11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2pPr>
              <a:lvl3pPr>
                <a:lnSpc>
                  <a:spcPct val="97000"/>
                </a:lnSpc>
                <a:spcAft>
                  <a:spcPts val="85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3pPr>
              <a:lvl4pPr>
                <a:lnSpc>
                  <a:spcPct val="97000"/>
                </a:lnSpc>
                <a:spcAft>
                  <a:spcPts val="5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4pPr>
              <a:lvl5pPr>
                <a:lnSpc>
                  <a:spcPct val="97000"/>
                </a:lnSpc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Frutiger LT Com 55 Roman" pitchFamily="1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Inv_1</a:t>
              </a:r>
            </a:p>
          </p:txBody>
        </p:sp>
      </p:grpSp>
      <p:sp>
        <p:nvSpPr>
          <p:cNvPr id="16401" name="Rectangle 73">
            <a:extLst>
              <a:ext uri="{FF2B5EF4-FFF2-40B4-BE49-F238E27FC236}">
                <a16:creationId xmlns:a16="http://schemas.microsoft.com/office/drawing/2014/main" id="{7A66DF7C-2342-0845-BE04-0107C34BF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765675"/>
            <a:ext cx="5334000" cy="1285875"/>
          </a:xfrm>
          <a:prstGeom prst="rect">
            <a:avLst/>
          </a:prstGeom>
          <a:solidFill>
            <a:srgbClr val="D4E0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6402" name="AutoShape 3">
            <a:extLst>
              <a:ext uri="{FF2B5EF4-FFF2-40B4-BE49-F238E27FC236}">
                <a16:creationId xmlns:a16="http://schemas.microsoft.com/office/drawing/2014/main" id="{BCA3BF96-4307-A34B-958C-9EE553901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851400"/>
            <a:ext cx="5562600" cy="1168400"/>
          </a:xfrm>
          <a:custGeom>
            <a:avLst/>
            <a:gdLst>
              <a:gd name="T0" fmla="*/ 2147483646 w 4721225"/>
              <a:gd name="T1" fmla="*/ 49 h 2009775"/>
              <a:gd name="T2" fmla="*/ 2147483646 w 4721225"/>
              <a:gd name="T3" fmla="*/ 98 h 2009775"/>
              <a:gd name="T4" fmla="*/ 0 w 4721225"/>
              <a:gd name="T5" fmla="*/ 49 h 2009775"/>
              <a:gd name="T6" fmla="*/ 2147483646 w 4721225"/>
              <a:gd name="T7" fmla="*/ 0 h 2009775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4721225"/>
              <a:gd name="T13" fmla="*/ 0 h 2009775"/>
              <a:gd name="T14" fmla="*/ 4721225 w 4721225"/>
              <a:gd name="T15" fmla="*/ 2009775 h 20097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21225" h="2009775">
                <a:moveTo>
                  <a:pt x="0" y="0"/>
                </a:moveTo>
                <a:lnTo>
                  <a:pt x="13115" y="0"/>
                </a:lnTo>
                <a:lnTo>
                  <a:pt x="13115" y="5584"/>
                </a:lnTo>
                <a:lnTo>
                  <a:pt x="0" y="5584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&lt;instance&gt;: &lt;component&gt;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port map (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  &lt;port&gt; =&gt; &lt;parent signal or port&gt;,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600"/>
              <a:t>    &lt;port&gt; =&gt; &lt;parent signal or port&gt;);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F01BF8-6183-2442-B4A3-9709AD320AF2}"/>
              </a:ext>
            </a:extLst>
          </p:cNvPr>
          <p:cNvSpPr/>
          <p:nvPr/>
        </p:nvSpPr>
        <p:spPr bwMode="auto">
          <a:xfrm>
            <a:off x="800100" y="3508375"/>
            <a:ext cx="7464425" cy="122555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30DAB14-70AB-464F-919B-ED5491B5A0E7}"/>
              </a:ext>
            </a:extLst>
          </p:cNvPr>
          <p:cNvSpPr/>
          <p:nvPr/>
        </p:nvSpPr>
        <p:spPr bwMode="auto">
          <a:xfrm>
            <a:off x="2057400" y="1676400"/>
            <a:ext cx="4724400" cy="1722438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</p:spTree>
  </p:cSld>
  <p:clrMapOvr>
    <a:masterClrMapping/>
  </p:clrMapOvr>
  <p:transition spd="med" advTm="38434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">
            <a:extLst>
              <a:ext uri="{FF2B5EF4-FFF2-40B4-BE49-F238E27FC236}">
                <a16:creationId xmlns:a16="http://schemas.microsoft.com/office/drawing/2014/main" id="{4D5CFFEA-D407-8944-9E56-E1BC73062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265613"/>
            <a:ext cx="3048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de-DE" altLang="en-US">
                <a:latin typeface="TTE1F17478t00" charset="0"/>
              </a:rPr>
              <a:t> component declaration</a:t>
            </a:r>
            <a:endParaRPr lang="en-GB" altLang="en-US"/>
          </a:p>
        </p:txBody>
      </p:sp>
      <p:sp>
        <p:nvSpPr>
          <p:cNvPr id="18435" name="TextBox 40">
            <a:extLst>
              <a:ext uri="{FF2B5EF4-FFF2-40B4-BE49-F238E27FC236}">
                <a16:creationId xmlns:a16="http://schemas.microsoft.com/office/drawing/2014/main" id="{552ACC21-47B1-2F42-9851-023670F62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45113"/>
            <a:ext cx="3048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de-DE" altLang="en-US">
                <a:latin typeface="TTE1F17478t00" charset="0"/>
              </a:rPr>
              <a:t> component instantiation</a:t>
            </a:r>
            <a:endParaRPr lang="en-GB" altLang="en-US"/>
          </a:p>
        </p:txBody>
      </p:sp>
      <p:sp>
        <p:nvSpPr>
          <p:cNvPr id="18436" name="AutoShape 3">
            <a:extLst>
              <a:ext uri="{FF2B5EF4-FFF2-40B4-BE49-F238E27FC236}">
                <a16:creationId xmlns:a16="http://schemas.microsoft.com/office/drawing/2014/main" id="{AB62F2C4-CD15-EB4B-8072-506601CE9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3895725"/>
            <a:ext cx="4267200" cy="2247900"/>
          </a:xfrm>
          <a:custGeom>
            <a:avLst/>
            <a:gdLst>
              <a:gd name="T0" fmla="*/ 1 w 8135937"/>
              <a:gd name="T1" fmla="*/ 0 h 6124575"/>
              <a:gd name="T2" fmla="*/ 1 w 8135937"/>
              <a:gd name="T3" fmla="*/ 0 h 6124575"/>
              <a:gd name="T4" fmla="*/ 0 w 8135937"/>
              <a:gd name="T5" fmla="*/ 0 h 6124575"/>
              <a:gd name="T6" fmla="*/ 1 w 8135937"/>
              <a:gd name="T7" fmla="*/ 0 h 6124575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135937"/>
              <a:gd name="T13" fmla="*/ 0 h 6124575"/>
              <a:gd name="T14" fmla="*/ 8135937 w 8135937"/>
              <a:gd name="T15" fmla="*/ 6124575 h 61245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35937" h="6124575">
                <a:moveTo>
                  <a:pt x="0" y="0"/>
                </a:moveTo>
                <a:lnTo>
                  <a:pt x="22601" y="0"/>
                </a:lnTo>
                <a:lnTo>
                  <a:pt x="22601" y="17014"/>
                </a:lnTo>
                <a:lnTo>
                  <a:pt x="0" y="17014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architecture</a:t>
            </a:r>
            <a:r>
              <a:rPr lang="de-DE" altLang="en-US" sz="1600" i="1">
                <a:latin typeface="TTE1F17478t00" charset="0"/>
              </a:rPr>
              <a:t> </a:t>
            </a:r>
            <a:r>
              <a:rPr lang="de-DE" altLang="en-US">
                <a:latin typeface="TTE1F17478t00" charset="0"/>
              </a:rPr>
              <a:t>circuit</a:t>
            </a:r>
            <a:r>
              <a:rPr lang="de-DE" altLang="en-US" sz="1600" i="1">
                <a:latin typeface="TTE1F17478t00" charset="0"/>
              </a:rPr>
              <a:t> </a:t>
            </a:r>
            <a:r>
              <a:rPr lang="de-DE" altLang="en-US" sz="1600">
                <a:solidFill>
                  <a:srgbClr val="0000FF"/>
                </a:solidFill>
                <a:latin typeface="TTE1F17478t00" charset="0"/>
              </a:rPr>
              <a:t>of</a:t>
            </a:r>
            <a:r>
              <a:rPr lang="de-DE" altLang="en-US" sz="1600" i="1">
                <a:latin typeface="TTE1F17478t00" charset="0"/>
              </a:rPr>
              <a:t> </a:t>
            </a:r>
            <a:r>
              <a:rPr lang="de-DE" altLang="en-US">
                <a:latin typeface="TTE1F17478t00" charset="0"/>
              </a:rPr>
              <a:t>DoorOpener</a:t>
            </a:r>
            <a:r>
              <a:rPr lang="de-DE" altLang="en-US" sz="1600" i="1">
                <a:latin typeface="TTE1F17478t00" charset="0"/>
              </a:rPr>
              <a:t> </a:t>
            </a:r>
            <a:r>
              <a:rPr lang="de-DE" altLang="en-US" sz="1600">
                <a:solidFill>
                  <a:srgbClr val="0000FF"/>
                </a:solidFill>
                <a:latin typeface="TTE1F17478t00" charset="0"/>
              </a:rPr>
              <a:t>is</a:t>
            </a:r>
            <a:endParaRPr lang="de-DE" altLang="en-US" sz="1600" i="1">
              <a:latin typeface="TTE1F17478t00" charset="0"/>
            </a:endParaRP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endParaRPr lang="de-DE" altLang="en-US">
              <a:solidFill>
                <a:srgbClr val="0000FF"/>
              </a:solidFill>
              <a:latin typeface="TTE1F17478t00" charset="0"/>
            </a:endParaRP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endParaRPr lang="de-DE" altLang="en-US">
              <a:solidFill>
                <a:srgbClr val="0000FF"/>
              </a:solidFill>
              <a:latin typeface="TTE1F17478t00" charset="0"/>
            </a:endParaRP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begin</a:t>
            </a: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de-DE" altLang="en-US">
              <a:solidFill>
                <a:srgbClr val="0000FF"/>
              </a:solidFill>
              <a:latin typeface="TTE1F17478t00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endParaRPr lang="de-DE" altLang="en-US">
              <a:solidFill>
                <a:srgbClr val="0000FF"/>
              </a:solidFill>
              <a:latin typeface="TTE1F17478t00" charset="0"/>
            </a:endParaRP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end architecture </a:t>
            </a:r>
            <a:r>
              <a:rPr lang="de-DE" altLang="en-US">
                <a:latin typeface="TTE1F17478t00" charset="0"/>
              </a:rPr>
              <a:t>circuit;</a:t>
            </a:r>
          </a:p>
        </p:txBody>
      </p:sp>
      <p:sp>
        <p:nvSpPr>
          <p:cNvPr id="18437" name="Text Box 1">
            <a:extLst>
              <a:ext uri="{FF2B5EF4-FFF2-40B4-BE49-F238E27FC236}">
                <a16:creationId xmlns:a16="http://schemas.microsoft.com/office/drawing/2014/main" id="{05BCADD2-9686-B744-86D2-8EDF12474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BE73A5D9-0569-3C4C-94FE-53043062E516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8</a:t>
            </a:fld>
            <a:endParaRPr lang="de-DE" altLang="en-US" sz="1200">
              <a:solidFill>
                <a:srgbClr val="B2B2B2"/>
              </a:solidFill>
            </a:endParaRPr>
          </a:p>
        </p:txBody>
      </p:sp>
      <p:grpSp>
        <p:nvGrpSpPr>
          <p:cNvPr id="18438" name="Group 1">
            <a:extLst>
              <a:ext uri="{FF2B5EF4-FFF2-40B4-BE49-F238E27FC236}">
                <a16:creationId xmlns:a16="http://schemas.microsoft.com/office/drawing/2014/main" id="{363D9D96-745C-E648-9CBB-9E88E33AD4C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5000" y="2895600"/>
            <a:ext cx="2236788" cy="1720850"/>
            <a:chOff x="6686550" y="1778794"/>
            <a:chExt cx="1864625" cy="1433512"/>
          </a:xfrm>
        </p:grpSpPr>
        <p:sp>
          <p:nvSpPr>
            <p:cNvPr id="18448" name="Rectangle 6">
              <a:extLst>
                <a:ext uri="{FF2B5EF4-FFF2-40B4-BE49-F238E27FC236}">
                  <a16:creationId xmlns:a16="http://schemas.microsoft.com/office/drawing/2014/main" id="{A7633C75-FC3E-5449-A12B-E7FB445FB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199" y="1778794"/>
              <a:ext cx="1470025" cy="1433512"/>
            </a:xfrm>
            <a:prstGeom prst="rect">
              <a:avLst/>
            </a:prstGeom>
            <a:noFill/>
            <a:ln w="952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18449" name="Line 7">
              <a:extLst>
                <a:ext uri="{FF2B5EF4-FFF2-40B4-BE49-F238E27FC236}">
                  <a16:creationId xmlns:a16="http://schemas.microsoft.com/office/drawing/2014/main" id="{26779FC5-0F99-2843-B1D8-E86E46636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1175" y="2648744"/>
              <a:ext cx="420000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0" name="Line 8">
              <a:extLst>
                <a:ext uri="{FF2B5EF4-FFF2-40B4-BE49-F238E27FC236}">
                  <a16:creationId xmlns:a16="http://schemas.microsoft.com/office/drawing/2014/main" id="{F53E2D18-2F09-B946-B32D-30F63A3D9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2753519"/>
              <a:ext cx="190500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1" name="Line 9">
              <a:extLst>
                <a:ext uri="{FF2B5EF4-FFF2-40B4-BE49-F238E27FC236}">
                  <a16:creationId xmlns:a16="http://schemas.microsoft.com/office/drawing/2014/main" id="{5DB3A1C6-D3B1-4246-8169-36DD60ECC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0837" y="2648744"/>
              <a:ext cx="454025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2" name="Line 10">
              <a:extLst>
                <a:ext uri="{FF2B5EF4-FFF2-40B4-BE49-F238E27FC236}">
                  <a16:creationId xmlns:a16="http://schemas.microsoft.com/office/drawing/2014/main" id="{63F183DE-F155-9743-80D2-92520E428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0837" y="2853531"/>
              <a:ext cx="454025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3" name="Freeform 10">
              <a:extLst>
                <a:ext uri="{FF2B5EF4-FFF2-40B4-BE49-F238E27FC236}">
                  <a16:creationId xmlns:a16="http://schemas.microsoft.com/office/drawing/2014/main" id="{753F199D-F77C-DA40-9BC8-5CFD7BE67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5850" y="2280444"/>
              <a:ext cx="247650" cy="265112"/>
            </a:xfrm>
            <a:custGeom>
              <a:avLst/>
              <a:gdLst>
                <a:gd name="T0" fmla="*/ 0 w 156"/>
                <a:gd name="T1" fmla="*/ 0 h 167"/>
                <a:gd name="T2" fmla="*/ 2147483646 w 156"/>
                <a:gd name="T3" fmla="*/ 0 h 167"/>
                <a:gd name="T4" fmla="*/ 2147483646 w 156"/>
                <a:gd name="T5" fmla="*/ 2147483646 h 167"/>
                <a:gd name="T6" fmla="*/ 2147483646 w 156"/>
                <a:gd name="T7" fmla="*/ 2147483646 h 1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" h="167">
                  <a:moveTo>
                    <a:pt x="0" y="0"/>
                  </a:moveTo>
                  <a:lnTo>
                    <a:pt x="70" y="0"/>
                  </a:lnTo>
                  <a:lnTo>
                    <a:pt x="70" y="167"/>
                  </a:lnTo>
                  <a:lnTo>
                    <a:pt x="156" y="167"/>
                  </a:lnTo>
                </a:path>
              </a:pathLst>
            </a:cu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4" name="Line 12">
              <a:extLst>
                <a:ext uri="{FF2B5EF4-FFF2-40B4-BE49-F238E27FC236}">
                  <a16:creationId xmlns:a16="http://schemas.microsoft.com/office/drawing/2014/main" id="{62BB9334-CAEB-5040-BCBB-E37CE8562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6550" y="2280444"/>
              <a:ext cx="454025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5" name="Rectangle 16">
              <a:extLst>
                <a:ext uri="{FF2B5EF4-FFF2-40B4-BE49-F238E27FC236}">
                  <a16:creationId xmlns:a16="http://schemas.microsoft.com/office/drawing/2014/main" id="{43595E84-7239-5844-9094-1726B64ED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8212" y="1778794"/>
              <a:ext cx="861614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Door Opener</a:t>
              </a:r>
              <a:endParaRPr lang="en-US" altLang="en-US" sz="1400"/>
            </a:p>
          </p:txBody>
        </p:sp>
        <p:sp>
          <p:nvSpPr>
            <p:cNvPr id="18456" name="Rectangle 17">
              <a:extLst>
                <a:ext uri="{FF2B5EF4-FFF2-40B4-BE49-F238E27FC236}">
                  <a16:creationId xmlns:a16="http://schemas.microsoft.com/office/drawing/2014/main" id="{188CD5CD-74A4-664A-803E-F24C4C56A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87" y="2096294"/>
              <a:ext cx="74807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c</a:t>
              </a:r>
            </a:p>
          </p:txBody>
        </p:sp>
        <p:sp>
          <p:nvSpPr>
            <p:cNvPr id="18457" name="Rectangle 18">
              <a:extLst>
                <a:ext uri="{FF2B5EF4-FFF2-40B4-BE49-F238E27FC236}">
                  <a16:creationId xmlns:a16="http://schemas.microsoft.com/office/drawing/2014/main" id="{57ADB9DF-B9DB-014D-8A4B-A71E8CF22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1313" y="2477294"/>
              <a:ext cx="82822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h</a:t>
              </a:r>
            </a:p>
          </p:txBody>
        </p:sp>
        <p:sp>
          <p:nvSpPr>
            <p:cNvPr id="18458" name="Rectangle 19">
              <a:extLst>
                <a:ext uri="{FF2B5EF4-FFF2-40B4-BE49-F238E27FC236}">
                  <a16:creationId xmlns:a16="http://schemas.microsoft.com/office/drawing/2014/main" id="{D5BEB045-F6C8-6A43-BB29-3AC34B207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1312" y="2667794"/>
              <a:ext cx="82822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p</a:t>
              </a:r>
              <a:endParaRPr lang="en-US" altLang="en-US" sz="1400"/>
            </a:p>
          </p:txBody>
        </p:sp>
        <p:sp>
          <p:nvSpPr>
            <p:cNvPr id="18459" name="Rectangle 20">
              <a:extLst>
                <a:ext uri="{FF2B5EF4-FFF2-40B4-BE49-F238E27FC236}">
                  <a16:creationId xmlns:a16="http://schemas.microsoft.com/office/drawing/2014/main" id="{4F1516CA-FE3C-7942-A8E0-4255F0EFE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6640" y="2477294"/>
              <a:ext cx="41412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f</a:t>
              </a:r>
            </a:p>
          </p:txBody>
        </p:sp>
        <p:sp>
          <p:nvSpPr>
            <p:cNvPr id="18460" name="Freeform 21">
              <a:extLst>
                <a:ext uri="{FF2B5EF4-FFF2-40B4-BE49-F238E27FC236}">
                  <a16:creationId xmlns:a16="http://schemas.microsoft.com/office/drawing/2014/main" id="{582C5C0A-CB9E-204D-86DC-8F6588D66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062" y="2545556"/>
              <a:ext cx="388938" cy="411162"/>
            </a:xfrm>
            <a:custGeom>
              <a:avLst/>
              <a:gdLst>
                <a:gd name="T0" fmla="*/ 2147483646 w 108"/>
                <a:gd name="T1" fmla="*/ 2147483646 h 107"/>
                <a:gd name="T2" fmla="*/ 0 w 108"/>
                <a:gd name="T3" fmla="*/ 2147483646 h 107"/>
                <a:gd name="T4" fmla="*/ 2147483646 w 108"/>
                <a:gd name="T5" fmla="*/ 2147483646 h 107"/>
                <a:gd name="T6" fmla="*/ 2147483646 w 108"/>
                <a:gd name="T7" fmla="*/ 2147483646 h 107"/>
                <a:gd name="T8" fmla="*/ 0 w 108"/>
                <a:gd name="T9" fmla="*/ 0 h 107"/>
                <a:gd name="T10" fmla="*/ 2147483646 w 108"/>
                <a:gd name="T11" fmla="*/ 2147483646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07">
                  <a:moveTo>
                    <a:pt x="108" y="54"/>
                  </a:moveTo>
                  <a:cubicBezTo>
                    <a:pt x="108" y="54"/>
                    <a:pt x="83" y="107"/>
                    <a:pt x="0" y="107"/>
                  </a:cubicBezTo>
                  <a:cubicBezTo>
                    <a:pt x="0" y="107"/>
                    <a:pt x="16" y="101"/>
                    <a:pt x="16" y="54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"/>
                    <a:pt x="0" y="0"/>
                    <a:pt x="0" y="0"/>
                  </a:cubicBezTo>
                  <a:cubicBezTo>
                    <a:pt x="83" y="0"/>
                    <a:pt x="108" y="54"/>
                    <a:pt x="108" y="5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78C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61" name="Freeform 22">
              <a:extLst>
                <a:ext uri="{FF2B5EF4-FFF2-40B4-BE49-F238E27FC236}">
                  <a16:creationId xmlns:a16="http://schemas.microsoft.com/office/drawing/2014/main" id="{5012E947-5F28-8243-9F0A-7B5FA840D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3750" y="2121694"/>
              <a:ext cx="234950" cy="315912"/>
            </a:xfrm>
            <a:custGeom>
              <a:avLst/>
              <a:gdLst>
                <a:gd name="T0" fmla="*/ 0 w 148"/>
                <a:gd name="T1" fmla="*/ 2147483646 h 199"/>
                <a:gd name="T2" fmla="*/ 2147483646 w 148"/>
                <a:gd name="T3" fmla="*/ 2147483646 h 199"/>
                <a:gd name="T4" fmla="*/ 0 w 148"/>
                <a:gd name="T5" fmla="*/ 0 h 199"/>
                <a:gd name="T6" fmla="*/ 0 w 148"/>
                <a:gd name="T7" fmla="*/ 2147483646 h 1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199">
                  <a:moveTo>
                    <a:pt x="0" y="199"/>
                  </a:moveTo>
                  <a:lnTo>
                    <a:pt x="148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78C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62" name="Oval 23">
              <a:extLst>
                <a:ext uri="{FF2B5EF4-FFF2-40B4-BE49-F238E27FC236}">
                  <a16:creationId xmlns:a16="http://schemas.microsoft.com/office/drawing/2014/main" id="{DC2A700F-11CA-1F4F-96BB-EE78942E5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1875" y="2248694"/>
              <a:ext cx="53975" cy="5873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18463" name="Freeform 24">
              <a:extLst>
                <a:ext uri="{FF2B5EF4-FFF2-40B4-BE49-F238E27FC236}">
                  <a16:creationId xmlns:a16="http://schemas.microsoft.com/office/drawing/2014/main" id="{032699C6-59AB-A143-B1F9-1C56F87F9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262" y="2445544"/>
              <a:ext cx="439738" cy="411162"/>
            </a:xfrm>
            <a:custGeom>
              <a:avLst/>
              <a:gdLst>
                <a:gd name="T0" fmla="*/ 0 w 122"/>
                <a:gd name="T1" fmla="*/ 2147483646 h 107"/>
                <a:gd name="T2" fmla="*/ 2147483646 w 122"/>
                <a:gd name="T3" fmla="*/ 2147483646 h 107"/>
                <a:gd name="T4" fmla="*/ 2147483646 w 122"/>
                <a:gd name="T5" fmla="*/ 2147483646 h 107"/>
                <a:gd name="T6" fmla="*/ 2147483646 w 122"/>
                <a:gd name="T7" fmla="*/ 0 h 107"/>
                <a:gd name="T8" fmla="*/ 0 w 122"/>
                <a:gd name="T9" fmla="*/ 0 h 107"/>
                <a:gd name="T10" fmla="*/ 0 w 122"/>
                <a:gd name="T11" fmla="*/ 2147483646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2" h="107">
                  <a:moveTo>
                    <a:pt x="0" y="107"/>
                  </a:moveTo>
                  <a:cubicBezTo>
                    <a:pt x="69" y="107"/>
                    <a:pt x="69" y="107"/>
                    <a:pt x="69" y="107"/>
                  </a:cubicBezTo>
                  <a:cubicBezTo>
                    <a:pt x="98" y="107"/>
                    <a:pt x="122" y="83"/>
                    <a:pt x="122" y="53"/>
                  </a:cubicBezTo>
                  <a:cubicBezTo>
                    <a:pt x="122" y="24"/>
                    <a:pt x="98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78C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464" name="Rectangle 25">
              <a:extLst>
                <a:ext uri="{FF2B5EF4-FFF2-40B4-BE49-F238E27FC236}">
                  <a16:creationId xmlns:a16="http://schemas.microsoft.com/office/drawing/2014/main" id="{E71B9640-3299-6349-90B4-5CCF4EAE2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93" y="2885281"/>
              <a:ext cx="565059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AND2_1</a:t>
              </a:r>
            </a:p>
          </p:txBody>
        </p:sp>
        <p:sp>
          <p:nvSpPr>
            <p:cNvPr id="18465" name="Rectangle 26">
              <a:extLst>
                <a:ext uri="{FF2B5EF4-FFF2-40B4-BE49-F238E27FC236}">
                  <a16:creationId xmlns:a16="http://schemas.microsoft.com/office/drawing/2014/main" id="{D44493A5-D61A-9D45-9C30-822A77778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8350" y="2991644"/>
              <a:ext cx="472886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OR2_1</a:t>
              </a:r>
            </a:p>
          </p:txBody>
        </p:sp>
        <p:sp>
          <p:nvSpPr>
            <p:cNvPr id="18466" name="Rectangle 27">
              <a:extLst>
                <a:ext uri="{FF2B5EF4-FFF2-40B4-BE49-F238E27FC236}">
                  <a16:creationId xmlns:a16="http://schemas.microsoft.com/office/drawing/2014/main" id="{0355E0AF-534F-244B-9149-DC390C9A4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4550" y="1975644"/>
              <a:ext cx="364683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Inv_1</a:t>
              </a:r>
            </a:p>
          </p:txBody>
        </p:sp>
        <p:sp>
          <p:nvSpPr>
            <p:cNvPr id="18467" name="Rectangle 28">
              <a:extLst>
                <a:ext uri="{FF2B5EF4-FFF2-40B4-BE49-F238E27FC236}">
                  <a16:creationId xmlns:a16="http://schemas.microsoft.com/office/drawing/2014/main" id="{4D0778B8-DEA7-1A4E-9353-B72D6CE9F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575" y="2756694"/>
              <a:ext cx="165643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n2</a:t>
              </a:r>
              <a:endParaRPr lang="en-US" altLang="en-US" sz="1400"/>
            </a:p>
          </p:txBody>
        </p:sp>
        <p:sp>
          <p:nvSpPr>
            <p:cNvPr id="18468" name="Rectangle 29">
              <a:extLst>
                <a:ext uri="{FF2B5EF4-FFF2-40B4-BE49-F238E27FC236}">
                  <a16:creationId xmlns:a16="http://schemas.microsoft.com/office/drawing/2014/main" id="{B46AB3B0-33DC-F341-A451-CCD75436D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5552" y="2286794"/>
              <a:ext cx="165643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n1</a:t>
              </a:r>
              <a:endParaRPr lang="en-US" altLang="en-US" sz="1400"/>
            </a:p>
          </p:txBody>
        </p:sp>
      </p:grpSp>
      <p:sp>
        <p:nvSpPr>
          <p:cNvPr id="18439" name="AutoShape 2">
            <a:extLst>
              <a:ext uri="{FF2B5EF4-FFF2-40B4-BE49-F238E27FC236}">
                <a16:creationId xmlns:a16="http://schemas.microsoft.com/office/drawing/2014/main" id="{10E0AE10-1357-3943-8509-95788485A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Design Hierarchy</a:t>
            </a:r>
          </a:p>
        </p:txBody>
      </p:sp>
      <p:sp>
        <p:nvSpPr>
          <p:cNvPr id="18440" name="AutoShape 3">
            <a:extLst>
              <a:ext uri="{FF2B5EF4-FFF2-40B4-BE49-F238E27FC236}">
                <a16:creationId xmlns:a16="http://schemas.microsoft.com/office/drawing/2014/main" id="{C2CAF3F8-34FA-E74C-AD88-B6C48F46B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2513013"/>
            <a:ext cx="3182937" cy="1198562"/>
          </a:xfrm>
          <a:custGeom>
            <a:avLst/>
            <a:gdLst>
              <a:gd name="T0" fmla="*/ 1 w 7961313"/>
              <a:gd name="T1" fmla="*/ 0 h 2833688"/>
              <a:gd name="T2" fmla="*/ 1 w 7961313"/>
              <a:gd name="T3" fmla="*/ 0 h 2833688"/>
              <a:gd name="T4" fmla="*/ 0 w 7961313"/>
              <a:gd name="T5" fmla="*/ 0 h 2833688"/>
              <a:gd name="T6" fmla="*/ 1 w 7961313"/>
              <a:gd name="T7" fmla="*/ 0 h 2833688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7961313"/>
              <a:gd name="T13" fmla="*/ 0 h 2833688"/>
              <a:gd name="T14" fmla="*/ 7961313 w 7961313"/>
              <a:gd name="T15" fmla="*/ 2833688 h 28336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61313" h="2833688">
                <a:moveTo>
                  <a:pt x="0" y="0"/>
                </a:moveTo>
                <a:lnTo>
                  <a:pt x="22115" y="0"/>
                </a:lnTo>
                <a:lnTo>
                  <a:pt x="22115" y="7872"/>
                </a:lnTo>
                <a:lnTo>
                  <a:pt x="0" y="7872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entity</a:t>
            </a:r>
            <a:r>
              <a:rPr lang="de-DE" altLang="en-US" sz="1600">
                <a:solidFill>
                  <a:srgbClr val="3333CC"/>
                </a:solidFill>
                <a:latin typeface="TTE1F17478t00" charset="0"/>
              </a:rPr>
              <a:t> </a:t>
            </a:r>
            <a:r>
              <a:rPr lang="de-DE" altLang="en-US">
                <a:latin typeface="TTE1F17478t00" charset="0"/>
              </a:rPr>
              <a:t>DoorOpener</a:t>
            </a:r>
            <a:r>
              <a:rPr lang="de-DE" altLang="en-US" sz="1600">
                <a:latin typeface="TTE1F17478t00" charset="0"/>
              </a:rPr>
              <a:t>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is</a:t>
            </a:r>
            <a:r>
              <a:rPr lang="de-DE" altLang="en-US" sz="1600">
                <a:solidFill>
                  <a:srgbClr val="0000FF"/>
                </a:solidFill>
                <a:latin typeface="TTE1F17478t00" charset="0"/>
              </a:rPr>
              <a:t>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port</a:t>
            </a:r>
            <a:r>
              <a:rPr lang="de-DE" altLang="en-US" sz="1600">
                <a:solidFill>
                  <a:srgbClr val="0070C0"/>
                </a:solidFill>
                <a:latin typeface="TTE1F17478t00" charset="0"/>
              </a:rPr>
              <a:t> </a:t>
            </a:r>
            <a:r>
              <a:rPr lang="de-DE" altLang="en-US" sz="1600">
                <a:latin typeface="TTE1F17478t00" charset="0"/>
              </a:rPr>
              <a:t>( c</a:t>
            </a:r>
            <a:r>
              <a:rPr lang="de-DE" altLang="en-US">
                <a:latin typeface="TTE1F17478t00" charset="0"/>
              </a:rPr>
              <a:t>, h, p: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in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 sz="1600">
                <a:latin typeface="TTE1F17478t00" charset="0"/>
              </a:rPr>
              <a:t>; 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          f</a:t>
            </a:r>
            <a:r>
              <a:rPr lang="de-DE" altLang="en-US">
                <a:latin typeface="TTE1F17478t00" charset="0"/>
              </a:rPr>
              <a:t>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out</a:t>
            </a:r>
            <a:r>
              <a:rPr lang="de-DE" altLang="en-US" sz="1600">
                <a:solidFill>
                  <a:srgbClr val="3333CC"/>
                </a:solidFill>
                <a:latin typeface="TTE1F17478t00" charset="0"/>
              </a:rPr>
              <a:t>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 sz="1600">
                <a:latin typeface="TTE1F17478t00" charset="0"/>
              </a:rPr>
              <a:t>);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end entity </a:t>
            </a:r>
            <a:r>
              <a:rPr lang="de-DE" altLang="en-US">
                <a:latin typeface="TTE1F17478t00" charset="0"/>
              </a:rPr>
              <a:t>DoorOpener;</a:t>
            </a:r>
          </a:p>
        </p:txBody>
      </p:sp>
      <p:sp>
        <p:nvSpPr>
          <p:cNvPr id="18441" name="Rectangle 4">
            <a:extLst>
              <a:ext uri="{FF2B5EF4-FFF2-40B4-BE49-F238E27FC236}">
                <a16:creationId xmlns:a16="http://schemas.microsoft.com/office/drawing/2014/main" id="{532CE73C-37A0-A64A-9A24-C1CEC4CDB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1752600"/>
            <a:ext cx="31829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Library </a:t>
            </a:r>
            <a:r>
              <a:rPr lang="de-DE" altLang="en-US">
                <a:latin typeface="TTE1F17478t00" charset="0"/>
              </a:rPr>
              <a:t>ieee;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use ieee.std_logic_1164.all;</a:t>
            </a:r>
            <a:endParaRPr lang="en-GB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CADAEE-8145-E44A-9800-7601DBE68CC7}"/>
              </a:ext>
            </a:extLst>
          </p:cNvPr>
          <p:cNvSpPr/>
          <p:nvPr/>
        </p:nvSpPr>
        <p:spPr bwMode="auto">
          <a:xfrm>
            <a:off x="457200" y="1771650"/>
            <a:ext cx="3124200" cy="6477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FF7F66-227C-E643-8454-502DB8948541}"/>
              </a:ext>
            </a:extLst>
          </p:cNvPr>
          <p:cNvSpPr/>
          <p:nvPr/>
        </p:nvSpPr>
        <p:spPr bwMode="auto">
          <a:xfrm>
            <a:off x="457200" y="2535238"/>
            <a:ext cx="3124200" cy="1274762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3EC219-9235-EB42-8C82-4D624B67A50D}"/>
              </a:ext>
            </a:extLst>
          </p:cNvPr>
          <p:cNvSpPr/>
          <p:nvPr/>
        </p:nvSpPr>
        <p:spPr bwMode="auto">
          <a:xfrm>
            <a:off x="457200" y="3863975"/>
            <a:ext cx="4114800" cy="223202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18445" name="Rectangle 94">
            <a:extLst>
              <a:ext uri="{FF2B5EF4-FFF2-40B4-BE49-F238E27FC236}">
                <a16:creationId xmlns:a16="http://schemas.microsoft.com/office/drawing/2014/main" id="{7E30B9CF-67EB-EC42-8A30-BDE3ED479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4260850"/>
            <a:ext cx="2668587" cy="387350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8446" name="Rectangle 95">
            <a:extLst>
              <a:ext uri="{FF2B5EF4-FFF2-40B4-BE49-F238E27FC236}">
                <a16:creationId xmlns:a16="http://schemas.microsoft.com/office/drawing/2014/main" id="{06D17484-F87B-3541-B17F-C344A6C17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45113"/>
            <a:ext cx="2592388" cy="36988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8447" name="Rectangle 2">
            <a:extLst>
              <a:ext uri="{FF2B5EF4-FFF2-40B4-BE49-F238E27FC236}">
                <a16:creationId xmlns:a16="http://schemas.microsoft.com/office/drawing/2014/main" id="{227DE911-5FF5-DA44-9017-882A2BC85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8" y="4616450"/>
            <a:ext cx="26590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signal </a:t>
            </a:r>
            <a:r>
              <a:rPr lang="de-DE" altLang="en-US">
                <a:latin typeface="TTE1F17478t00" charset="0"/>
              </a:rPr>
              <a:t>n1, n2 :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;</a:t>
            </a:r>
          </a:p>
        </p:txBody>
      </p:sp>
    </p:spTree>
  </p:cSld>
  <p:clrMapOvr>
    <a:masterClrMapping/>
  </p:clrMapOvr>
  <p:transition spd="med" advTm="2162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>
            <a:extLst>
              <a:ext uri="{FF2B5EF4-FFF2-40B4-BE49-F238E27FC236}">
                <a16:creationId xmlns:a16="http://schemas.microsoft.com/office/drawing/2014/main" id="{00FBBA27-2010-1345-8EB5-49260352F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553F599C-D46A-2A48-88FE-BAFAA1D2E489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9</a:t>
            </a:fld>
            <a:endParaRPr lang="de-DE" altLang="en-US" sz="1200">
              <a:solidFill>
                <a:srgbClr val="B2B2B2"/>
              </a:solidFill>
            </a:endParaRPr>
          </a:p>
        </p:txBody>
      </p:sp>
      <p:sp>
        <p:nvSpPr>
          <p:cNvPr id="20483" name="AutoShape 2">
            <a:extLst>
              <a:ext uri="{FF2B5EF4-FFF2-40B4-BE49-F238E27FC236}">
                <a16:creationId xmlns:a16="http://schemas.microsoft.com/office/drawing/2014/main" id="{605CA3C5-DBA1-134F-A003-1DE2F0FD4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Design Hierarchy</a:t>
            </a: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BCEADCD4-450F-0144-A6DA-39034318B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605088"/>
            <a:ext cx="57150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    Inv_1:  </a:t>
            </a:r>
            <a:r>
              <a:rPr lang="de-DE" altLang="en-US">
                <a:latin typeface="TTE1F17478t00" charset="0"/>
              </a:rPr>
              <a:t>Inv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port map </a:t>
            </a:r>
            <a:r>
              <a:rPr lang="de-DE" altLang="en-US">
                <a:latin typeface="TTE1F17478t00" charset="0"/>
              </a:rPr>
              <a:t>(x =&gt; c, F =&gt; n1);</a:t>
            </a:r>
          </a:p>
          <a:p>
            <a:pPr eaLnBrk="1"/>
            <a:r>
              <a:rPr lang="de-DE" altLang="en-US">
                <a:latin typeface="TTE1F17478t00" charset="0"/>
              </a:rPr>
              <a:t> 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    OR2_1: </a:t>
            </a:r>
            <a:r>
              <a:rPr lang="de-DE" altLang="en-US">
                <a:latin typeface="TTE1F17478t00" charset="0"/>
              </a:rPr>
              <a:t>OR2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port map </a:t>
            </a:r>
            <a:r>
              <a:rPr lang="de-DE" altLang="en-US">
                <a:latin typeface="TTE1F17478t00" charset="0"/>
              </a:rPr>
              <a:t>(x =&gt; h, y =&gt; p, F =&gt; n2); </a:t>
            </a:r>
          </a:p>
          <a:p>
            <a:pPr eaLnBrk="1"/>
            <a:endParaRPr lang="de-DE" altLang="en-US">
              <a:latin typeface="TTE1F17478t00" charset="0"/>
            </a:endParaRP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    AND2_1: </a:t>
            </a:r>
            <a:r>
              <a:rPr lang="de-DE" altLang="en-US">
                <a:latin typeface="TTE1F17478t00" charset="0"/>
              </a:rPr>
              <a:t>AND2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port map </a:t>
            </a:r>
            <a:r>
              <a:rPr lang="de-DE" altLang="en-US">
                <a:latin typeface="TTE1F17478t00" charset="0"/>
              </a:rPr>
              <a:t>(x =&gt; n1, y =&gt; n2, F =&gt; f);</a:t>
            </a:r>
            <a:endParaRPr lang="de-DE" altLang="en-US">
              <a:solidFill>
                <a:srgbClr val="0000FF"/>
              </a:solidFill>
              <a:latin typeface="TTE1F17478t00" charset="0"/>
            </a:endParaRPr>
          </a:p>
        </p:txBody>
      </p:sp>
      <p:sp>
        <p:nvSpPr>
          <p:cNvPr id="20485" name="Rectangle 95">
            <a:extLst>
              <a:ext uri="{FF2B5EF4-FFF2-40B4-BE49-F238E27FC236}">
                <a16:creationId xmlns:a16="http://schemas.microsoft.com/office/drawing/2014/main" id="{D84F3C0B-3699-DD48-8A6B-0F89EBBF4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62213"/>
            <a:ext cx="5410200" cy="164465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86" name="Rectangle 94">
            <a:extLst>
              <a:ext uri="{FF2B5EF4-FFF2-40B4-BE49-F238E27FC236}">
                <a16:creationId xmlns:a16="http://schemas.microsoft.com/office/drawing/2014/main" id="{05A5418A-4793-5443-ABA9-82081E008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049463"/>
            <a:ext cx="2781300" cy="3970337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87" name="Rectangle 1">
            <a:extLst>
              <a:ext uri="{FF2B5EF4-FFF2-40B4-BE49-F238E27FC236}">
                <a16:creationId xmlns:a16="http://schemas.microsoft.com/office/drawing/2014/main" id="{8C214071-E258-C146-B6AF-1A369ACD0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049463"/>
            <a:ext cx="29718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component </a:t>
            </a:r>
            <a:r>
              <a:rPr lang="de-DE" altLang="en-US">
                <a:latin typeface="TTE1F17478t00" charset="0"/>
              </a:rPr>
              <a:t>Inv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   port </a:t>
            </a:r>
            <a:r>
              <a:rPr lang="de-DE" altLang="en-US">
                <a:latin typeface="TTE1F17478t00" charset="0"/>
              </a:rPr>
              <a:t>( x 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in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;</a:t>
            </a:r>
          </a:p>
          <a:p>
            <a:pPr eaLnBrk="1"/>
            <a:r>
              <a:rPr lang="de-DE" altLang="en-US">
                <a:latin typeface="TTE1F17478t00" charset="0"/>
              </a:rPr>
              <a:t>             F 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out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);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end component;</a:t>
            </a:r>
          </a:p>
          <a:p>
            <a:pPr eaLnBrk="1"/>
            <a:endParaRPr lang="de-DE" altLang="en-US">
              <a:solidFill>
                <a:srgbClr val="0000FF"/>
              </a:solidFill>
              <a:latin typeface="TTE1F17478t00" charset="0"/>
            </a:endParaRP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component </a:t>
            </a:r>
            <a:r>
              <a:rPr lang="de-DE" altLang="en-US">
                <a:latin typeface="TTE1F17478t00" charset="0"/>
              </a:rPr>
              <a:t>OR2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   port </a:t>
            </a:r>
            <a:r>
              <a:rPr lang="de-DE" altLang="en-US">
                <a:latin typeface="TTE1F17478t00" charset="0"/>
              </a:rPr>
              <a:t>( x, y 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in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;</a:t>
            </a:r>
          </a:p>
          <a:p>
            <a:pPr eaLnBrk="1"/>
            <a:r>
              <a:rPr lang="de-DE" altLang="en-US">
                <a:latin typeface="TTE1F17478t00" charset="0"/>
              </a:rPr>
              <a:t>             F 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out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);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end component;</a:t>
            </a:r>
          </a:p>
          <a:p>
            <a:pPr eaLnBrk="1"/>
            <a:endParaRPr lang="de-DE" altLang="en-US">
              <a:solidFill>
                <a:srgbClr val="0000FF"/>
              </a:solidFill>
              <a:latin typeface="TTE1F17478t00" charset="0"/>
            </a:endParaRP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component </a:t>
            </a:r>
            <a:r>
              <a:rPr lang="de-DE" altLang="en-US">
                <a:latin typeface="TTE1F17478t00" charset="0"/>
              </a:rPr>
              <a:t>AND2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    port </a:t>
            </a:r>
            <a:r>
              <a:rPr lang="de-DE" altLang="en-US">
                <a:latin typeface="TTE1F17478t00" charset="0"/>
              </a:rPr>
              <a:t>( x, y 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in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;</a:t>
            </a:r>
          </a:p>
          <a:p>
            <a:pPr eaLnBrk="1"/>
            <a:r>
              <a:rPr lang="de-DE" altLang="en-US">
                <a:latin typeface="TTE1F17478t00" charset="0"/>
              </a:rPr>
              <a:t>              F 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out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std_logic</a:t>
            </a:r>
            <a:r>
              <a:rPr lang="de-DE" altLang="en-US">
                <a:latin typeface="TTE1F17478t00" charset="0"/>
              </a:rPr>
              <a:t>);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end component;    </a:t>
            </a:r>
            <a:endParaRPr lang="de-DE" altLang="en-US">
              <a:latin typeface="TTE1F17478t00" charset="0"/>
            </a:endParaRPr>
          </a:p>
        </p:txBody>
      </p:sp>
      <p:sp>
        <p:nvSpPr>
          <p:cNvPr id="20488" name="Rectangle 2">
            <a:extLst>
              <a:ext uri="{FF2B5EF4-FFF2-40B4-BE49-F238E27FC236}">
                <a16:creationId xmlns:a16="http://schemas.microsoft.com/office/drawing/2014/main" id="{CDECEF2E-DCB5-FE4F-BBA0-8256DFD7E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981200"/>
            <a:ext cx="268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/>
            <a:r>
              <a:rPr lang="de-DE" altLang="en-US">
                <a:latin typeface="Frutiger LT Com 45 Light" charset="0"/>
              </a:rPr>
              <a:t>Component Instantiation</a:t>
            </a:r>
          </a:p>
        </p:txBody>
      </p:sp>
      <p:sp>
        <p:nvSpPr>
          <p:cNvPr id="20489" name="Rectangle 43">
            <a:extLst>
              <a:ext uri="{FF2B5EF4-FFF2-40B4-BE49-F238E27FC236}">
                <a16:creationId xmlns:a16="http://schemas.microsoft.com/office/drawing/2014/main" id="{6FA4E616-E527-7B44-A6A3-3EA440251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8" y="1611313"/>
            <a:ext cx="2570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/>
            <a:r>
              <a:rPr lang="de-DE" altLang="en-US">
                <a:latin typeface="Frutiger LT Com 45 Light" charset="0"/>
              </a:rPr>
              <a:t>Component declaration</a:t>
            </a:r>
          </a:p>
        </p:txBody>
      </p:sp>
      <p:grpSp>
        <p:nvGrpSpPr>
          <p:cNvPr id="20490" name="Group 1">
            <a:extLst>
              <a:ext uri="{FF2B5EF4-FFF2-40B4-BE49-F238E27FC236}">
                <a16:creationId xmlns:a16="http://schemas.microsoft.com/office/drawing/2014/main" id="{6BB7192A-FA4E-0C4A-A510-4EA04AF8B4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95825" y="4267200"/>
            <a:ext cx="3000375" cy="1720850"/>
            <a:chOff x="6686550" y="1778794"/>
            <a:chExt cx="2501458" cy="1433512"/>
          </a:xfrm>
        </p:grpSpPr>
        <p:sp>
          <p:nvSpPr>
            <p:cNvPr id="20497" name="Rectangle 6">
              <a:extLst>
                <a:ext uri="{FF2B5EF4-FFF2-40B4-BE49-F238E27FC236}">
                  <a16:creationId xmlns:a16="http://schemas.microsoft.com/office/drawing/2014/main" id="{F6144046-F035-4944-B41A-5C9AACEBB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199" y="1778794"/>
              <a:ext cx="2126765" cy="1433512"/>
            </a:xfrm>
            <a:prstGeom prst="rect">
              <a:avLst/>
            </a:prstGeom>
            <a:noFill/>
            <a:ln w="952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0498" name="Line 7">
              <a:extLst>
                <a:ext uri="{FF2B5EF4-FFF2-40B4-BE49-F238E27FC236}">
                  <a16:creationId xmlns:a16="http://schemas.microsoft.com/office/drawing/2014/main" id="{097C4BA2-DBB8-2648-94C0-C7B184470B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68008" y="2648744"/>
              <a:ext cx="420000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9" name="Line 8">
              <a:extLst>
                <a:ext uri="{FF2B5EF4-FFF2-40B4-BE49-F238E27FC236}">
                  <a16:creationId xmlns:a16="http://schemas.microsoft.com/office/drawing/2014/main" id="{A04F6E00-6A83-9041-BB72-F26058BAB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2997" y="2753519"/>
              <a:ext cx="840287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0" name="Line 9">
              <a:extLst>
                <a:ext uri="{FF2B5EF4-FFF2-40B4-BE49-F238E27FC236}">
                  <a16:creationId xmlns:a16="http://schemas.microsoft.com/office/drawing/2014/main" id="{CBAC553D-2E09-9749-942E-13FB5D720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0837" y="2648744"/>
              <a:ext cx="454025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1" name="Line 10">
              <a:extLst>
                <a:ext uri="{FF2B5EF4-FFF2-40B4-BE49-F238E27FC236}">
                  <a16:creationId xmlns:a16="http://schemas.microsoft.com/office/drawing/2014/main" id="{F418405A-E565-AA46-ACE2-B79AB5DC1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0837" y="2853531"/>
              <a:ext cx="454025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2" name="Freeform 10">
              <a:extLst>
                <a:ext uri="{FF2B5EF4-FFF2-40B4-BE49-F238E27FC236}">
                  <a16:creationId xmlns:a16="http://schemas.microsoft.com/office/drawing/2014/main" id="{463489FB-5F7F-934B-91C0-BE3B3195D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5846" y="2280444"/>
              <a:ext cx="900307" cy="265112"/>
            </a:xfrm>
            <a:custGeom>
              <a:avLst/>
              <a:gdLst>
                <a:gd name="T0" fmla="*/ 0 w 156"/>
                <a:gd name="T1" fmla="*/ 0 h 167"/>
                <a:gd name="T2" fmla="*/ 2147483646 w 156"/>
                <a:gd name="T3" fmla="*/ 0 h 167"/>
                <a:gd name="T4" fmla="*/ 2147483646 w 156"/>
                <a:gd name="T5" fmla="*/ 2147483646 h 167"/>
                <a:gd name="T6" fmla="*/ 2147483646 w 156"/>
                <a:gd name="T7" fmla="*/ 2147483646 h 1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6" h="167">
                  <a:moveTo>
                    <a:pt x="0" y="0"/>
                  </a:moveTo>
                  <a:lnTo>
                    <a:pt x="70" y="0"/>
                  </a:lnTo>
                  <a:lnTo>
                    <a:pt x="70" y="167"/>
                  </a:lnTo>
                  <a:lnTo>
                    <a:pt x="156" y="167"/>
                  </a:lnTo>
                </a:path>
              </a:pathLst>
            </a:custGeom>
            <a:noFill/>
            <a:ln w="1428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3" name="Line 12">
              <a:extLst>
                <a:ext uri="{FF2B5EF4-FFF2-40B4-BE49-F238E27FC236}">
                  <a16:creationId xmlns:a16="http://schemas.microsoft.com/office/drawing/2014/main" id="{6AB0D583-D380-E541-A753-544CFD410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6550" y="2280444"/>
              <a:ext cx="454025" cy="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04" name="Rectangle 16">
              <a:extLst>
                <a:ext uri="{FF2B5EF4-FFF2-40B4-BE49-F238E27FC236}">
                  <a16:creationId xmlns:a16="http://schemas.microsoft.com/office/drawing/2014/main" id="{40FE9171-3C13-D04B-94A9-A33A40D9E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8212" y="1778794"/>
              <a:ext cx="861614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Door Opener</a:t>
              </a:r>
              <a:endParaRPr lang="en-US" altLang="en-US" sz="1400"/>
            </a:p>
          </p:txBody>
        </p:sp>
        <p:sp>
          <p:nvSpPr>
            <p:cNvPr id="20505" name="Rectangle 17">
              <a:extLst>
                <a:ext uri="{FF2B5EF4-FFF2-40B4-BE49-F238E27FC236}">
                  <a16:creationId xmlns:a16="http://schemas.microsoft.com/office/drawing/2014/main" id="{91E75262-9138-3B4C-8E6E-E5EA325A2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487" y="2096294"/>
              <a:ext cx="74807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c</a:t>
              </a:r>
            </a:p>
          </p:txBody>
        </p:sp>
        <p:sp>
          <p:nvSpPr>
            <p:cNvPr id="20506" name="Rectangle 18">
              <a:extLst>
                <a:ext uri="{FF2B5EF4-FFF2-40B4-BE49-F238E27FC236}">
                  <a16:creationId xmlns:a16="http://schemas.microsoft.com/office/drawing/2014/main" id="{B1DB1C48-D258-CB4C-BEA5-8B907813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1313" y="2477294"/>
              <a:ext cx="82822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h</a:t>
              </a:r>
            </a:p>
          </p:txBody>
        </p:sp>
        <p:sp>
          <p:nvSpPr>
            <p:cNvPr id="20507" name="Rectangle 19">
              <a:extLst>
                <a:ext uri="{FF2B5EF4-FFF2-40B4-BE49-F238E27FC236}">
                  <a16:creationId xmlns:a16="http://schemas.microsoft.com/office/drawing/2014/main" id="{95575963-4D7F-444D-8B89-C0B30F31B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1312" y="2667794"/>
              <a:ext cx="82822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p</a:t>
              </a:r>
              <a:endParaRPr lang="en-US" altLang="en-US" sz="1400"/>
            </a:p>
          </p:txBody>
        </p:sp>
        <p:sp>
          <p:nvSpPr>
            <p:cNvPr id="20508" name="Rectangle 20">
              <a:extLst>
                <a:ext uri="{FF2B5EF4-FFF2-40B4-BE49-F238E27FC236}">
                  <a16:creationId xmlns:a16="http://schemas.microsoft.com/office/drawing/2014/main" id="{E5353AAC-8B72-FF4F-86D6-E2F3F6722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3472" y="2477294"/>
              <a:ext cx="41412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f</a:t>
              </a:r>
            </a:p>
          </p:txBody>
        </p:sp>
        <p:sp>
          <p:nvSpPr>
            <p:cNvPr id="20509" name="Freeform 21">
              <a:extLst>
                <a:ext uri="{FF2B5EF4-FFF2-40B4-BE49-F238E27FC236}">
                  <a16:creationId xmlns:a16="http://schemas.microsoft.com/office/drawing/2014/main" id="{421177A4-7213-C440-836D-0EEE828AA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062" y="2545556"/>
              <a:ext cx="388938" cy="411162"/>
            </a:xfrm>
            <a:custGeom>
              <a:avLst/>
              <a:gdLst>
                <a:gd name="T0" fmla="*/ 2147483646 w 108"/>
                <a:gd name="T1" fmla="*/ 2147483646 h 107"/>
                <a:gd name="T2" fmla="*/ 0 w 108"/>
                <a:gd name="T3" fmla="*/ 2147483646 h 107"/>
                <a:gd name="T4" fmla="*/ 2147483646 w 108"/>
                <a:gd name="T5" fmla="*/ 2147483646 h 107"/>
                <a:gd name="T6" fmla="*/ 2147483646 w 108"/>
                <a:gd name="T7" fmla="*/ 2147483646 h 107"/>
                <a:gd name="T8" fmla="*/ 0 w 108"/>
                <a:gd name="T9" fmla="*/ 0 h 107"/>
                <a:gd name="T10" fmla="*/ 2147483646 w 108"/>
                <a:gd name="T11" fmla="*/ 2147483646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07">
                  <a:moveTo>
                    <a:pt x="108" y="54"/>
                  </a:moveTo>
                  <a:cubicBezTo>
                    <a:pt x="108" y="54"/>
                    <a:pt x="83" y="107"/>
                    <a:pt x="0" y="107"/>
                  </a:cubicBezTo>
                  <a:cubicBezTo>
                    <a:pt x="0" y="107"/>
                    <a:pt x="16" y="101"/>
                    <a:pt x="16" y="54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"/>
                    <a:pt x="0" y="0"/>
                    <a:pt x="0" y="0"/>
                  </a:cubicBezTo>
                  <a:cubicBezTo>
                    <a:pt x="83" y="0"/>
                    <a:pt x="108" y="54"/>
                    <a:pt x="108" y="5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78C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510" name="Freeform 22">
              <a:extLst>
                <a:ext uri="{FF2B5EF4-FFF2-40B4-BE49-F238E27FC236}">
                  <a16:creationId xmlns:a16="http://schemas.microsoft.com/office/drawing/2014/main" id="{34E6B456-9990-BC42-BF28-2BCE5560E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3750" y="2121694"/>
              <a:ext cx="234950" cy="315912"/>
            </a:xfrm>
            <a:custGeom>
              <a:avLst/>
              <a:gdLst>
                <a:gd name="T0" fmla="*/ 0 w 148"/>
                <a:gd name="T1" fmla="*/ 2147483646 h 199"/>
                <a:gd name="T2" fmla="*/ 2147483646 w 148"/>
                <a:gd name="T3" fmla="*/ 2147483646 h 199"/>
                <a:gd name="T4" fmla="*/ 0 w 148"/>
                <a:gd name="T5" fmla="*/ 0 h 199"/>
                <a:gd name="T6" fmla="*/ 0 w 148"/>
                <a:gd name="T7" fmla="*/ 2147483646 h 1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199">
                  <a:moveTo>
                    <a:pt x="0" y="199"/>
                  </a:moveTo>
                  <a:lnTo>
                    <a:pt x="148" y="100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78C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511" name="Oval 23">
              <a:extLst>
                <a:ext uri="{FF2B5EF4-FFF2-40B4-BE49-F238E27FC236}">
                  <a16:creationId xmlns:a16="http://schemas.microsoft.com/office/drawing/2014/main" id="{EA5CE5B1-D537-5B41-8E83-38E7A44E6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1875" y="2248694"/>
              <a:ext cx="53975" cy="5873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0512" name="Freeform 24">
              <a:extLst>
                <a:ext uri="{FF2B5EF4-FFF2-40B4-BE49-F238E27FC236}">
                  <a16:creationId xmlns:a16="http://schemas.microsoft.com/office/drawing/2014/main" id="{788B5D6D-B49D-5348-9E29-22DC9E140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5093" y="2445544"/>
              <a:ext cx="439738" cy="411162"/>
            </a:xfrm>
            <a:custGeom>
              <a:avLst/>
              <a:gdLst>
                <a:gd name="T0" fmla="*/ 0 w 122"/>
                <a:gd name="T1" fmla="*/ 2147483646 h 107"/>
                <a:gd name="T2" fmla="*/ 2147483646 w 122"/>
                <a:gd name="T3" fmla="*/ 2147483646 h 107"/>
                <a:gd name="T4" fmla="*/ 2147483646 w 122"/>
                <a:gd name="T5" fmla="*/ 2147483646 h 107"/>
                <a:gd name="T6" fmla="*/ 2147483646 w 122"/>
                <a:gd name="T7" fmla="*/ 0 h 107"/>
                <a:gd name="T8" fmla="*/ 0 w 122"/>
                <a:gd name="T9" fmla="*/ 0 h 107"/>
                <a:gd name="T10" fmla="*/ 0 w 122"/>
                <a:gd name="T11" fmla="*/ 2147483646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2" h="107">
                  <a:moveTo>
                    <a:pt x="0" y="107"/>
                  </a:moveTo>
                  <a:cubicBezTo>
                    <a:pt x="69" y="107"/>
                    <a:pt x="69" y="107"/>
                    <a:pt x="69" y="107"/>
                  </a:cubicBezTo>
                  <a:cubicBezTo>
                    <a:pt x="98" y="107"/>
                    <a:pt x="122" y="83"/>
                    <a:pt x="122" y="53"/>
                  </a:cubicBezTo>
                  <a:cubicBezTo>
                    <a:pt x="122" y="24"/>
                    <a:pt x="98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78C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513" name="Rectangle 25">
              <a:extLst>
                <a:ext uri="{FF2B5EF4-FFF2-40B4-BE49-F238E27FC236}">
                  <a16:creationId xmlns:a16="http://schemas.microsoft.com/office/drawing/2014/main" id="{813DD94D-9526-F541-916C-99A2DAF24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718" y="2995741"/>
              <a:ext cx="565059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AND2_1</a:t>
              </a:r>
            </a:p>
          </p:txBody>
        </p:sp>
        <p:sp>
          <p:nvSpPr>
            <p:cNvPr id="20514" name="Rectangle 26">
              <a:extLst>
                <a:ext uri="{FF2B5EF4-FFF2-40B4-BE49-F238E27FC236}">
                  <a16:creationId xmlns:a16="http://schemas.microsoft.com/office/drawing/2014/main" id="{5D03D7B1-6AC0-DB41-B51C-AD72990E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8350" y="2991644"/>
              <a:ext cx="472886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OR2_1</a:t>
              </a:r>
            </a:p>
          </p:txBody>
        </p:sp>
        <p:sp>
          <p:nvSpPr>
            <p:cNvPr id="20515" name="Rectangle 27">
              <a:extLst>
                <a:ext uri="{FF2B5EF4-FFF2-40B4-BE49-F238E27FC236}">
                  <a16:creationId xmlns:a16="http://schemas.microsoft.com/office/drawing/2014/main" id="{3E6D269A-FF42-354C-A0D6-9D313524C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4550" y="1975644"/>
              <a:ext cx="364683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Inv_1</a:t>
              </a:r>
            </a:p>
          </p:txBody>
        </p:sp>
        <p:sp>
          <p:nvSpPr>
            <p:cNvPr id="20516" name="Rectangle 28">
              <a:extLst>
                <a:ext uri="{FF2B5EF4-FFF2-40B4-BE49-F238E27FC236}">
                  <a16:creationId xmlns:a16="http://schemas.microsoft.com/office/drawing/2014/main" id="{4F9C991C-6966-8049-96A6-116E03198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5453" y="2756694"/>
              <a:ext cx="165643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n2</a:t>
              </a:r>
              <a:endParaRPr lang="en-US" altLang="en-US" sz="1400"/>
            </a:p>
          </p:txBody>
        </p:sp>
        <p:sp>
          <p:nvSpPr>
            <p:cNvPr id="20517" name="Rectangle 29">
              <a:extLst>
                <a:ext uri="{FF2B5EF4-FFF2-40B4-BE49-F238E27FC236}">
                  <a16:creationId xmlns:a16="http://schemas.microsoft.com/office/drawing/2014/main" id="{A439ECC1-9BF9-2F43-B500-87ABA72A3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1932" y="2156278"/>
              <a:ext cx="165643" cy="179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DejaVu Sans" pitchFamily="34" charset="0"/>
                  <a:cs typeface="DejaVu Sans" pitchFamily="34" charset="0"/>
                </a:defRPr>
              </a:lvl9pPr>
            </a:lstStyle>
            <a:p>
              <a:pPr defTabSz="914400"/>
              <a:r>
                <a:rPr lang="en-US" altLang="en-US" sz="1400">
                  <a:solidFill>
                    <a:srgbClr val="000000"/>
                  </a:solidFill>
                  <a:latin typeface="Helvetica" pitchFamily="2" charset="0"/>
                </a:rPr>
                <a:t>n1</a:t>
              </a:r>
              <a:endParaRPr lang="en-US" altLang="en-US" sz="1400"/>
            </a:p>
          </p:txBody>
        </p:sp>
      </p:grpSp>
      <p:sp>
        <p:nvSpPr>
          <p:cNvPr id="20491" name="Rectangle 95">
            <a:extLst>
              <a:ext uri="{FF2B5EF4-FFF2-40B4-BE49-F238E27FC236}">
                <a16:creationId xmlns:a16="http://schemas.microsoft.com/office/drawing/2014/main" id="{F9EEA378-AA13-3C45-9623-7C942BF86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590800"/>
            <a:ext cx="4114800" cy="338138"/>
          </a:xfrm>
          <a:prstGeom prst="rect">
            <a:avLst/>
          </a:prstGeom>
          <a:noFill/>
          <a:ln w="28575" algn="ctr">
            <a:solidFill>
              <a:srgbClr val="1C1C1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92" name="Rectangle 95">
            <a:extLst>
              <a:ext uri="{FF2B5EF4-FFF2-40B4-BE49-F238E27FC236}">
                <a16:creationId xmlns:a16="http://schemas.microsoft.com/office/drawing/2014/main" id="{09159320-72A2-174E-9175-61214048E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4483100"/>
            <a:ext cx="750887" cy="628650"/>
          </a:xfrm>
          <a:prstGeom prst="rect">
            <a:avLst/>
          </a:prstGeom>
          <a:noFill/>
          <a:ln w="28575" algn="ctr">
            <a:solidFill>
              <a:srgbClr val="1C1C1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93" name="Rectangle 95">
            <a:extLst>
              <a:ext uri="{FF2B5EF4-FFF2-40B4-BE49-F238E27FC236}">
                <a16:creationId xmlns:a16="http://schemas.microsoft.com/office/drawing/2014/main" id="{45D07C83-1D8D-9547-BFDB-71656AE4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170238"/>
            <a:ext cx="5026025" cy="334962"/>
          </a:xfrm>
          <a:prstGeom prst="rect">
            <a:avLst/>
          </a:prstGeom>
          <a:noFill/>
          <a:ln w="28575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94" name="Rectangle 95">
            <a:extLst>
              <a:ext uri="{FF2B5EF4-FFF2-40B4-BE49-F238E27FC236}">
                <a16:creationId xmlns:a16="http://schemas.microsoft.com/office/drawing/2014/main" id="{8049C554-4147-D140-80A0-DD62972C1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0" y="5154613"/>
            <a:ext cx="893763" cy="581025"/>
          </a:xfrm>
          <a:prstGeom prst="rect">
            <a:avLst/>
          </a:prstGeom>
          <a:noFill/>
          <a:ln w="28575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95" name="Rectangle 95">
            <a:extLst>
              <a:ext uri="{FF2B5EF4-FFF2-40B4-BE49-F238E27FC236}">
                <a16:creationId xmlns:a16="http://schemas.microsoft.com/office/drawing/2014/main" id="{1E7670D7-FE28-7644-A3EF-9D26E603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698875"/>
            <a:ext cx="5262562" cy="338138"/>
          </a:xfrm>
          <a:prstGeom prst="rect">
            <a:avLst/>
          </a:prstGeom>
          <a:noFill/>
          <a:ln w="28575" algn="ctr">
            <a:solidFill>
              <a:srgbClr val="00CC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96" name="Rectangle 95">
            <a:extLst>
              <a:ext uri="{FF2B5EF4-FFF2-40B4-BE49-F238E27FC236}">
                <a16:creationId xmlns:a16="http://schemas.microsoft.com/office/drawing/2014/main" id="{C4593879-5CE2-BD47-8964-F0FD7B039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4892675"/>
            <a:ext cx="839787" cy="746125"/>
          </a:xfrm>
          <a:prstGeom prst="rect">
            <a:avLst/>
          </a:prstGeom>
          <a:noFill/>
          <a:ln w="28575" algn="ctr">
            <a:solidFill>
              <a:srgbClr val="00CC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  <p:transition spd="med" advTm="46328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1">
            <a:extLst>
              <a:ext uri="{FF2B5EF4-FFF2-40B4-BE49-F238E27FC236}">
                <a16:creationId xmlns:a16="http://schemas.microsoft.com/office/drawing/2014/main" id="{3A42652F-4589-BC41-A6A9-3C31EAD0C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1906588"/>
            <a:ext cx="8223250" cy="3959225"/>
          </a:xfrm>
          <a:custGeom>
            <a:avLst/>
            <a:gdLst>
              <a:gd name="T0" fmla="*/ 8223250 w 8223250"/>
              <a:gd name="T1" fmla="*/ 1979613 h 3959225"/>
              <a:gd name="T2" fmla="*/ 4111625 w 8223250"/>
              <a:gd name="T3" fmla="*/ 3959225 h 3959225"/>
              <a:gd name="T4" fmla="*/ 0 w 8223250"/>
              <a:gd name="T5" fmla="*/ 1979613 h 3959225"/>
              <a:gd name="T6" fmla="*/ 4111625 w 8223250"/>
              <a:gd name="T7" fmla="*/ 0 h 3959225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3959225"/>
              <a:gd name="T14" fmla="*/ 8223250 w 8223250"/>
              <a:gd name="T15" fmla="*/ 3959225 h 39592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3959225">
                <a:moveTo>
                  <a:pt x="0" y="0"/>
                </a:moveTo>
                <a:lnTo>
                  <a:pt x="22842" y="0"/>
                </a:lnTo>
                <a:lnTo>
                  <a:pt x="22842" y="10998"/>
                </a:lnTo>
                <a:lnTo>
                  <a:pt x="0" y="1099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 marL="266700" indent="-266700"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lnSpc>
                <a:spcPct val="100000"/>
              </a:lnSpc>
              <a:spcAft>
                <a:spcPts val="725"/>
              </a:spcAft>
              <a:buClr>
                <a:srgbClr val="00B050"/>
              </a:buClr>
              <a:buSzTx/>
              <a:buFont typeface="Wingdings" pitchFamily="2" charset="2"/>
              <a:buChar char=""/>
            </a:pPr>
            <a:r>
              <a:rPr lang="de-DE" altLang="en-US" sz="2000"/>
              <a:t>This component-based approach uses component declarations and component instantiations</a:t>
            </a:r>
          </a:p>
        </p:txBody>
      </p:sp>
      <p:sp>
        <p:nvSpPr>
          <p:cNvPr id="22531" name="AutoShape 2">
            <a:extLst>
              <a:ext uri="{FF2B5EF4-FFF2-40B4-BE49-F238E27FC236}">
                <a16:creationId xmlns:a16="http://schemas.microsoft.com/office/drawing/2014/main" id="{E0F6558E-EB80-E140-A005-A8BB1DCCA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de-DE" altLang="en-US" sz="3200" b="1">
                <a:latin typeface="Frutiger LT Com 45 Light" charset="0"/>
              </a:rPr>
              <a:t>Design Hierarchy</a:t>
            </a:r>
          </a:p>
        </p:txBody>
      </p:sp>
      <p:sp>
        <p:nvSpPr>
          <p:cNvPr id="22532" name="Rectangle 6">
            <a:extLst>
              <a:ext uri="{FF2B5EF4-FFF2-40B4-BE49-F238E27FC236}">
                <a16:creationId xmlns:a16="http://schemas.microsoft.com/office/drawing/2014/main" id="{8B1BB865-C90A-4D44-8268-68C5F6D5C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716213"/>
            <a:ext cx="3276600" cy="1474787"/>
          </a:xfrm>
          <a:prstGeom prst="rect">
            <a:avLst/>
          </a:prstGeom>
          <a:noFill/>
          <a:ln w="15875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/>
              <a:t>DoorOpener.vhd</a:t>
            </a:r>
          </a:p>
          <a:p>
            <a:r>
              <a:rPr lang="en-US" altLang="en-US"/>
              <a:t>Entity-Architecture “top-level”</a:t>
            </a:r>
          </a:p>
          <a:p>
            <a:r>
              <a:rPr lang="en-US" altLang="en-US"/>
              <a:t>Component “Inv”</a:t>
            </a:r>
          </a:p>
          <a:p>
            <a:r>
              <a:rPr lang="en-US" altLang="en-US"/>
              <a:t>Component “OR2”</a:t>
            </a:r>
          </a:p>
          <a:p>
            <a:r>
              <a:rPr lang="en-US" altLang="en-US"/>
              <a:t>Component “AND2”</a:t>
            </a:r>
          </a:p>
          <a:p>
            <a:endParaRPr lang="en-US" altLang="en-US"/>
          </a:p>
        </p:txBody>
      </p:sp>
      <p:sp>
        <p:nvSpPr>
          <p:cNvPr id="22533" name="Rectangle 6">
            <a:extLst>
              <a:ext uri="{FF2B5EF4-FFF2-40B4-BE49-F238E27FC236}">
                <a16:creationId xmlns:a16="http://schemas.microsoft.com/office/drawing/2014/main" id="{E62FD38F-A3E8-EC4F-A1CE-92F131603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578350"/>
            <a:ext cx="2590800" cy="679450"/>
          </a:xfrm>
          <a:prstGeom prst="rect">
            <a:avLst/>
          </a:prstGeom>
          <a:noFill/>
          <a:ln w="15875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en-US"/>
              <a:t>Inv.vhd</a:t>
            </a:r>
          </a:p>
          <a:p>
            <a:r>
              <a:rPr lang="en-US" altLang="en-US"/>
              <a:t>entity-architecture “Inv”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37950CF0-CFCA-1041-A952-158E04353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572000"/>
            <a:ext cx="2740025" cy="735013"/>
          </a:xfrm>
          <a:prstGeom prst="rect">
            <a:avLst/>
          </a:prstGeom>
          <a:noFill/>
          <a:ln w="15875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en-US"/>
              <a:t>OR2.vhd</a:t>
            </a:r>
          </a:p>
          <a:p>
            <a:pPr algn="ctr"/>
            <a:r>
              <a:rPr lang="en-US" altLang="en-US"/>
              <a:t>entity-architecture “OR2”</a:t>
            </a:r>
          </a:p>
          <a:p>
            <a:endParaRPr lang="en-US" altLang="en-US"/>
          </a:p>
        </p:txBody>
      </p:sp>
      <p:sp>
        <p:nvSpPr>
          <p:cNvPr id="22535" name="Line 389">
            <a:extLst>
              <a:ext uri="{FF2B5EF4-FFF2-40B4-BE49-F238E27FC236}">
                <a16:creationId xmlns:a16="http://schemas.microsoft.com/office/drawing/2014/main" id="{1CB18DDD-C82E-7D42-92D1-F3B344718A3D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941513" y="3492500"/>
            <a:ext cx="0" cy="1079500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6" name="Freeform 390">
            <a:extLst>
              <a:ext uri="{FF2B5EF4-FFF2-40B4-BE49-F238E27FC236}">
                <a16:creationId xmlns:a16="http://schemas.microsoft.com/office/drawing/2014/main" id="{CF912D2C-3DBB-2C43-A58B-8983B4B9FF00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1884363" y="4389438"/>
            <a:ext cx="96837" cy="193675"/>
          </a:xfrm>
          <a:custGeom>
            <a:avLst/>
            <a:gdLst>
              <a:gd name="T0" fmla="*/ 2147483646 w 61"/>
              <a:gd name="T1" fmla="*/ 2147483646 h 122"/>
              <a:gd name="T2" fmla="*/ 2147483646 w 61"/>
              <a:gd name="T3" fmla="*/ 0 h 122"/>
              <a:gd name="T4" fmla="*/ 0 w 61"/>
              <a:gd name="T5" fmla="*/ 0 h 122"/>
              <a:gd name="T6" fmla="*/ 2147483646 w 61"/>
              <a:gd name="T7" fmla="*/ 2147483646 h 122"/>
              <a:gd name="T8" fmla="*/ 0 60000 65536"/>
              <a:gd name="T9" fmla="*/ 0 60000 65536"/>
              <a:gd name="T10" fmla="*/ 0 60000 65536"/>
              <a:gd name="T11" fmla="*/ 0 60000 65536"/>
              <a:gd name="T12" fmla="*/ 0 w 61"/>
              <a:gd name="T13" fmla="*/ 0 h 122"/>
              <a:gd name="T14" fmla="*/ 61 w 61"/>
              <a:gd name="T15" fmla="*/ 122 h 1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" h="122">
                <a:moveTo>
                  <a:pt x="30" y="122"/>
                </a:moveTo>
                <a:lnTo>
                  <a:pt x="61" y="0"/>
                </a:lnTo>
                <a:lnTo>
                  <a:pt x="0" y="0"/>
                </a:lnTo>
                <a:lnTo>
                  <a:pt x="3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7" name="Line 389">
            <a:extLst>
              <a:ext uri="{FF2B5EF4-FFF2-40B4-BE49-F238E27FC236}">
                <a16:creationId xmlns:a16="http://schemas.microsoft.com/office/drawing/2014/main" id="{C790430B-CB2A-6A43-983C-29902DFA91C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375694" y="3071019"/>
            <a:ext cx="0" cy="887412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8" name="Line 389">
            <a:extLst>
              <a:ext uri="{FF2B5EF4-FFF2-40B4-BE49-F238E27FC236}">
                <a16:creationId xmlns:a16="http://schemas.microsoft.com/office/drawing/2014/main" id="{36198B5F-81F8-964A-86E5-E425C81B5A57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7181850" y="3303588"/>
            <a:ext cx="0" cy="1116012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9" name="Freeform 390">
            <a:extLst>
              <a:ext uri="{FF2B5EF4-FFF2-40B4-BE49-F238E27FC236}">
                <a16:creationId xmlns:a16="http://schemas.microsoft.com/office/drawing/2014/main" id="{170BD734-298A-D942-834F-58F14B2C0514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7142163" y="4378325"/>
            <a:ext cx="96837" cy="193675"/>
          </a:xfrm>
          <a:custGeom>
            <a:avLst/>
            <a:gdLst>
              <a:gd name="T0" fmla="*/ 2147483646 w 61"/>
              <a:gd name="T1" fmla="*/ 2147483646 h 122"/>
              <a:gd name="T2" fmla="*/ 2147483646 w 61"/>
              <a:gd name="T3" fmla="*/ 0 h 122"/>
              <a:gd name="T4" fmla="*/ 0 w 61"/>
              <a:gd name="T5" fmla="*/ 0 h 122"/>
              <a:gd name="T6" fmla="*/ 2147483646 w 61"/>
              <a:gd name="T7" fmla="*/ 2147483646 h 122"/>
              <a:gd name="T8" fmla="*/ 0 60000 65536"/>
              <a:gd name="T9" fmla="*/ 0 60000 65536"/>
              <a:gd name="T10" fmla="*/ 0 60000 65536"/>
              <a:gd name="T11" fmla="*/ 0 60000 65536"/>
              <a:gd name="T12" fmla="*/ 0 w 61"/>
              <a:gd name="T13" fmla="*/ 0 h 122"/>
              <a:gd name="T14" fmla="*/ 61 w 61"/>
              <a:gd name="T15" fmla="*/ 122 h 1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" h="122">
                <a:moveTo>
                  <a:pt x="30" y="122"/>
                </a:moveTo>
                <a:lnTo>
                  <a:pt x="61" y="0"/>
                </a:lnTo>
                <a:lnTo>
                  <a:pt x="0" y="0"/>
                </a:lnTo>
                <a:lnTo>
                  <a:pt x="3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0" name="Line 389">
            <a:extLst>
              <a:ext uri="{FF2B5EF4-FFF2-40B4-BE49-F238E27FC236}">
                <a16:creationId xmlns:a16="http://schemas.microsoft.com/office/drawing/2014/main" id="{C5A89BE7-A582-484A-9955-518E07066EF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6640513" y="2768600"/>
            <a:ext cx="0" cy="1044575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1" name="Text Box 1">
            <a:extLst>
              <a:ext uri="{FF2B5EF4-FFF2-40B4-BE49-F238E27FC236}">
                <a16:creationId xmlns:a16="http://schemas.microsoft.com/office/drawing/2014/main" id="{6680C08E-0594-B344-B978-6B576F3F5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06BF3F64-F5F9-3548-8EDD-33709AB68DD2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10</a:t>
            </a:fld>
            <a:endParaRPr lang="de-DE" altLang="en-US" sz="1200">
              <a:solidFill>
                <a:srgbClr val="B2B2B2"/>
              </a:solidFill>
            </a:endParaRPr>
          </a:p>
        </p:txBody>
      </p:sp>
      <p:sp>
        <p:nvSpPr>
          <p:cNvPr id="22542" name="Rectangle 6">
            <a:extLst>
              <a:ext uri="{FF2B5EF4-FFF2-40B4-BE49-F238E27FC236}">
                <a16:creationId xmlns:a16="http://schemas.microsoft.com/office/drawing/2014/main" id="{112A1ECD-B001-C54A-8408-EE1EF685A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598988"/>
            <a:ext cx="2895600" cy="735012"/>
          </a:xfrm>
          <a:prstGeom prst="rect">
            <a:avLst/>
          </a:prstGeom>
          <a:noFill/>
          <a:ln w="15875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r>
              <a:rPr lang="en-US" altLang="en-US"/>
              <a:t>AND2.vhd</a:t>
            </a:r>
          </a:p>
          <a:p>
            <a:r>
              <a:rPr lang="en-US" altLang="en-US"/>
              <a:t>entity-architecture “AND2”</a:t>
            </a:r>
          </a:p>
          <a:p>
            <a:endParaRPr lang="en-US" altLang="en-US"/>
          </a:p>
        </p:txBody>
      </p:sp>
      <p:sp>
        <p:nvSpPr>
          <p:cNvPr id="22543" name="Freeform 390">
            <a:extLst>
              <a:ext uri="{FF2B5EF4-FFF2-40B4-BE49-F238E27FC236}">
                <a16:creationId xmlns:a16="http://schemas.microsoft.com/office/drawing/2014/main" id="{0E715351-91D4-5247-BD80-2AE0F52C30E7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7142163" y="4378325"/>
            <a:ext cx="96837" cy="193675"/>
          </a:xfrm>
          <a:custGeom>
            <a:avLst/>
            <a:gdLst>
              <a:gd name="T0" fmla="*/ 2147483646 w 61"/>
              <a:gd name="T1" fmla="*/ 2147483646 h 122"/>
              <a:gd name="T2" fmla="*/ 2147483646 w 61"/>
              <a:gd name="T3" fmla="*/ 0 h 122"/>
              <a:gd name="T4" fmla="*/ 0 w 61"/>
              <a:gd name="T5" fmla="*/ 0 h 122"/>
              <a:gd name="T6" fmla="*/ 2147483646 w 61"/>
              <a:gd name="T7" fmla="*/ 2147483646 h 122"/>
              <a:gd name="T8" fmla="*/ 0 60000 65536"/>
              <a:gd name="T9" fmla="*/ 0 60000 65536"/>
              <a:gd name="T10" fmla="*/ 0 60000 65536"/>
              <a:gd name="T11" fmla="*/ 0 60000 65536"/>
              <a:gd name="T12" fmla="*/ 0 w 61"/>
              <a:gd name="T13" fmla="*/ 0 h 122"/>
              <a:gd name="T14" fmla="*/ 61 w 61"/>
              <a:gd name="T15" fmla="*/ 122 h 1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" h="122">
                <a:moveTo>
                  <a:pt x="30" y="122"/>
                </a:moveTo>
                <a:lnTo>
                  <a:pt x="61" y="0"/>
                </a:lnTo>
                <a:lnTo>
                  <a:pt x="0" y="0"/>
                </a:lnTo>
                <a:lnTo>
                  <a:pt x="3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4" name="Line 389">
            <a:extLst>
              <a:ext uri="{FF2B5EF4-FFF2-40B4-BE49-F238E27FC236}">
                <a16:creationId xmlns:a16="http://schemas.microsoft.com/office/drawing/2014/main" id="{3F40E595-A223-F343-9BF4-B829A4113053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379913" y="4191000"/>
            <a:ext cx="0" cy="28733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5" name="Freeform 390">
            <a:extLst>
              <a:ext uri="{FF2B5EF4-FFF2-40B4-BE49-F238E27FC236}">
                <a16:creationId xmlns:a16="http://schemas.microsoft.com/office/drawing/2014/main" id="{CA382F9C-F2C8-4D4F-8F64-6F9729C57FA6}"/>
              </a:ext>
            </a:extLst>
          </p:cNvPr>
          <p:cNvSpPr>
            <a:spLocks/>
          </p:cNvSpPr>
          <p:nvPr/>
        </p:nvSpPr>
        <p:spPr bwMode="auto">
          <a:xfrm rot="10800000" flipV="1">
            <a:off x="4343400" y="4419600"/>
            <a:ext cx="96838" cy="193675"/>
          </a:xfrm>
          <a:custGeom>
            <a:avLst/>
            <a:gdLst>
              <a:gd name="T0" fmla="*/ 2147483646 w 61"/>
              <a:gd name="T1" fmla="*/ 2147483646 h 122"/>
              <a:gd name="T2" fmla="*/ 2147483646 w 61"/>
              <a:gd name="T3" fmla="*/ 0 h 122"/>
              <a:gd name="T4" fmla="*/ 0 w 61"/>
              <a:gd name="T5" fmla="*/ 0 h 122"/>
              <a:gd name="T6" fmla="*/ 2147483646 w 61"/>
              <a:gd name="T7" fmla="*/ 2147483646 h 122"/>
              <a:gd name="T8" fmla="*/ 0 60000 65536"/>
              <a:gd name="T9" fmla="*/ 0 60000 65536"/>
              <a:gd name="T10" fmla="*/ 0 60000 65536"/>
              <a:gd name="T11" fmla="*/ 0 60000 65536"/>
              <a:gd name="T12" fmla="*/ 0 w 61"/>
              <a:gd name="T13" fmla="*/ 0 h 122"/>
              <a:gd name="T14" fmla="*/ 61 w 61"/>
              <a:gd name="T15" fmla="*/ 122 h 1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" h="122">
                <a:moveTo>
                  <a:pt x="30" y="122"/>
                </a:moveTo>
                <a:lnTo>
                  <a:pt x="61" y="0"/>
                </a:lnTo>
                <a:lnTo>
                  <a:pt x="0" y="0"/>
                </a:lnTo>
                <a:lnTo>
                  <a:pt x="3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med" advTm="20498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>
            <a:extLst>
              <a:ext uri="{FF2B5EF4-FFF2-40B4-BE49-F238E27FC236}">
                <a16:creationId xmlns:a16="http://schemas.microsoft.com/office/drawing/2014/main" id="{FD65760C-6AAD-C747-9AF1-52C35A882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3-Exercise 2 (</a:t>
            </a:r>
            <a:r>
              <a:rPr lang="de-DE" altLang="en-US" sz="3200" b="1" dirty="0" err="1">
                <a:latin typeface="Frutiger LT Com 45 Light" charset="0"/>
              </a:rPr>
              <a:t>behavioral</a:t>
            </a:r>
            <a:r>
              <a:rPr lang="de-DE" altLang="en-US" sz="3200" b="1" dirty="0">
                <a:latin typeface="Frutiger LT Com 45 Light" charset="0"/>
              </a:rPr>
              <a:t> </a:t>
            </a:r>
            <a:r>
              <a:rPr lang="de-DE" altLang="en-US" sz="3200" b="1" dirty="0" err="1">
                <a:latin typeface="Frutiger LT Com 45 Light" charset="0"/>
              </a:rPr>
              <a:t>description</a:t>
            </a:r>
            <a:r>
              <a:rPr lang="de-DE" altLang="en-US" sz="3200" b="1" dirty="0">
                <a:latin typeface="Frutiger LT Com 45 Light" charset="0"/>
              </a:rPr>
              <a:t>)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5a-Exercise 1 (</a:t>
            </a:r>
            <a:r>
              <a:rPr lang="de-DE" altLang="en-US" sz="3200" b="1" dirty="0" err="1">
                <a:latin typeface="Frutiger LT Com 45 Light" charset="0"/>
              </a:rPr>
              <a:t>structural</a:t>
            </a:r>
            <a:r>
              <a:rPr lang="de-DE" altLang="en-US" sz="3200" b="1" dirty="0">
                <a:latin typeface="Frutiger LT Com 45 Light" charset="0"/>
              </a:rPr>
              <a:t> </a:t>
            </a:r>
            <a:r>
              <a:rPr lang="de-DE" altLang="en-US" sz="3200" b="1" dirty="0" err="1">
                <a:latin typeface="Frutiger LT Com 45 Light" charset="0"/>
              </a:rPr>
              <a:t>description</a:t>
            </a:r>
            <a:r>
              <a:rPr lang="de-DE" altLang="en-US" sz="3200" b="1" dirty="0">
                <a:latin typeface="Frutiger LT Com 45 Light" charset="0"/>
              </a:rPr>
              <a:t>)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endParaRPr lang="de-DE" altLang="en-US" sz="3200" b="1" dirty="0">
              <a:latin typeface="Frutiger LT Com 45 Light" charset="0"/>
            </a:endParaRP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C1E762FB-1E1F-4943-842A-2D250869125B}"/>
              </a:ext>
            </a:extLst>
          </p:cNvPr>
          <p:cNvSpPr txBox="1">
            <a:spLocks/>
          </p:cNvSpPr>
          <p:nvPr/>
        </p:nvSpPr>
        <p:spPr bwMode="auto">
          <a:xfrm>
            <a:off x="747713" y="1905000"/>
            <a:ext cx="59404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 marL="268288" indent="-268288"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dirty="0"/>
              <a:t>Implement a 2-to-1 multiplexer with a select input</a:t>
            </a:r>
            <a:endParaRPr lang="en-GB" altLang="en-US" dirty="0"/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endParaRPr lang="en-GB" altLang="en-US" dirty="0">
              <a:latin typeface="TTE1F17478t00" charset="0"/>
            </a:endParaRPr>
          </a:p>
        </p:txBody>
      </p:sp>
      <p:pic>
        <p:nvPicPr>
          <p:cNvPr id="24580" name="Picture 6">
            <a:extLst>
              <a:ext uri="{FF2B5EF4-FFF2-40B4-BE49-F238E27FC236}">
                <a16:creationId xmlns:a16="http://schemas.microsoft.com/office/drawing/2014/main" id="{2BEC6977-DA70-B74E-991A-E1D71BF19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2895600"/>
            <a:ext cx="20701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Box 13">
            <a:extLst>
              <a:ext uri="{FF2B5EF4-FFF2-40B4-BE49-F238E27FC236}">
                <a16:creationId xmlns:a16="http://schemas.microsoft.com/office/drawing/2014/main" id="{82A03CE7-2459-FC4A-9ED0-C5588110E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2605088"/>
            <a:ext cx="152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4582" name="TextBox 16">
            <a:extLst>
              <a:ext uri="{FF2B5EF4-FFF2-40B4-BE49-F238E27FC236}">
                <a16:creationId xmlns:a16="http://schemas.microsoft.com/office/drawing/2014/main" id="{BDB0C734-1F6F-5A4A-9DCB-A0A3E66A5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3594100"/>
            <a:ext cx="15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4583" name="TextBox 17">
            <a:extLst>
              <a:ext uri="{FF2B5EF4-FFF2-40B4-BE49-F238E27FC236}">
                <a16:creationId xmlns:a16="http://schemas.microsoft.com/office/drawing/2014/main" id="{4E3F3A82-DC78-E448-909E-7F2797027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0475" y="3149600"/>
            <a:ext cx="15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24584" name="TextBox 18">
            <a:extLst>
              <a:ext uri="{FF2B5EF4-FFF2-40B4-BE49-F238E27FC236}">
                <a16:creationId xmlns:a16="http://schemas.microsoft.com/office/drawing/2014/main" id="{733EED00-3587-6A4D-99CC-ACDAB2CB5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300" y="2908300"/>
            <a:ext cx="45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GB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5" name="TextBox 19">
            <a:extLst>
              <a:ext uri="{FF2B5EF4-FFF2-40B4-BE49-F238E27FC236}">
                <a16:creationId xmlns:a16="http://schemas.microsoft.com/office/drawing/2014/main" id="{F8C35622-71F9-2047-9791-F86927E4D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138" y="3962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GB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6" name="TextBox 20">
            <a:extLst>
              <a:ext uri="{FF2B5EF4-FFF2-40B4-BE49-F238E27FC236}">
                <a16:creationId xmlns:a16="http://schemas.microsoft.com/office/drawing/2014/main" id="{F428C83C-5BE8-8C43-93D7-4C09871F1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300" y="30480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GB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7" name="TextBox 61">
            <a:extLst>
              <a:ext uri="{FF2B5EF4-FFF2-40B4-BE49-F238E27FC236}">
                <a16:creationId xmlns:a16="http://schemas.microsoft.com/office/drawing/2014/main" id="{5803BE8B-72B7-4740-87F3-03DB9C303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600" y="1864936"/>
            <a:ext cx="22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4588" name="Rectangle 14">
            <a:extLst>
              <a:ext uri="{FF2B5EF4-FFF2-40B4-BE49-F238E27FC236}">
                <a16:creationId xmlns:a16="http://schemas.microsoft.com/office/drawing/2014/main" id="{F8885579-7DF4-CE44-861E-0620A1C97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24589" name="TextBox 74">
            <a:extLst>
              <a:ext uri="{FF2B5EF4-FFF2-40B4-BE49-F238E27FC236}">
                <a16:creationId xmlns:a16="http://schemas.microsoft.com/office/drawing/2014/main" id="{7726EB1D-8A31-E149-A6D4-797B1BBA9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00" y="4038600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24590" name="Rectangle 38">
            <a:extLst>
              <a:ext uri="{FF2B5EF4-FFF2-40B4-BE49-F238E27FC236}">
                <a16:creationId xmlns:a16="http://schemas.microsoft.com/office/drawing/2014/main" id="{186E94BC-0FC4-014D-B70F-B242ED541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825" y="4416425"/>
            <a:ext cx="297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457200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indent="0" algn="ctr">
              <a:spcAft>
                <a:spcPct val="40000"/>
              </a:spcAft>
              <a:buClr>
                <a:srgbClr val="00B050"/>
              </a:buClr>
            </a:pPr>
            <a:r>
              <a:rPr lang="en-US" altLang="en-US"/>
              <a:t>(Structural description)</a:t>
            </a:r>
            <a:endParaRPr lang="en-GB" altLang="en-US">
              <a:latin typeface="TTE1F17478t00" charset="0"/>
            </a:endParaRPr>
          </a:p>
        </p:txBody>
      </p:sp>
      <p:sp>
        <p:nvSpPr>
          <p:cNvPr id="24591" name="Freeform 39">
            <a:extLst>
              <a:ext uri="{FF2B5EF4-FFF2-40B4-BE49-F238E27FC236}">
                <a16:creationId xmlns:a16="http://schemas.microsoft.com/office/drawing/2014/main" id="{219FE707-1D5B-364C-912A-7C6A76D8DEF6}"/>
              </a:ext>
            </a:extLst>
          </p:cNvPr>
          <p:cNvSpPr>
            <a:spLocks/>
          </p:cNvSpPr>
          <p:nvPr/>
        </p:nvSpPr>
        <p:spPr bwMode="auto">
          <a:xfrm>
            <a:off x="5854700" y="5446713"/>
            <a:ext cx="466725" cy="493712"/>
          </a:xfrm>
          <a:custGeom>
            <a:avLst/>
            <a:gdLst>
              <a:gd name="T0" fmla="*/ 2147483646 w 108"/>
              <a:gd name="T1" fmla="*/ 2147483646 h 107"/>
              <a:gd name="T2" fmla="*/ 0 w 108"/>
              <a:gd name="T3" fmla="*/ 2147483646 h 107"/>
              <a:gd name="T4" fmla="*/ 2147483646 w 108"/>
              <a:gd name="T5" fmla="*/ 2147483646 h 107"/>
              <a:gd name="T6" fmla="*/ 2147483646 w 108"/>
              <a:gd name="T7" fmla="*/ 2147483646 h 107"/>
              <a:gd name="T8" fmla="*/ 0 w 108"/>
              <a:gd name="T9" fmla="*/ 0 h 107"/>
              <a:gd name="T10" fmla="*/ 2147483646 w 108"/>
              <a:gd name="T11" fmla="*/ 2147483646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8" h="107">
                <a:moveTo>
                  <a:pt x="108" y="54"/>
                </a:moveTo>
                <a:cubicBezTo>
                  <a:pt x="108" y="54"/>
                  <a:pt x="83" y="107"/>
                  <a:pt x="0" y="107"/>
                </a:cubicBezTo>
                <a:cubicBezTo>
                  <a:pt x="0" y="107"/>
                  <a:pt x="16" y="101"/>
                  <a:pt x="16" y="54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6"/>
                  <a:pt x="0" y="0"/>
                  <a:pt x="0" y="0"/>
                </a:cubicBezTo>
                <a:cubicBezTo>
                  <a:pt x="83" y="0"/>
                  <a:pt x="108" y="54"/>
                  <a:pt x="108" y="54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78C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92" name="Freeform 40">
            <a:extLst>
              <a:ext uri="{FF2B5EF4-FFF2-40B4-BE49-F238E27FC236}">
                <a16:creationId xmlns:a16="http://schemas.microsoft.com/office/drawing/2014/main" id="{F3B055F3-B402-944E-BC8E-AB230681E4F7}"/>
              </a:ext>
            </a:extLst>
          </p:cNvPr>
          <p:cNvSpPr>
            <a:spLocks/>
          </p:cNvSpPr>
          <p:nvPr/>
        </p:nvSpPr>
        <p:spPr bwMode="auto">
          <a:xfrm>
            <a:off x="6049963" y="4876800"/>
            <a:ext cx="282575" cy="379413"/>
          </a:xfrm>
          <a:custGeom>
            <a:avLst/>
            <a:gdLst>
              <a:gd name="T0" fmla="*/ 0 w 148"/>
              <a:gd name="T1" fmla="*/ 2147483646 h 199"/>
              <a:gd name="T2" fmla="*/ 2147483646 w 148"/>
              <a:gd name="T3" fmla="*/ 2147483646 h 199"/>
              <a:gd name="T4" fmla="*/ 0 w 148"/>
              <a:gd name="T5" fmla="*/ 0 h 199"/>
              <a:gd name="T6" fmla="*/ 0 w 148"/>
              <a:gd name="T7" fmla="*/ 2147483646 h 1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199">
                <a:moveTo>
                  <a:pt x="0" y="199"/>
                </a:moveTo>
                <a:lnTo>
                  <a:pt x="148" y="100"/>
                </a:lnTo>
                <a:lnTo>
                  <a:pt x="0" y="0"/>
                </a:lnTo>
                <a:lnTo>
                  <a:pt x="0" y="199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78C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93" name="Oval 65">
            <a:extLst>
              <a:ext uri="{FF2B5EF4-FFF2-40B4-BE49-F238E27FC236}">
                <a16:creationId xmlns:a16="http://schemas.microsoft.com/office/drawing/2014/main" id="{5667B2FB-46C0-B941-B031-A8026C799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713" y="5029200"/>
            <a:ext cx="65087" cy="71438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24594" name="Freeform 66">
            <a:extLst>
              <a:ext uri="{FF2B5EF4-FFF2-40B4-BE49-F238E27FC236}">
                <a16:creationId xmlns:a16="http://schemas.microsoft.com/office/drawing/2014/main" id="{FAC074CB-E07D-C345-B6C8-DF8221794BAD}"/>
              </a:ext>
            </a:extLst>
          </p:cNvPr>
          <p:cNvSpPr>
            <a:spLocks/>
          </p:cNvSpPr>
          <p:nvPr/>
        </p:nvSpPr>
        <p:spPr bwMode="auto">
          <a:xfrm>
            <a:off x="7004050" y="5219700"/>
            <a:ext cx="527050" cy="493713"/>
          </a:xfrm>
          <a:custGeom>
            <a:avLst/>
            <a:gdLst>
              <a:gd name="T0" fmla="*/ 0 w 122"/>
              <a:gd name="T1" fmla="*/ 2147483646 h 107"/>
              <a:gd name="T2" fmla="*/ 2147483646 w 122"/>
              <a:gd name="T3" fmla="*/ 2147483646 h 107"/>
              <a:gd name="T4" fmla="*/ 2147483646 w 122"/>
              <a:gd name="T5" fmla="*/ 2147483646 h 107"/>
              <a:gd name="T6" fmla="*/ 2147483646 w 122"/>
              <a:gd name="T7" fmla="*/ 0 h 107"/>
              <a:gd name="T8" fmla="*/ 0 w 122"/>
              <a:gd name="T9" fmla="*/ 0 h 107"/>
              <a:gd name="T10" fmla="*/ 0 w 122"/>
              <a:gd name="T11" fmla="*/ 2147483646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2" h="107">
                <a:moveTo>
                  <a:pt x="0" y="107"/>
                </a:moveTo>
                <a:cubicBezTo>
                  <a:pt x="69" y="107"/>
                  <a:pt x="69" y="107"/>
                  <a:pt x="69" y="107"/>
                </a:cubicBezTo>
                <a:cubicBezTo>
                  <a:pt x="98" y="107"/>
                  <a:pt x="122" y="83"/>
                  <a:pt x="122" y="53"/>
                </a:cubicBezTo>
                <a:cubicBezTo>
                  <a:pt x="122" y="24"/>
                  <a:pt x="98" y="0"/>
                  <a:pt x="6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7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78C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595" name="Line 23">
            <a:extLst>
              <a:ext uri="{FF2B5EF4-FFF2-40B4-BE49-F238E27FC236}">
                <a16:creationId xmlns:a16="http://schemas.microsoft.com/office/drawing/2014/main" id="{BCDBDE80-FC1F-3942-99BE-A190EC6C5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062538"/>
            <a:ext cx="215900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6" name="Line 23">
            <a:extLst>
              <a:ext uri="{FF2B5EF4-FFF2-40B4-BE49-F238E27FC236}">
                <a16:creationId xmlns:a16="http://schemas.microsoft.com/office/drawing/2014/main" id="{2B495DCF-55AB-2A48-AB34-3294931010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00" y="5062538"/>
            <a:ext cx="217488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7" name="Line 23">
            <a:extLst>
              <a:ext uri="{FF2B5EF4-FFF2-40B4-BE49-F238E27FC236}">
                <a16:creationId xmlns:a16="http://schemas.microsoft.com/office/drawing/2014/main" id="{1A7B6E91-403F-4F43-BA70-13B4201CC5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5691188"/>
            <a:ext cx="215900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8" name="Line 23">
            <a:extLst>
              <a:ext uri="{FF2B5EF4-FFF2-40B4-BE49-F238E27FC236}">
                <a16:creationId xmlns:a16="http://schemas.microsoft.com/office/drawing/2014/main" id="{1EA0E7B3-957D-CD42-96C8-9F37D556A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5561013"/>
            <a:ext cx="215900" cy="1587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599" name="Line 23">
            <a:extLst>
              <a:ext uri="{FF2B5EF4-FFF2-40B4-BE49-F238E27FC236}">
                <a16:creationId xmlns:a16="http://schemas.microsoft.com/office/drawing/2014/main" id="{847308A3-1C84-D548-939B-1839C31C7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5864225"/>
            <a:ext cx="215900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00" name="Line 23">
            <a:extLst>
              <a:ext uri="{FF2B5EF4-FFF2-40B4-BE49-F238E27FC236}">
                <a16:creationId xmlns:a16="http://schemas.microsoft.com/office/drawing/2014/main" id="{194DF047-F293-224F-9F94-BA5B5C09F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5295900"/>
            <a:ext cx="215900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01" name="Line 23">
            <a:extLst>
              <a:ext uri="{FF2B5EF4-FFF2-40B4-BE49-F238E27FC236}">
                <a16:creationId xmlns:a16="http://schemas.microsoft.com/office/drawing/2014/main" id="{37BECEE2-870F-D34D-8959-6B794CFDA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5600700"/>
            <a:ext cx="215900" cy="1588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03" name="Text Box 1">
            <a:extLst>
              <a:ext uri="{FF2B5EF4-FFF2-40B4-BE49-F238E27FC236}">
                <a16:creationId xmlns:a16="http://schemas.microsoft.com/office/drawing/2014/main" id="{567FE353-6D34-D147-9D53-689B2EDF4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C27F6E05-74CE-AC44-8103-22BC992C62B9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11</a:t>
            </a:fld>
            <a:endParaRPr lang="de-DE" altLang="en-US" sz="1200">
              <a:solidFill>
                <a:srgbClr val="B2B2B2"/>
              </a:solidFill>
            </a:endParaRPr>
          </a:p>
        </p:txBody>
      </p:sp>
      <p:sp>
        <p:nvSpPr>
          <p:cNvPr id="24604" name="TextBox 15">
            <a:extLst>
              <a:ext uri="{FF2B5EF4-FFF2-40B4-BE49-F238E27FC236}">
                <a16:creationId xmlns:a16="http://schemas.microsoft.com/office/drawing/2014/main" id="{8400756D-B971-AB4F-93D9-8DBE1CF77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581400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grpSp>
        <p:nvGrpSpPr>
          <p:cNvPr id="24605" name="Group 41">
            <a:extLst>
              <a:ext uri="{FF2B5EF4-FFF2-40B4-BE49-F238E27FC236}">
                <a16:creationId xmlns:a16="http://schemas.microsoft.com/office/drawing/2014/main" id="{5D688917-65D4-A14D-BB1E-83A82AAD06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831975" y="3062288"/>
            <a:ext cx="1368425" cy="976312"/>
            <a:chOff x="6669" y="160"/>
            <a:chExt cx="1266" cy="896"/>
          </a:xfrm>
        </p:grpSpPr>
        <p:grpSp>
          <p:nvGrpSpPr>
            <p:cNvPr id="24611" name="Group 42">
              <a:extLst>
                <a:ext uri="{FF2B5EF4-FFF2-40B4-BE49-F238E27FC236}">
                  <a16:creationId xmlns:a16="http://schemas.microsoft.com/office/drawing/2014/main" id="{A139D22A-4F32-6E45-8D3F-C17A936D38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38" y="754"/>
              <a:ext cx="497" cy="2"/>
              <a:chOff x="7438" y="754"/>
              <a:chExt cx="497" cy="2"/>
            </a:xfrm>
          </p:grpSpPr>
          <p:sp>
            <p:nvSpPr>
              <p:cNvPr id="24629" name="Freeform 60">
                <a:extLst>
                  <a:ext uri="{FF2B5EF4-FFF2-40B4-BE49-F238E27FC236}">
                    <a16:creationId xmlns:a16="http://schemas.microsoft.com/office/drawing/2014/main" id="{FA5AB868-4C5A-CB49-BC7E-06EDB73DE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" y="754"/>
                <a:ext cx="497" cy="2"/>
              </a:xfrm>
              <a:custGeom>
                <a:avLst/>
                <a:gdLst>
                  <a:gd name="T0" fmla="*/ 0 w 497"/>
                  <a:gd name="T1" fmla="*/ 0 h 2"/>
                  <a:gd name="T2" fmla="*/ 497 w 49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7" h="2">
                    <a:moveTo>
                      <a:pt x="0" y="0"/>
                    </a:moveTo>
                    <a:lnTo>
                      <a:pt x="497" y="0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4612" name="Group 43">
              <a:extLst>
                <a:ext uri="{FF2B5EF4-FFF2-40B4-BE49-F238E27FC236}">
                  <a16:creationId xmlns:a16="http://schemas.microsoft.com/office/drawing/2014/main" id="{1E3D3E39-2066-5741-BCA9-38C94D9E0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7" y="469"/>
              <a:ext cx="313" cy="587"/>
              <a:chOff x="7147" y="469"/>
              <a:chExt cx="313" cy="587"/>
            </a:xfrm>
          </p:grpSpPr>
          <p:sp>
            <p:nvSpPr>
              <p:cNvPr id="24623" name="Freeform 54">
                <a:extLst>
                  <a:ext uri="{FF2B5EF4-FFF2-40B4-BE49-F238E27FC236}">
                    <a16:creationId xmlns:a16="http://schemas.microsoft.com/office/drawing/2014/main" id="{62397379-7AE9-954B-AC63-F06358DF5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 w 313"/>
                  <a:gd name="T1" fmla="*/ 469 h 587"/>
                  <a:gd name="T2" fmla="*/ 0 w 313"/>
                  <a:gd name="T3" fmla="*/ 469 h 587"/>
                  <a:gd name="T4" fmla="*/ 0 w 313"/>
                  <a:gd name="T5" fmla="*/ 1056 h 587"/>
                  <a:gd name="T6" fmla="*/ 18 w 313"/>
                  <a:gd name="T7" fmla="*/ 1051 h 587"/>
                  <a:gd name="T8" fmla="*/ 11 w 313"/>
                  <a:gd name="T9" fmla="*/ 1022 h 587"/>
                  <a:gd name="T10" fmla="*/ 30 w 313"/>
                  <a:gd name="T11" fmla="*/ 1018 h 587"/>
                  <a:gd name="T12" fmla="*/ 30 w 313"/>
                  <a:gd name="T13" fmla="*/ 469 h 5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3" h="587">
                    <a:moveTo>
                      <a:pt x="30" y="0"/>
                    </a:moveTo>
                    <a:lnTo>
                      <a:pt x="0" y="0"/>
                    </a:lnTo>
                    <a:lnTo>
                      <a:pt x="0" y="587"/>
                    </a:lnTo>
                    <a:lnTo>
                      <a:pt x="18" y="582"/>
                    </a:lnTo>
                    <a:lnTo>
                      <a:pt x="11" y="553"/>
                    </a:lnTo>
                    <a:lnTo>
                      <a:pt x="30" y="549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624" name="Freeform 55">
                <a:extLst>
                  <a:ext uri="{FF2B5EF4-FFF2-40B4-BE49-F238E27FC236}">
                    <a16:creationId xmlns:a16="http://schemas.microsoft.com/office/drawing/2014/main" id="{2A8FFA30-5841-224F-9DB2-0944FD7E2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 w 313"/>
                  <a:gd name="T1" fmla="*/ 1018 h 587"/>
                  <a:gd name="T2" fmla="*/ 11 w 313"/>
                  <a:gd name="T3" fmla="*/ 1022 h 587"/>
                  <a:gd name="T4" fmla="*/ 18 w 313"/>
                  <a:gd name="T5" fmla="*/ 1051 h 587"/>
                  <a:gd name="T6" fmla="*/ 30 w 313"/>
                  <a:gd name="T7" fmla="*/ 1037 h 587"/>
                  <a:gd name="T8" fmla="*/ 30 w 313"/>
                  <a:gd name="T9" fmla="*/ 1018 h 5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3" h="587">
                    <a:moveTo>
                      <a:pt x="30" y="549"/>
                    </a:moveTo>
                    <a:lnTo>
                      <a:pt x="11" y="553"/>
                    </a:lnTo>
                    <a:lnTo>
                      <a:pt x="18" y="582"/>
                    </a:lnTo>
                    <a:lnTo>
                      <a:pt x="30" y="568"/>
                    </a:lnTo>
                    <a:lnTo>
                      <a:pt x="30" y="54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625" name="Freeform 56">
                <a:extLst>
                  <a:ext uri="{FF2B5EF4-FFF2-40B4-BE49-F238E27FC236}">
                    <a16:creationId xmlns:a16="http://schemas.microsoft.com/office/drawing/2014/main" id="{F33C23D3-BEA2-994A-8432-20ADAAA5F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283 w 313"/>
                  <a:gd name="T1" fmla="*/ 954 h 587"/>
                  <a:gd name="T2" fmla="*/ 30 w 313"/>
                  <a:gd name="T3" fmla="*/ 1018 h 587"/>
                  <a:gd name="T4" fmla="*/ 30 w 313"/>
                  <a:gd name="T5" fmla="*/ 1037 h 587"/>
                  <a:gd name="T6" fmla="*/ 18 w 313"/>
                  <a:gd name="T7" fmla="*/ 1051 h 587"/>
                  <a:gd name="T8" fmla="*/ 301 w 313"/>
                  <a:gd name="T9" fmla="*/ 980 h 587"/>
                  <a:gd name="T10" fmla="*/ 313 w 313"/>
                  <a:gd name="T11" fmla="*/ 977 h 587"/>
                  <a:gd name="T12" fmla="*/ 313 w 313"/>
                  <a:gd name="T13" fmla="*/ 966 h 587"/>
                  <a:gd name="T14" fmla="*/ 283 w 313"/>
                  <a:gd name="T15" fmla="*/ 966 h 587"/>
                  <a:gd name="T16" fmla="*/ 283 w 313"/>
                  <a:gd name="T17" fmla="*/ 954 h 58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13" h="587">
                    <a:moveTo>
                      <a:pt x="283" y="485"/>
                    </a:moveTo>
                    <a:lnTo>
                      <a:pt x="30" y="549"/>
                    </a:lnTo>
                    <a:lnTo>
                      <a:pt x="30" y="568"/>
                    </a:lnTo>
                    <a:lnTo>
                      <a:pt x="18" y="582"/>
                    </a:lnTo>
                    <a:lnTo>
                      <a:pt x="301" y="511"/>
                    </a:lnTo>
                    <a:lnTo>
                      <a:pt x="313" y="508"/>
                    </a:lnTo>
                    <a:lnTo>
                      <a:pt x="313" y="497"/>
                    </a:lnTo>
                    <a:lnTo>
                      <a:pt x="283" y="497"/>
                    </a:lnTo>
                    <a:lnTo>
                      <a:pt x="283" y="48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626" name="Freeform 57">
                <a:extLst>
                  <a:ext uri="{FF2B5EF4-FFF2-40B4-BE49-F238E27FC236}">
                    <a16:creationId xmlns:a16="http://schemas.microsoft.com/office/drawing/2014/main" id="{6F190165-6B2E-D94F-AA0E-00EE1A2D9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294 w 313"/>
                  <a:gd name="T1" fmla="*/ 952 h 587"/>
                  <a:gd name="T2" fmla="*/ 283 w 313"/>
                  <a:gd name="T3" fmla="*/ 954 h 587"/>
                  <a:gd name="T4" fmla="*/ 283 w 313"/>
                  <a:gd name="T5" fmla="*/ 966 h 587"/>
                  <a:gd name="T6" fmla="*/ 313 w 313"/>
                  <a:gd name="T7" fmla="*/ 966 h 587"/>
                  <a:gd name="T8" fmla="*/ 294 w 313"/>
                  <a:gd name="T9" fmla="*/ 952 h 5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3" h="587">
                    <a:moveTo>
                      <a:pt x="294" y="483"/>
                    </a:moveTo>
                    <a:lnTo>
                      <a:pt x="283" y="485"/>
                    </a:lnTo>
                    <a:lnTo>
                      <a:pt x="283" y="497"/>
                    </a:lnTo>
                    <a:lnTo>
                      <a:pt x="313" y="497"/>
                    </a:lnTo>
                    <a:lnTo>
                      <a:pt x="294" y="48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627" name="Freeform 58">
                <a:extLst>
                  <a:ext uri="{FF2B5EF4-FFF2-40B4-BE49-F238E27FC236}">
                    <a16:creationId xmlns:a16="http://schemas.microsoft.com/office/drawing/2014/main" id="{B2368895-6F48-1047-BF97-71C544389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13 w 313"/>
                  <a:gd name="T1" fmla="*/ 952 h 587"/>
                  <a:gd name="T2" fmla="*/ 294 w 313"/>
                  <a:gd name="T3" fmla="*/ 952 h 587"/>
                  <a:gd name="T4" fmla="*/ 313 w 313"/>
                  <a:gd name="T5" fmla="*/ 966 h 587"/>
                  <a:gd name="T6" fmla="*/ 313 w 313"/>
                  <a:gd name="T7" fmla="*/ 952 h 5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3" h="587">
                    <a:moveTo>
                      <a:pt x="313" y="483"/>
                    </a:moveTo>
                    <a:lnTo>
                      <a:pt x="294" y="483"/>
                    </a:lnTo>
                    <a:lnTo>
                      <a:pt x="313" y="497"/>
                    </a:lnTo>
                    <a:lnTo>
                      <a:pt x="313" y="48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628" name="Freeform 59">
                <a:extLst>
                  <a:ext uri="{FF2B5EF4-FFF2-40B4-BE49-F238E27FC236}">
                    <a16:creationId xmlns:a16="http://schemas.microsoft.com/office/drawing/2014/main" id="{6DE62990-1F24-8641-95C8-3638F5FEB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1 w 313"/>
                  <a:gd name="T1" fmla="*/ 527 h 587"/>
                  <a:gd name="T2" fmla="*/ 283 w 313"/>
                  <a:gd name="T3" fmla="*/ 541 h 587"/>
                  <a:gd name="T4" fmla="*/ 283 w 313"/>
                  <a:gd name="T5" fmla="*/ 954 h 587"/>
                  <a:gd name="T6" fmla="*/ 294 w 313"/>
                  <a:gd name="T7" fmla="*/ 952 h 587"/>
                  <a:gd name="T8" fmla="*/ 313 w 313"/>
                  <a:gd name="T9" fmla="*/ 952 h 587"/>
                  <a:gd name="T10" fmla="*/ 313 w 313"/>
                  <a:gd name="T11" fmla="*/ 530 h 587"/>
                  <a:gd name="T12" fmla="*/ 301 w 313"/>
                  <a:gd name="T13" fmla="*/ 527 h 5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3" h="587">
                    <a:moveTo>
                      <a:pt x="301" y="58"/>
                    </a:moveTo>
                    <a:lnTo>
                      <a:pt x="283" y="72"/>
                    </a:lnTo>
                    <a:lnTo>
                      <a:pt x="283" y="485"/>
                    </a:lnTo>
                    <a:lnTo>
                      <a:pt x="294" y="483"/>
                    </a:lnTo>
                    <a:lnTo>
                      <a:pt x="313" y="483"/>
                    </a:lnTo>
                    <a:lnTo>
                      <a:pt x="313" y="61"/>
                    </a:lnTo>
                    <a:lnTo>
                      <a:pt x="301" y="5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4613" name="Group 44">
              <a:extLst>
                <a:ext uri="{FF2B5EF4-FFF2-40B4-BE49-F238E27FC236}">
                  <a16:creationId xmlns:a16="http://schemas.microsoft.com/office/drawing/2014/main" id="{28832529-27FB-C747-B60D-D56E86230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7" y="450"/>
              <a:ext cx="301" cy="106"/>
              <a:chOff x="7147" y="450"/>
              <a:chExt cx="301" cy="106"/>
            </a:xfrm>
          </p:grpSpPr>
          <p:sp>
            <p:nvSpPr>
              <p:cNvPr id="24622" name="Freeform 53">
                <a:extLst>
                  <a:ext uri="{FF2B5EF4-FFF2-40B4-BE49-F238E27FC236}">
                    <a16:creationId xmlns:a16="http://schemas.microsoft.com/office/drawing/2014/main" id="{70B34FE4-5124-7341-BA71-08FF6CB12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50"/>
                <a:ext cx="301" cy="106"/>
              </a:xfrm>
              <a:custGeom>
                <a:avLst/>
                <a:gdLst>
                  <a:gd name="T0" fmla="*/ 0 w 301"/>
                  <a:gd name="T1" fmla="*/ 450 h 106"/>
                  <a:gd name="T2" fmla="*/ 0 w 301"/>
                  <a:gd name="T3" fmla="*/ 469 h 106"/>
                  <a:gd name="T4" fmla="*/ 11 w 301"/>
                  <a:gd name="T5" fmla="*/ 484 h 106"/>
                  <a:gd name="T6" fmla="*/ 294 w 301"/>
                  <a:gd name="T7" fmla="*/ 556 h 106"/>
                  <a:gd name="T8" fmla="*/ 301 w 301"/>
                  <a:gd name="T9" fmla="*/ 527 h 106"/>
                  <a:gd name="T10" fmla="*/ 18 w 301"/>
                  <a:gd name="T11" fmla="*/ 455 h 106"/>
                  <a:gd name="T12" fmla="*/ 0 w 301"/>
                  <a:gd name="T13" fmla="*/ 45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1" h="106">
                    <a:moveTo>
                      <a:pt x="0" y="0"/>
                    </a:moveTo>
                    <a:lnTo>
                      <a:pt x="0" y="19"/>
                    </a:lnTo>
                    <a:lnTo>
                      <a:pt x="11" y="34"/>
                    </a:lnTo>
                    <a:lnTo>
                      <a:pt x="294" y="106"/>
                    </a:lnTo>
                    <a:lnTo>
                      <a:pt x="301" y="77"/>
                    </a:lnTo>
                    <a:lnTo>
                      <a:pt x="18" y="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4614" name="Group 45">
              <a:extLst>
                <a:ext uri="{FF2B5EF4-FFF2-40B4-BE49-F238E27FC236}">
                  <a16:creationId xmlns:a16="http://schemas.microsoft.com/office/drawing/2014/main" id="{7D2269DF-1E2E-8A46-87E9-7D6755AF56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642"/>
              <a:ext cx="498" cy="2"/>
              <a:chOff x="6669" y="642"/>
              <a:chExt cx="498" cy="2"/>
            </a:xfrm>
          </p:grpSpPr>
          <p:sp>
            <p:nvSpPr>
              <p:cNvPr id="24621" name="Freeform 52">
                <a:extLst>
                  <a:ext uri="{FF2B5EF4-FFF2-40B4-BE49-F238E27FC236}">
                    <a16:creationId xmlns:a16="http://schemas.microsoft.com/office/drawing/2014/main" id="{103664ED-F9E2-6C4D-BC12-60232FCCE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642"/>
                <a:ext cx="498" cy="2"/>
              </a:xfrm>
              <a:custGeom>
                <a:avLst/>
                <a:gdLst>
                  <a:gd name="T0" fmla="*/ 0 w 498"/>
                  <a:gd name="T1" fmla="*/ 0 h 2"/>
                  <a:gd name="T2" fmla="*/ 498 w 498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8" h="2">
                    <a:moveTo>
                      <a:pt x="0" y="0"/>
                    </a:moveTo>
                    <a:lnTo>
                      <a:pt x="498" y="0"/>
                    </a:lnTo>
                  </a:path>
                </a:pathLst>
              </a:custGeom>
              <a:noFill/>
              <a:ln w="889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4615" name="Group 46">
              <a:extLst>
                <a:ext uri="{FF2B5EF4-FFF2-40B4-BE49-F238E27FC236}">
                  <a16:creationId xmlns:a16="http://schemas.microsoft.com/office/drawing/2014/main" id="{C056E141-04DC-AB45-93FA-A6411296AD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865"/>
              <a:ext cx="498" cy="2"/>
              <a:chOff x="6669" y="865"/>
              <a:chExt cx="498" cy="2"/>
            </a:xfrm>
          </p:grpSpPr>
          <p:sp>
            <p:nvSpPr>
              <p:cNvPr id="24620" name="Freeform 51">
                <a:extLst>
                  <a:ext uri="{FF2B5EF4-FFF2-40B4-BE49-F238E27FC236}">
                    <a16:creationId xmlns:a16="http://schemas.microsoft.com/office/drawing/2014/main" id="{4F6615F8-72AF-1C49-93F7-09FFE0842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865"/>
                <a:ext cx="498" cy="2"/>
              </a:xfrm>
              <a:custGeom>
                <a:avLst/>
                <a:gdLst>
                  <a:gd name="T0" fmla="*/ 0 w 498"/>
                  <a:gd name="T1" fmla="*/ 0 h 2"/>
                  <a:gd name="T2" fmla="*/ 498 w 498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8" h="2">
                    <a:moveTo>
                      <a:pt x="0" y="0"/>
                    </a:moveTo>
                    <a:lnTo>
                      <a:pt x="498" y="0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4616" name="Group 47">
              <a:extLst>
                <a:ext uri="{FF2B5EF4-FFF2-40B4-BE49-F238E27FC236}">
                  <a16:creationId xmlns:a16="http://schemas.microsoft.com/office/drawing/2014/main" id="{1D004222-F4DD-7D44-8353-CD2D05B3AE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5" y="160"/>
              <a:ext cx="2" cy="353"/>
              <a:chOff x="7285" y="160"/>
              <a:chExt cx="2" cy="353"/>
            </a:xfrm>
          </p:grpSpPr>
          <p:sp>
            <p:nvSpPr>
              <p:cNvPr id="24619" name="Freeform 50">
                <a:extLst>
                  <a:ext uri="{FF2B5EF4-FFF2-40B4-BE49-F238E27FC236}">
                    <a16:creationId xmlns:a16="http://schemas.microsoft.com/office/drawing/2014/main" id="{6577E562-BFFE-EC42-AE07-887D05146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5" y="160"/>
                <a:ext cx="2" cy="353"/>
              </a:xfrm>
              <a:custGeom>
                <a:avLst/>
                <a:gdLst>
                  <a:gd name="T0" fmla="*/ 0 w 2"/>
                  <a:gd name="T1" fmla="*/ 160 h 353"/>
                  <a:gd name="T2" fmla="*/ 0 w 2"/>
                  <a:gd name="T3" fmla="*/ 512 h 3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53">
                    <a:moveTo>
                      <a:pt x="0" y="0"/>
                    </a:moveTo>
                    <a:lnTo>
                      <a:pt x="0" y="352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4617" name="Group 48">
              <a:extLst>
                <a:ext uri="{FF2B5EF4-FFF2-40B4-BE49-F238E27FC236}">
                  <a16:creationId xmlns:a16="http://schemas.microsoft.com/office/drawing/2014/main" id="{5CF25400-2426-5A47-8A5C-72DDB66BA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166"/>
              <a:ext cx="622" cy="2"/>
              <a:chOff x="6669" y="166"/>
              <a:chExt cx="622" cy="2"/>
            </a:xfrm>
          </p:grpSpPr>
          <p:sp>
            <p:nvSpPr>
              <p:cNvPr id="24618" name="Freeform 49">
                <a:extLst>
                  <a:ext uri="{FF2B5EF4-FFF2-40B4-BE49-F238E27FC236}">
                    <a16:creationId xmlns:a16="http://schemas.microsoft.com/office/drawing/2014/main" id="{8F899324-D7BE-864C-9CBB-D1B91403D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166"/>
                <a:ext cx="622" cy="2"/>
              </a:xfrm>
              <a:custGeom>
                <a:avLst/>
                <a:gdLst>
                  <a:gd name="T0" fmla="*/ 0 w 622"/>
                  <a:gd name="T1" fmla="*/ 0 h 2"/>
                  <a:gd name="T2" fmla="*/ 622 w 622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22" h="2">
                    <a:moveTo>
                      <a:pt x="0" y="0"/>
                    </a:moveTo>
                    <a:lnTo>
                      <a:pt x="622" y="0"/>
                    </a:lnTo>
                  </a:path>
                </a:pathLst>
              </a:custGeom>
              <a:noFill/>
              <a:ln w="889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4606" name="TextBox 62">
            <a:extLst>
              <a:ext uri="{FF2B5EF4-FFF2-40B4-BE49-F238E27FC236}">
                <a16:creationId xmlns:a16="http://schemas.microsoft.com/office/drawing/2014/main" id="{8C40A861-3663-6244-9566-20FF3C75F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6563" y="2757488"/>
            <a:ext cx="15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4607" name="TextBox 63">
            <a:extLst>
              <a:ext uri="{FF2B5EF4-FFF2-40B4-BE49-F238E27FC236}">
                <a16:creationId xmlns:a16="http://schemas.microsoft.com/office/drawing/2014/main" id="{A8115990-BD40-EE4C-842B-C4275B1FD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352800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4608" name="TextBox 64">
            <a:extLst>
              <a:ext uri="{FF2B5EF4-FFF2-40B4-BE49-F238E27FC236}">
                <a16:creationId xmlns:a16="http://schemas.microsoft.com/office/drawing/2014/main" id="{5A897A77-D926-904F-86C3-AD5B25004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3363913"/>
            <a:ext cx="152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24609" name="Rectangle 72">
            <a:extLst>
              <a:ext uri="{FF2B5EF4-FFF2-40B4-BE49-F238E27FC236}">
                <a16:creationId xmlns:a16="http://schemas.microsoft.com/office/drawing/2014/main" id="{7826C4D6-F16B-494F-A256-5D5EFF57A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5221288"/>
            <a:ext cx="3989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 &lt;= (NOT (s) AND x) OR (s AND y);</a:t>
            </a:r>
            <a:endParaRPr lang="en-GB" altLang="en-US"/>
          </a:p>
        </p:txBody>
      </p:sp>
      <p:sp>
        <p:nvSpPr>
          <p:cNvPr id="24610" name="Rectangle 73">
            <a:extLst>
              <a:ext uri="{FF2B5EF4-FFF2-40B4-BE49-F238E27FC236}">
                <a16:creationId xmlns:a16="http://schemas.microsoft.com/office/drawing/2014/main" id="{071318A9-9DC6-5648-823B-EA87D7587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4437063"/>
            <a:ext cx="312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457200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indent="0">
              <a:spcAft>
                <a:spcPct val="40000"/>
              </a:spcAft>
              <a:buClr>
                <a:srgbClr val="00B050"/>
              </a:buClr>
            </a:pPr>
            <a:r>
              <a:rPr lang="en-US" altLang="en-US"/>
              <a:t>(Behavioral Description)</a:t>
            </a:r>
            <a:endParaRPr lang="en-GB" altLang="en-US">
              <a:latin typeface="TTE1F17478t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38"/>
    </mc:Choice>
    <mc:Fallback xmlns="">
      <p:transition spd="slow" advTm="3953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>
            <a:extLst>
              <a:ext uri="{FF2B5EF4-FFF2-40B4-BE49-F238E27FC236}">
                <a16:creationId xmlns:a16="http://schemas.microsoft.com/office/drawing/2014/main" id="{37723B47-02C4-964D-B07B-ACA3F6756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Sequential Statements</a:t>
            </a:r>
          </a:p>
        </p:txBody>
      </p:sp>
      <p:sp>
        <p:nvSpPr>
          <p:cNvPr id="27651" name="Text Box 4">
            <a:extLst>
              <a:ext uri="{FF2B5EF4-FFF2-40B4-BE49-F238E27FC236}">
                <a16:creationId xmlns:a16="http://schemas.microsoft.com/office/drawing/2014/main" id="{229FB05B-C2FF-DC45-94A5-7892F8480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B6FAA7AC-C2F3-9342-B14A-31B11CAFDFD2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12</a:t>
            </a:fld>
            <a:endParaRPr lang="de-DE" altLang="en-US" sz="1200">
              <a:solidFill>
                <a:srgbClr val="B2B2B2"/>
              </a:solidFill>
            </a:endParaRPr>
          </a:p>
        </p:txBody>
      </p:sp>
      <p:sp>
        <p:nvSpPr>
          <p:cNvPr id="27652" name="Rectangle 1">
            <a:extLst>
              <a:ext uri="{FF2B5EF4-FFF2-40B4-BE49-F238E27FC236}">
                <a16:creationId xmlns:a16="http://schemas.microsoft.com/office/drawing/2014/main" id="{DB12F5CA-4641-2E4B-A446-D3A36430D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2819400"/>
            <a:ext cx="45720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process </a:t>
            </a:r>
            <a:r>
              <a:rPr lang="en-US" altLang="en-US" i="1"/>
              <a:t>(sensitivity_list)</a:t>
            </a:r>
          </a:p>
          <a:p>
            <a:r>
              <a:rPr lang="en-US" altLang="en-US"/>
              <a:t>Constant declarations</a:t>
            </a:r>
          </a:p>
          <a:p>
            <a:r>
              <a:rPr lang="en-US" altLang="en-US"/>
              <a:t>Variable declarations</a:t>
            </a:r>
          </a:p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begin</a:t>
            </a:r>
          </a:p>
          <a:p>
            <a:r>
              <a:rPr lang="en-US" altLang="en-US"/>
              <a:t>  </a:t>
            </a:r>
            <a:r>
              <a:rPr lang="en-US" altLang="en-US">
                <a:solidFill>
                  <a:srgbClr val="0000FF"/>
                </a:solidFill>
              </a:rPr>
              <a:t>-</a:t>
            </a:r>
            <a:r>
              <a:rPr lang="en-US" altLang="en-US"/>
              <a:t> sequential assignments; </a:t>
            </a:r>
          </a:p>
          <a:p>
            <a:r>
              <a:rPr lang="en-US" altLang="en-US">
                <a:solidFill>
                  <a:srgbClr val="0631BA"/>
                </a:solidFill>
              </a:rPr>
              <a:t> 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- if-else </a:t>
            </a:r>
            <a:r>
              <a:rPr lang="en-US" altLang="en-US"/>
              <a:t>statements;</a:t>
            </a:r>
          </a:p>
          <a:p>
            <a:r>
              <a:rPr lang="en-US" altLang="en-US">
                <a:solidFill>
                  <a:srgbClr val="0631BA"/>
                </a:solidFill>
              </a:rPr>
              <a:t> 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- case </a:t>
            </a:r>
            <a:r>
              <a:rPr lang="en-US" altLang="en-US"/>
              <a:t>statements</a:t>
            </a:r>
          </a:p>
          <a:p>
            <a:r>
              <a:rPr lang="en-US" altLang="en-US">
                <a:solidFill>
                  <a:srgbClr val="0631BA"/>
                </a:solidFill>
              </a:rPr>
              <a:t>  - loop, while, for statements</a:t>
            </a:r>
          </a:p>
          <a:p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end process</a:t>
            </a:r>
            <a:r>
              <a:rPr lang="en-US" altLang="en-US"/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DC6CB-18C3-E749-B8F2-B4A9772F86B3}"/>
              </a:ext>
            </a:extLst>
          </p:cNvPr>
          <p:cNvSpPr/>
          <p:nvPr/>
        </p:nvSpPr>
        <p:spPr bwMode="auto">
          <a:xfrm>
            <a:off x="1844675" y="2819400"/>
            <a:ext cx="3600450" cy="2586038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7654" name="Right Brace 6">
            <a:extLst>
              <a:ext uri="{FF2B5EF4-FFF2-40B4-BE49-F238E27FC236}">
                <a16:creationId xmlns:a16="http://schemas.microsoft.com/office/drawing/2014/main" id="{5A168425-074F-5E48-8850-08AD3C7EB007}"/>
              </a:ext>
            </a:extLst>
          </p:cNvPr>
          <p:cNvSpPr>
            <a:spLocks/>
          </p:cNvSpPr>
          <p:nvPr/>
        </p:nvSpPr>
        <p:spPr bwMode="auto">
          <a:xfrm>
            <a:off x="5597525" y="3962400"/>
            <a:ext cx="304800" cy="1143000"/>
          </a:xfrm>
          <a:prstGeom prst="rightBrace">
            <a:avLst>
              <a:gd name="adj1" fmla="val 8333"/>
              <a:gd name="adj2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7655" name="Rectangle 8">
            <a:extLst>
              <a:ext uri="{FF2B5EF4-FFF2-40B4-BE49-F238E27FC236}">
                <a16:creationId xmlns:a16="http://schemas.microsoft.com/office/drawing/2014/main" id="{55F2667F-DC1B-404E-909F-AEF66D93A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525" y="4343400"/>
            <a:ext cx="2479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Sequential statements</a:t>
            </a:r>
            <a:endParaRPr lang="en-GB" altLang="en-US">
              <a:solidFill>
                <a:srgbClr val="FF0000"/>
              </a:solidFill>
            </a:endParaRPr>
          </a:p>
        </p:txBody>
      </p:sp>
      <p:cxnSp>
        <p:nvCxnSpPr>
          <p:cNvPr id="27656" name="Straight Arrow Connector 13">
            <a:extLst>
              <a:ext uri="{FF2B5EF4-FFF2-40B4-BE49-F238E27FC236}">
                <a16:creationId xmlns:a16="http://schemas.microsoft.com/office/drawing/2014/main" id="{7AC755F5-4C1C-6D48-9AC2-D1AE82C031D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168525" y="4191000"/>
            <a:ext cx="0" cy="792163"/>
          </a:xfrm>
          <a:prstGeom prst="straightConnector1">
            <a:avLst/>
          </a:prstGeom>
          <a:noFill/>
          <a:ln w="34925" algn="ctr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57" name="Straight Arrow Connector 13">
            <a:extLst>
              <a:ext uri="{FF2B5EF4-FFF2-40B4-BE49-F238E27FC236}">
                <a16:creationId xmlns:a16="http://schemas.microsoft.com/office/drawing/2014/main" id="{65E54485-0DE6-A641-B765-69EC9D1132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12938" y="4191000"/>
            <a:ext cx="249237" cy="7938"/>
          </a:xfrm>
          <a:prstGeom prst="straightConnector1">
            <a:avLst/>
          </a:prstGeom>
          <a:noFill/>
          <a:ln w="34925" algn="ctr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58" name="Rectangle 1">
            <a:extLst>
              <a:ext uri="{FF2B5EF4-FFF2-40B4-BE49-F238E27FC236}">
                <a16:creationId xmlns:a16="http://schemas.microsoft.com/office/drawing/2014/main" id="{3987EB1C-489C-BB40-86DC-CB75C8960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" y="5399088"/>
            <a:ext cx="79565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266700" indent="-2667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/>
              <a:t> A “</a:t>
            </a:r>
            <a:r>
              <a:rPr lang="en-GB" altLang="en-US" b="1"/>
              <a:t>process</a:t>
            </a:r>
            <a:r>
              <a:rPr lang="en-GB" altLang="en-US"/>
              <a:t>” block contains one or more sequential statements and sequential assignments</a:t>
            </a:r>
            <a:r>
              <a:rPr lang="en-US" altLang="en-US"/>
              <a:t> </a:t>
            </a:r>
            <a:endParaRPr lang="en-GB" altLang="en-US"/>
          </a:p>
        </p:txBody>
      </p:sp>
      <p:sp>
        <p:nvSpPr>
          <p:cNvPr id="27659" name="Right Brace 6">
            <a:extLst>
              <a:ext uri="{FF2B5EF4-FFF2-40B4-BE49-F238E27FC236}">
                <a16:creationId xmlns:a16="http://schemas.microsoft.com/office/drawing/2014/main" id="{99A9737D-1AEC-994B-9F95-6CF89D848424}"/>
              </a:ext>
            </a:extLst>
          </p:cNvPr>
          <p:cNvSpPr>
            <a:spLocks/>
          </p:cNvSpPr>
          <p:nvPr/>
        </p:nvSpPr>
        <p:spPr bwMode="auto">
          <a:xfrm flipH="1">
            <a:off x="1558925" y="3125788"/>
            <a:ext cx="304800" cy="684212"/>
          </a:xfrm>
          <a:prstGeom prst="rightBrace">
            <a:avLst>
              <a:gd name="adj1" fmla="val 8335"/>
              <a:gd name="adj2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7660" name="Rectangle 8">
            <a:extLst>
              <a:ext uri="{FF2B5EF4-FFF2-40B4-BE49-F238E27FC236}">
                <a16:creationId xmlns:a16="http://schemas.microsoft.com/office/drawing/2014/main" id="{7DB417D7-052C-1345-9A6A-B92A0B17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135313"/>
            <a:ext cx="1543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Local objects</a:t>
            </a:r>
            <a:endParaRPr lang="en-GB" altLang="en-US">
              <a:solidFill>
                <a:srgbClr val="FF0000"/>
              </a:solidFill>
            </a:endParaRPr>
          </a:p>
        </p:txBody>
      </p:sp>
      <p:sp>
        <p:nvSpPr>
          <p:cNvPr id="27661" name="TextBox 1">
            <a:extLst>
              <a:ext uri="{FF2B5EF4-FFF2-40B4-BE49-F238E27FC236}">
                <a16:creationId xmlns:a16="http://schemas.microsoft.com/office/drawing/2014/main" id="{6515FC5B-6447-EF4C-8ADE-8C6E3713A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1752600"/>
            <a:ext cx="8378825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266700" indent="-2667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/>
              <a:t>Here, sequential statements are used inside a process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/>
              <a:t>They are evaluated in the order in which they appear in the code (sequential) and describe the behaviour</a:t>
            </a:r>
          </a:p>
        </p:txBody>
      </p:sp>
    </p:spTree>
  </p:cSld>
  <p:clrMapOvr>
    <a:masterClrMapping/>
  </p:clrMapOvr>
  <p:transition spd="med" advTm="48016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73B3A4E1-3921-6F4E-A0E0-E2945CD9E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7676940A-94E4-D849-86CE-DECEBED764E8}" type="slidenum">
              <a:rPr lang="de-DE" altLang="en-US" smtClean="0">
                <a:solidFill>
                  <a:srgbClr val="B2B2B2"/>
                </a:solidFill>
                <a:latin typeface="Frutiger LT Com 55 Roman" pitchFamily="1" charset="0"/>
              </a:rPr>
              <a:pPr/>
              <a:t>13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29699" name="AutoShape 2">
            <a:extLst>
              <a:ext uri="{FF2B5EF4-FFF2-40B4-BE49-F238E27FC236}">
                <a16:creationId xmlns:a16="http://schemas.microsoft.com/office/drawing/2014/main" id="{5DD52B73-1FF8-C44B-858A-65E90C6B5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Sequential Statements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6FFB10D-C765-DC49-8921-11AA743C0322}"/>
              </a:ext>
            </a:extLst>
          </p:cNvPr>
          <p:cNvSpPr/>
          <p:nvPr/>
        </p:nvSpPr>
        <p:spPr bwMode="auto">
          <a:xfrm>
            <a:off x="914400" y="1709738"/>
            <a:ext cx="2401888" cy="42227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dirty="0">
                <a:latin typeface="Arial" charset="0"/>
                <a:ea typeface="+mn-ea"/>
              </a:rPr>
              <a:t>Library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EF0E43-579E-5A42-B037-73C7DF4D7EEF}"/>
              </a:ext>
            </a:extLst>
          </p:cNvPr>
          <p:cNvSpPr/>
          <p:nvPr/>
        </p:nvSpPr>
        <p:spPr bwMode="auto">
          <a:xfrm>
            <a:off x="914400" y="2133600"/>
            <a:ext cx="2401888" cy="40005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defRPr/>
            </a:pPr>
            <a:r>
              <a:rPr lang="en-GB" dirty="0">
                <a:latin typeface="Arial" charset="0"/>
                <a:ea typeface="+mn-ea"/>
              </a:rPr>
              <a:t>Entity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9E8579-BE76-254E-93CA-8C7E2A004E1E}"/>
              </a:ext>
            </a:extLst>
          </p:cNvPr>
          <p:cNvSpPr/>
          <p:nvPr/>
        </p:nvSpPr>
        <p:spPr bwMode="auto">
          <a:xfrm>
            <a:off x="914400" y="2533650"/>
            <a:ext cx="2401888" cy="194945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9703" name="Rectangle 91">
            <a:extLst>
              <a:ext uri="{FF2B5EF4-FFF2-40B4-BE49-F238E27FC236}">
                <a16:creationId xmlns:a16="http://schemas.microsoft.com/office/drawing/2014/main" id="{C097E67B-6FB7-E44C-9360-341E9F35C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514600"/>
            <a:ext cx="141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Architecture</a:t>
            </a:r>
          </a:p>
        </p:txBody>
      </p:sp>
      <p:sp>
        <p:nvSpPr>
          <p:cNvPr id="29704" name="Rectangle 1">
            <a:extLst>
              <a:ext uri="{FF2B5EF4-FFF2-40B4-BE49-F238E27FC236}">
                <a16:creationId xmlns:a16="http://schemas.microsoft.com/office/drawing/2014/main" id="{40309C32-13F0-4545-AB3B-06D883FFC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900363"/>
            <a:ext cx="23622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it-IT" altLang="en-US" sz="1400" b="1"/>
              <a:t> </a:t>
            </a:r>
            <a:r>
              <a:rPr lang="it-IT" altLang="en-US">
                <a:solidFill>
                  <a:srgbClr val="0000FF"/>
                </a:solidFill>
                <a:latin typeface="TTE1F17478t00" charset="0"/>
              </a:rPr>
              <a:t>process </a:t>
            </a:r>
            <a:r>
              <a:rPr lang="it-IT" altLang="en-US">
                <a:solidFill>
                  <a:srgbClr val="000000"/>
                </a:solidFill>
                <a:latin typeface="TTE1F17478t00" charset="0"/>
              </a:rPr>
              <a:t>(a, b, c)</a:t>
            </a:r>
          </a:p>
          <a:p>
            <a:r>
              <a:rPr lang="en-US" altLang="en-US" sz="1400" b="1"/>
              <a:t>      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begin</a:t>
            </a:r>
          </a:p>
          <a:p>
            <a:r>
              <a:rPr lang="en-US" altLang="en-US" sz="1400"/>
              <a:t>            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c &lt;= a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and</a:t>
            </a:r>
            <a:r>
              <a:rPr lang="en-US" altLang="en-US" sz="1400"/>
              <a:t>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b;</a:t>
            </a:r>
          </a:p>
          <a:p>
            <a:r>
              <a:rPr lang="en-US" altLang="en-US" sz="1400"/>
              <a:t>            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y &lt;= c;</a:t>
            </a:r>
          </a:p>
          <a:p>
            <a:r>
              <a:rPr lang="en-US" altLang="en-US" sz="1400" b="1"/>
              <a:t>       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end </a:t>
            </a:r>
            <a:r>
              <a:rPr lang="it-IT" altLang="en-US">
                <a:solidFill>
                  <a:srgbClr val="0000FF"/>
                </a:solidFill>
                <a:latin typeface="TTE1F17478t00" charset="0"/>
              </a:rPr>
              <a:t>process</a:t>
            </a:r>
            <a:r>
              <a:rPr lang="en-US" altLang="en-US" sz="1400" b="1"/>
              <a:t>;</a:t>
            </a:r>
            <a:endParaRPr lang="en-GB" altLang="en-US"/>
          </a:p>
        </p:txBody>
      </p:sp>
      <p:sp>
        <p:nvSpPr>
          <p:cNvPr id="29705" name="Rectangle 49">
            <a:extLst>
              <a:ext uri="{FF2B5EF4-FFF2-40B4-BE49-F238E27FC236}">
                <a16:creationId xmlns:a16="http://schemas.microsoft.com/office/drawing/2014/main" id="{95770326-ED4A-6F4B-9AED-423FB0ABA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925763"/>
            <a:ext cx="2133600" cy="13970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9706" name="Rectangle 4">
            <a:extLst>
              <a:ext uri="{FF2B5EF4-FFF2-40B4-BE49-F238E27FC236}">
                <a16:creationId xmlns:a16="http://schemas.microsoft.com/office/drawing/2014/main" id="{51060806-41D8-D142-899D-5E75C93B3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95800"/>
            <a:ext cx="81534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266700" indent="-2667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 b="1" dirty="0"/>
              <a:t>A sensitivity list identifies signals whose events resume the process.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US" altLang="en-US" dirty="0"/>
              <a:t>For combinational logic, include every signal read, including conditions.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 dirty="0"/>
              <a:t>VHDL-2008: process(all) includes all signals read. A plain process does not.</a:t>
            </a:r>
          </a:p>
        </p:txBody>
      </p:sp>
      <p:sp>
        <p:nvSpPr>
          <p:cNvPr id="29707" name="Rectangle 4">
            <a:extLst>
              <a:ext uri="{FF2B5EF4-FFF2-40B4-BE49-F238E27FC236}">
                <a16:creationId xmlns:a16="http://schemas.microsoft.com/office/drawing/2014/main" id="{29AB1E39-AC3A-9945-937D-DF292B551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2488" y="2819400"/>
            <a:ext cx="22082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algn="ctr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en-GB" altLang="en-US"/>
              <a:t>Process is sensitive to sensitivity list</a:t>
            </a:r>
          </a:p>
        </p:txBody>
      </p:sp>
      <p:cxnSp>
        <p:nvCxnSpPr>
          <p:cNvPr id="29708" name="Straight Arrow Connector 13">
            <a:extLst>
              <a:ext uri="{FF2B5EF4-FFF2-40B4-BE49-F238E27FC236}">
                <a16:creationId xmlns:a16="http://schemas.microsoft.com/office/drawing/2014/main" id="{38490DB0-89A0-7041-981A-5BCDF502229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84475" y="3048000"/>
            <a:ext cx="649288" cy="0"/>
          </a:xfrm>
          <a:prstGeom prst="straightConnector1">
            <a:avLst/>
          </a:prstGeom>
          <a:noFill/>
          <a:ln w="34925" algn="ctr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6DD7D76-57DF-FD4A-B455-96EC94AF6059}"/>
              </a:ext>
            </a:extLst>
          </p:cNvPr>
          <p:cNvSpPr/>
          <p:nvPr/>
        </p:nvSpPr>
        <p:spPr bwMode="auto">
          <a:xfrm>
            <a:off x="5675313" y="1704975"/>
            <a:ext cx="2401887" cy="42227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dirty="0">
                <a:latin typeface="Arial" charset="0"/>
                <a:ea typeface="+mn-ea"/>
              </a:rPr>
              <a:t>Library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5081DC-4595-FF4C-93BA-063ACD6D934E}"/>
              </a:ext>
            </a:extLst>
          </p:cNvPr>
          <p:cNvSpPr/>
          <p:nvPr/>
        </p:nvSpPr>
        <p:spPr bwMode="auto">
          <a:xfrm>
            <a:off x="5675313" y="2128838"/>
            <a:ext cx="2401887" cy="40005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defRPr/>
            </a:pPr>
            <a:r>
              <a:rPr lang="en-GB" dirty="0">
                <a:latin typeface="Arial" charset="0"/>
                <a:ea typeface="+mn-ea"/>
              </a:rPr>
              <a:t>Entity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2F9D44-F7E8-D74D-BA76-A14986DE39D4}"/>
              </a:ext>
            </a:extLst>
          </p:cNvPr>
          <p:cNvSpPr/>
          <p:nvPr/>
        </p:nvSpPr>
        <p:spPr bwMode="auto">
          <a:xfrm>
            <a:off x="5675313" y="2528888"/>
            <a:ext cx="2401887" cy="1954212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9712" name="Rectangle 91">
            <a:extLst>
              <a:ext uri="{FF2B5EF4-FFF2-40B4-BE49-F238E27FC236}">
                <a16:creationId xmlns:a16="http://schemas.microsoft.com/office/drawing/2014/main" id="{1F8FC13F-E58C-A948-87DE-CF86DEC68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313" y="2514600"/>
            <a:ext cx="1416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Architecture</a:t>
            </a:r>
          </a:p>
        </p:txBody>
      </p:sp>
      <p:sp>
        <p:nvSpPr>
          <p:cNvPr id="29713" name="Rectangle 58">
            <a:extLst>
              <a:ext uri="{FF2B5EF4-FFF2-40B4-BE49-F238E27FC236}">
                <a16:creationId xmlns:a16="http://schemas.microsoft.com/office/drawing/2014/main" id="{C4FE78EE-4CF6-6044-821D-0AE54872A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313" y="2895600"/>
            <a:ext cx="2362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it-IT" altLang="en-US" sz="1400" b="1"/>
              <a:t> process(all)</a:t>
            </a:r>
            <a:endParaRPr lang="it-IT" altLang="en-US">
              <a:solidFill>
                <a:srgbClr val="000000"/>
              </a:solidFill>
              <a:latin typeface="TTE1F17478t00" charset="0"/>
            </a:endParaRPr>
          </a:p>
          <a:p>
            <a:r>
              <a:rPr lang="it-IT" altLang="en-US" sz="1400" b="1"/>
              <a:t>       begin</a:t>
            </a:r>
            <a:endParaRPr lang="it-IT" altLang="en-US">
              <a:solidFill>
                <a:srgbClr val="000000"/>
              </a:solidFill>
              <a:latin typeface="TTE1F17478t00" charset="0"/>
            </a:endParaRPr>
          </a:p>
          <a:p>
            <a:r>
              <a:rPr lang="it-IT" altLang="en-US" sz="1400" b="1"/>
              <a:t>             c &lt;= a and b;</a:t>
            </a:r>
            <a:endParaRPr lang="it-IT" altLang="en-US">
              <a:solidFill>
                <a:srgbClr val="000000"/>
              </a:solidFill>
              <a:latin typeface="TTE1F17478t00" charset="0"/>
            </a:endParaRPr>
          </a:p>
          <a:p>
            <a:r>
              <a:rPr lang="it-IT" altLang="en-US" sz="1400" b="1"/>
              <a:t>             y &lt;= c;</a:t>
            </a:r>
            <a:endParaRPr lang="it-IT" altLang="en-US">
              <a:solidFill>
                <a:srgbClr val="000000"/>
              </a:solidFill>
              <a:latin typeface="TTE1F17478t00" charset="0"/>
            </a:endParaRPr>
          </a:p>
          <a:p>
            <a:r>
              <a:rPr lang="it-IT" altLang="en-US" sz="1400" b="1"/>
              <a:t>        end process;</a:t>
            </a:r>
            <a:endParaRPr lang="it-IT" altLang="en-US">
              <a:solidFill>
                <a:srgbClr val="000000"/>
              </a:solidFill>
              <a:latin typeface="TTE1F17478t00" charset="0"/>
            </a:endParaRPr>
          </a:p>
        </p:txBody>
      </p:sp>
      <p:sp>
        <p:nvSpPr>
          <p:cNvPr id="29714" name="Rectangle 59">
            <a:extLst>
              <a:ext uri="{FF2B5EF4-FFF2-40B4-BE49-F238E27FC236}">
                <a16:creationId xmlns:a16="http://schemas.microsoft.com/office/drawing/2014/main" id="{C72F4096-A21E-5940-BDE7-3D8C2DC29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1513" y="2895600"/>
            <a:ext cx="2133600" cy="14986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1" name="Left-Right Arrow 60">
            <a:extLst>
              <a:ext uri="{FF2B5EF4-FFF2-40B4-BE49-F238E27FC236}">
                <a16:creationId xmlns:a16="http://schemas.microsoft.com/office/drawing/2014/main" id="{9664B083-B8CC-9A4A-AC9C-EC6D561BD5E5}"/>
              </a:ext>
            </a:extLst>
          </p:cNvPr>
          <p:cNvSpPr/>
          <p:nvPr/>
        </p:nvSpPr>
        <p:spPr bwMode="auto">
          <a:xfrm>
            <a:off x="4105275" y="3581400"/>
            <a:ext cx="695325" cy="331788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55"/>
    </mc:Choice>
    <mc:Fallback xmlns="">
      <p:transition spd="slow" advTm="3165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D0B220-98CF-B34E-8F33-15F901A44110}"/>
              </a:ext>
            </a:extLst>
          </p:cNvPr>
          <p:cNvSpPr txBox="1"/>
          <p:nvPr/>
        </p:nvSpPr>
        <p:spPr>
          <a:xfrm>
            <a:off x="460375" y="1908175"/>
            <a:ext cx="7997825" cy="4224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dirty="0">
                <a:ea typeface="+mn-ea"/>
              </a:rPr>
              <a:t>Timed waits model testbench delays. Supported clock-edge waits can describe synthesizable registers.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US" dirty="0">
                <a:latin typeface="TTE1F17478t00"/>
                <a:ea typeface="+mn-ea"/>
              </a:rPr>
              <a:t>Three types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latin typeface="TTE1F17478t00"/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latin typeface="TTE1F17478t00"/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latin typeface="TTE1F17478t00"/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latin typeface="TTE1F17478t00"/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solidFill>
                <a:srgbClr val="0000FF"/>
              </a:solidFill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US" dirty="0">
                <a:solidFill>
                  <a:srgbClr val="0000FF"/>
                </a:solidFill>
                <a:ea typeface="+mn-ea"/>
              </a:rPr>
              <a:t>wait for </a:t>
            </a:r>
            <a:r>
              <a:rPr lang="en-US" dirty="0">
                <a:ea typeface="+mn-ea"/>
              </a:rPr>
              <a:t>&lt;time_ expression&gt;: </a:t>
            </a:r>
            <a:r>
              <a:rPr lang="en-US" kern="0" dirty="0">
                <a:solidFill>
                  <a:srgbClr val="000000"/>
                </a:solidFill>
                <a:latin typeface="Frutiger LT Com 55 Roman"/>
                <a:ea typeface="+mn-ea"/>
              </a:rPr>
              <a:t>pauses until time specified by the expression has elapsed. 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US" dirty="0">
                <a:solidFill>
                  <a:srgbClr val="0000FF"/>
                </a:solidFill>
                <a:ea typeface="+mn-ea"/>
              </a:rPr>
              <a:t>wait on </a:t>
            </a:r>
            <a:r>
              <a:rPr lang="en-US" kern="0" dirty="0">
                <a:solidFill>
                  <a:srgbClr val="000000"/>
                </a:solidFill>
                <a:latin typeface="Frutiger LT Com 55 Roman"/>
                <a:ea typeface="+mn-ea"/>
              </a:rPr>
              <a:t>&lt;signal&gt;: pauses until signal event occurs.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US" dirty="0">
                <a:solidFill>
                  <a:srgbClr val="0000FF"/>
                </a:solidFill>
                <a:ea typeface="+mn-ea"/>
              </a:rPr>
              <a:t>wait until: resumes on a signal event when the condition is true.</a:t>
            </a:r>
          </a:p>
        </p:txBody>
      </p:sp>
      <p:sp>
        <p:nvSpPr>
          <p:cNvPr id="31747" name="AutoShape 2">
            <a:extLst>
              <a:ext uri="{FF2B5EF4-FFF2-40B4-BE49-F238E27FC236}">
                <a16:creationId xmlns:a16="http://schemas.microsoft.com/office/drawing/2014/main" id="{837953AF-8C4C-7248-8139-4FC230535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Wait Statements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B4A5A9-40F3-F640-BB04-A9208E088A21}"/>
              </a:ext>
            </a:extLst>
          </p:cNvPr>
          <p:cNvSpPr/>
          <p:nvPr/>
        </p:nvSpPr>
        <p:spPr bwMode="auto">
          <a:xfrm>
            <a:off x="3048000" y="2963863"/>
            <a:ext cx="2819400" cy="1531937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214ACC-3036-BA4E-BB87-6A719CD8800E}"/>
              </a:ext>
            </a:extLst>
          </p:cNvPr>
          <p:cNvSpPr/>
          <p:nvPr/>
        </p:nvSpPr>
        <p:spPr>
          <a:xfrm>
            <a:off x="2057400" y="2963863"/>
            <a:ext cx="4572000" cy="15319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376362" lvl="2" indent="0" defTabSz="914400">
              <a:spcAft>
                <a:spcPct val="40000"/>
              </a:spcAft>
              <a:buClr>
                <a:srgbClr val="A8AFAF"/>
              </a:buClr>
              <a:defRPr/>
            </a:pPr>
            <a:r>
              <a:rPr lang="en-US" dirty="0">
                <a:solidFill>
                  <a:srgbClr val="0000FF"/>
                </a:solidFill>
                <a:ea typeface="+mn-ea"/>
              </a:rPr>
              <a:t>wait for 20 ns;</a:t>
            </a:r>
          </a:p>
          <a:p>
            <a:pPr marL="1376362" lvl="2" indent="0" defTabSz="914400">
              <a:spcAft>
                <a:spcPct val="40000"/>
              </a:spcAft>
              <a:buClr>
                <a:srgbClr val="A8AFAF"/>
              </a:buClr>
              <a:defRPr/>
            </a:pPr>
            <a:r>
              <a:rPr lang="en-US" dirty="0">
                <a:solidFill>
                  <a:srgbClr val="0000FF"/>
                </a:solidFill>
                <a:ea typeface="+mn-ea"/>
              </a:rPr>
              <a:t>wait on a;</a:t>
            </a:r>
          </a:p>
          <a:p>
            <a:pPr marL="1376362" lvl="2" indent="0" defTabSz="914400">
              <a:spcAft>
                <a:spcPct val="40000"/>
              </a:spcAft>
              <a:buClr>
                <a:srgbClr val="A8AFAF"/>
              </a:buClr>
              <a:defRPr/>
            </a:pPr>
            <a:r>
              <a:rPr lang="en-US" dirty="0">
                <a:solidFill>
                  <a:srgbClr val="0000FF"/>
                </a:solidFill>
                <a:ea typeface="+mn-ea"/>
              </a:rPr>
              <a:t>wait until (int &lt; 100);</a:t>
            </a:r>
          </a:p>
          <a:p>
            <a:pPr marL="1376362" lvl="2" indent="0" defTabSz="914400">
              <a:spcAft>
                <a:spcPct val="40000"/>
              </a:spcAft>
              <a:buClr>
                <a:srgbClr val="A8AFAF"/>
              </a:buClr>
              <a:defRPr/>
            </a:pPr>
            <a:r>
              <a:rPr lang="en-US" dirty="0">
                <a:solidFill>
                  <a:srgbClr val="0000FF"/>
                </a:solidFill>
                <a:ea typeface="+mn-ea"/>
              </a:rPr>
              <a:t>wait on a for 5 us;</a:t>
            </a:r>
          </a:p>
        </p:txBody>
      </p:sp>
      <p:sp>
        <p:nvSpPr>
          <p:cNvPr id="31750" name="Slide Number Placeholder 3">
            <a:extLst>
              <a:ext uri="{FF2B5EF4-FFF2-40B4-BE49-F238E27FC236}">
                <a16:creationId xmlns:a16="http://schemas.microsoft.com/office/drawing/2014/main" id="{AAF729CA-BB8E-EF4D-9822-FB0D924D8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r>
              <a:rPr lang="de-DE" altLang="en-US">
                <a:solidFill>
                  <a:srgbClr val="B2B2B2"/>
                </a:solidFill>
                <a:latin typeface="Frutiger LT Com 55 Roman" pitchFamily="1" charset="0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815"/>
    </mc:Choice>
    <mc:Fallback xmlns="">
      <p:transition spd="slow" advTm="5481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B671AAC6-4565-1246-8465-9F31E4F15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E2974D65-2837-4A46-9519-D4108B9357CB}" type="slidenum">
              <a:rPr lang="de-DE" altLang="en-US" smtClean="0">
                <a:solidFill>
                  <a:srgbClr val="B2B2B2"/>
                </a:solidFill>
                <a:latin typeface="Frutiger LT Com 55 Roman" pitchFamily="1" charset="0"/>
              </a:rPr>
              <a:pPr/>
              <a:t>15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32771" name="AutoShape 2">
            <a:extLst>
              <a:ext uri="{FF2B5EF4-FFF2-40B4-BE49-F238E27FC236}">
                <a16:creationId xmlns:a16="http://schemas.microsoft.com/office/drawing/2014/main" id="{B2BC4C01-7C96-2D4C-9B6D-2BBB3A190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Process block: Quick Notes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B9B37B21-AB5B-9C4E-A509-947F9A92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08175"/>
            <a:ext cx="7997825" cy="431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266700" indent="-2667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US" altLang="en-US">
                <a:latin typeface="TTE1F17478t00" charset="0"/>
              </a:rPr>
              <a:t>Sensitivity list implies a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wait</a:t>
            </a:r>
            <a:r>
              <a:rPr lang="en-US" altLang="en-US">
                <a:latin typeface="TTE1F17478t00" charset="0"/>
              </a:rPr>
              <a:t> statement at the end of the process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endParaRPr lang="en-US" altLang="en-US">
              <a:latin typeface="TTE1F17478t00" charset="0"/>
            </a:endParaRP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endParaRPr lang="en-US" altLang="en-US">
              <a:latin typeface="TTE1F17478t00" charset="0"/>
            </a:endParaRP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endParaRPr lang="en-US" altLang="en-US">
              <a:latin typeface="TTE1F17478t00" charset="0"/>
            </a:endParaRP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endParaRPr lang="en-US" altLang="en-US">
              <a:latin typeface="TTE1F17478t00" charset="0"/>
            </a:endParaRP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endParaRPr lang="en-US" altLang="en-US">
              <a:latin typeface="TTE1F17478t00" charset="0"/>
            </a:endParaRP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US" altLang="en-US">
                <a:latin typeface="TTE1F17478t00" charset="0"/>
              </a:rPr>
              <a:t>A process repeats; a wait or sensitivity list suspends it until it can resume.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US" altLang="en-US">
                <a:latin typeface="TTE1F17478t00" charset="0"/>
              </a:rPr>
              <a:t>Process can not have both a sensitivity list and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wait</a:t>
            </a:r>
            <a:r>
              <a:rPr lang="en-US" altLang="en-US">
                <a:latin typeface="TTE1F17478t00" charset="0"/>
              </a:rPr>
              <a:t> statement.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US" altLang="en-US">
                <a:latin typeface="TTE1F17478t00" charset="0"/>
              </a:rPr>
              <a:t>Concurrent signal assignments represent implied processes operating in parallel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endParaRPr lang="en-GB" altLang="en-US"/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endParaRPr lang="en-US" altLang="en-US">
              <a:latin typeface="TTE1F17478t00" charset="0"/>
            </a:endParaRPr>
          </a:p>
        </p:txBody>
      </p:sp>
      <p:sp>
        <p:nvSpPr>
          <p:cNvPr id="32773" name="Rectangle 19">
            <a:extLst>
              <a:ext uri="{FF2B5EF4-FFF2-40B4-BE49-F238E27FC236}">
                <a16:creationId xmlns:a16="http://schemas.microsoft.com/office/drawing/2014/main" id="{88715A19-E87F-7C4A-A90A-A9E92FC75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2401888"/>
            <a:ext cx="2930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proc1 :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process </a:t>
            </a:r>
            <a:r>
              <a:rPr lang="en-US" altLang="en-US"/>
              <a:t>(a,b)</a:t>
            </a:r>
          </a:p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begin</a:t>
            </a:r>
            <a:endParaRPr lang="en-US" altLang="en-US" i="1">
              <a:solidFill>
                <a:srgbClr val="3366FF"/>
              </a:solidFill>
            </a:endParaRPr>
          </a:p>
          <a:p>
            <a:r>
              <a:rPr lang="en-US" altLang="en-US" i="1">
                <a:solidFill>
                  <a:srgbClr val="0631BA"/>
                </a:solidFill>
              </a:rPr>
              <a:t>     </a:t>
            </a:r>
            <a:r>
              <a:rPr lang="en-US" altLang="en-US" i="1"/>
              <a:t>Sequential statements;</a:t>
            </a:r>
          </a:p>
          <a:p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end process</a:t>
            </a:r>
            <a:r>
              <a:rPr lang="en-US" altLang="en-US"/>
              <a:t>;</a:t>
            </a:r>
          </a:p>
        </p:txBody>
      </p:sp>
      <p:sp>
        <p:nvSpPr>
          <p:cNvPr id="32774" name="Rectangle 20">
            <a:extLst>
              <a:ext uri="{FF2B5EF4-FFF2-40B4-BE49-F238E27FC236}">
                <a16:creationId xmlns:a16="http://schemas.microsoft.com/office/drawing/2014/main" id="{9B2191C8-5DED-AD41-B1D5-51BA198B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938" y="2317750"/>
            <a:ext cx="29305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proc2 :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process </a:t>
            </a:r>
            <a:endParaRPr lang="en-US" altLang="en-US"/>
          </a:p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begin</a:t>
            </a:r>
            <a:endParaRPr lang="en-US" altLang="en-US" i="1">
              <a:solidFill>
                <a:srgbClr val="3366FF"/>
              </a:solidFill>
            </a:endParaRPr>
          </a:p>
          <a:p>
            <a:r>
              <a:rPr lang="en-US" altLang="en-US" i="1">
                <a:solidFill>
                  <a:srgbClr val="0631BA"/>
                </a:solidFill>
              </a:rPr>
              <a:t>     </a:t>
            </a:r>
            <a:r>
              <a:rPr lang="en-US" altLang="en-US" i="1"/>
              <a:t>Sequential statements;</a:t>
            </a:r>
          </a:p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wait on a, b;</a:t>
            </a:r>
            <a:endParaRPr lang="en-US" altLang="en-US" i="1"/>
          </a:p>
          <a:p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end process</a:t>
            </a:r>
            <a:r>
              <a:rPr lang="en-US" altLang="en-US"/>
              <a:t>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AE9119-4FD8-7C44-8285-492636104455}"/>
              </a:ext>
            </a:extLst>
          </p:cNvPr>
          <p:cNvSpPr/>
          <p:nvPr/>
        </p:nvSpPr>
        <p:spPr bwMode="auto">
          <a:xfrm>
            <a:off x="1144588" y="2354263"/>
            <a:ext cx="3048000" cy="1531937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A64A17-E16B-CD44-B8BC-69B0E7ECCF98}"/>
              </a:ext>
            </a:extLst>
          </p:cNvPr>
          <p:cNvSpPr/>
          <p:nvPr/>
        </p:nvSpPr>
        <p:spPr bwMode="auto">
          <a:xfrm>
            <a:off x="4648200" y="2354263"/>
            <a:ext cx="3048000" cy="1531937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45"/>
    </mc:Choice>
    <mc:Fallback xmlns="">
      <p:transition spd="slow" advTm="3744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AutoShape 2">
            <a:extLst>
              <a:ext uri="{FF2B5EF4-FFF2-40B4-BE49-F238E27FC236}">
                <a16:creationId xmlns:a16="http://schemas.microsoft.com/office/drawing/2014/main" id="{DD9BC3D5-3403-6E4A-B5E7-86F9279C0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Sequential Statements</a:t>
            </a: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04EA9CA5-2EC7-6E43-9701-6AB3E3440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1600200"/>
            <a:ext cx="2659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altLang="en-US" b="1">
                <a:latin typeface="TTE1F17478t00" charset="0"/>
              </a:rPr>
              <a:t>Sequential Statements</a:t>
            </a:r>
            <a:endParaRPr lang="en-GB" altLang="en-US"/>
          </a:p>
        </p:txBody>
      </p:sp>
      <p:cxnSp>
        <p:nvCxnSpPr>
          <p:cNvPr id="34820" name="Straight Arrow Connector 6">
            <a:extLst>
              <a:ext uri="{FF2B5EF4-FFF2-40B4-BE49-F238E27FC236}">
                <a16:creationId xmlns:a16="http://schemas.microsoft.com/office/drawing/2014/main" id="{F0EA73BB-CE1E-AA40-9794-ED0BB464996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88025" y="2030413"/>
            <a:ext cx="2006600" cy="35560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1" name="Straight Arrow Connector 13">
            <a:extLst>
              <a:ext uri="{FF2B5EF4-FFF2-40B4-BE49-F238E27FC236}">
                <a16:creationId xmlns:a16="http://schemas.microsoft.com/office/drawing/2014/main" id="{BA6C9A03-E97F-9E4D-8109-FF0B03DB7D5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94250" y="2112963"/>
            <a:ext cx="474663" cy="99377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22" name="Rectangle 23">
            <a:extLst>
              <a:ext uri="{FF2B5EF4-FFF2-40B4-BE49-F238E27FC236}">
                <a16:creationId xmlns:a16="http://schemas.microsoft.com/office/drawing/2014/main" id="{08563499-1193-2349-B868-946EB7F72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935288"/>
            <a:ext cx="13128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Case</a:t>
            </a:r>
          </a:p>
          <a:p>
            <a:pPr algn="ctr"/>
            <a:r>
              <a:rPr lang="en-US" altLang="en-US">
                <a:latin typeface="TTE1F17478t00" charset="0"/>
              </a:rPr>
              <a:t>statements</a:t>
            </a:r>
            <a:endParaRPr lang="en-GB" altLang="en-US">
              <a:latin typeface="TTE1F17478t00" charset="0"/>
            </a:endParaRPr>
          </a:p>
        </p:txBody>
      </p:sp>
      <p:sp>
        <p:nvSpPr>
          <p:cNvPr id="34823" name="Rectangle 25">
            <a:extLst>
              <a:ext uri="{FF2B5EF4-FFF2-40B4-BE49-F238E27FC236}">
                <a16:creationId xmlns:a16="http://schemas.microsoft.com/office/drawing/2014/main" id="{0C12A7C0-555C-894C-BDE9-32C1ED11B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325688"/>
            <a:ext cx="13128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Loop</a:t>
            </a:r>
          </a:p>
          <a:p>
            <a:pPr algn="ctr"/>
            <a:r>
              <a:rPr lang="en-US" altLang="en-US">
                <a:latin typeface="TTE1F17478t00" charset="0"/>
              </a:rPr>
              <a:t>statements</a:t>
            </a:r>
            <a:endParaRPr lang="en-GB" altLang="en-US">
              <a:latin typeface="TTE1F17478t00" charset="0"/>
            </a:endParaRPr>
          </a:p>
        </p:txBody>
      </p:sp>
      <p:cxnSp>
        <p:nvCxnSpPr>
          <p:cNvPr id="34824" name="Straight Arrow Connector 7">
            <a:extLst>
              <a:ext uri="{FF2B5EF4-FFF2-40B4-BE49-F238E27FC236}">
                <a16:creationId xmlns:a16="http://schemas.microsoft.com/office/drawing/2014/main" id="{0C1C38C1-C93C-6344-A762-0B37350768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8000" y="2120900"/>
            <a:ext cx="787400" cy="89217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5" name="Straight Arrow Connector 13">
            <a:extLst>
              <a:ext uri="{FF2B5EF4-FFF2-40B4-BE49-F238E27FC236}">
                <a16:creationId xmlns:a16="http://schemas.microsoft.com/office/drawing/2014/main" id="{4C789EC3-F9A5-4648-8C02-9E9D0A808F5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282950" y="2044700"/>
            <a:ext cx="1414463" cy="706438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26" name="Rectangle 54">
            <a:extLst>
              <a:ext uri="{FF2B5EF4-FFF2-40B4-BE49-F238E27FC236}">
                <a16:creationId xmlns:a16="http://schemas.microsoft.com/office/drawing/2014/main" id="{E3C26640-7F41-504B-90F4-12FD16EAC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2571750"/>
            <a:ext cx="3403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Sequential assignments</a:t>
            </a:r>
            <a:endParaRPr lang="en-GB" altLang="en-US">
              <a:latin typeface="TTE1F17478t00" charset="0"/>
            </a:endParaRPr>
          </a:p>
        </p:txBody>
      </p:sp>
      <p:cxnSp>
        <p:nvCxnSpPr>
          <p:cNvPr id="34827" name="Straight Arrow Connector 13">
            <a:extLst>
              <a:ext uri="{FF2B5EF4-FFF2-40B4-BE49-F238E27FC236}">
                <a16:creationId xmlns:a16="http://schemas.microsoft.com/office/drawing/2014/main" id="{F22D96AC-48CF-6049-8B1F-A92BFCAD8A7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462088" y="3013075"/>
            <a:ext cx="508000" cy="601663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28" name="Rectangle 54">
            <a:extLst>
              <a:ext uri="{FF2B5EF4-FFF2-40B4-BE49-F238E27FC236}">
                <a16:creationId xmlns:a16="http://schemas.microsoft.com/office/drawing/2014/main" id="{CEA6D2CE-70AE-2644-8CFE-087502255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3581400"/>
            <a:ext cx="19335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Simple signal assignment</a:t>
            </a:r>
            <a:endParaRPr lang="en-GB" altLang="en-US">
              <a:latin typeface="TTE1F17478t00" charset="0"/>
            </a:endParaRPr>
          </a:p>
        </p:txBody>
      </p:sp>
      <p:cxnSp>
        <p:nvCxnSpPr>
          <p:cNvPr id="34829" name="Straight Arrow Connector 13">
            <a:extLst>
              <a:ext uri="{FF2B5EF4-FFF2-40B4-BE49-F238E27FC236}">
                <a16:creationId xmlns:a16="http://schemas.microsoft.com/office/drawing/2014/main" id="{131E2C2B-7025-FB41-BBF4-EA1DC55A32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73313" y="2982913"/>
            <a:ext cx="641350" cy="509587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30" name="Rectangle 54">
            <a:extLst>
              <a:ext uri="{FF2B5EF4-FFF2-40B4-BE49-F238E27FC236}">
                <a16:creationId xmlns:a16="http://schemas.microsoft.com/office/drawing/2014/main" id="{DE959815-25B5-7344-8A96-461BDCAC2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088" y="3524250"/>
            <a:ext cx="15573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Variable </a:t>
            </a:r>
          </a:p>
          <a:p>
            <a:pPr algn="ctr"/>
            <a:r>
              <a:rPr lang="de-DE" altLang="en-US">
                <a:latin typeface="TTE1F17478t00" charset="0"/>
              </a:rPr>
              <a:t>assignment</a:t>
            </a:r>
            <a:endParaRPr lang="en-GB" altLang="en-US">
              <a:latin typeface="TTE1F17478t00" charset="0"/>
            </a:endParaRPr>
          </a:p>
        </p:txBody>
      </p:sp>
      <p:sp>
        <p:nvSpPr>
          <p:cNvPr id="34831" name="Rectangle 1">
            <a:extLst>
              <a:ext uri="{FF2B5EF4-FFF2-40B4-BE49-F238E27FC236}">
                <a16:creationId xmlns:a16="http://schemas.microsoft.com/office/drawing/2014/main" id="{06126F35-ADD2-F143-9C26-55797ED4C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475" y="3987800"/>
            <a:ext cx="35401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process </a:t>
            </a:r>
            <a:r>
              <a:rPr lang="en-US" altLang="en-US" i="1"/>
              <a:t>(sensitivity_list)</a:t>
            </a:r>
          </a:p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begin</a:t>
            </a:r>
          </a:p>
          <a:p>
            <a:r>
              <a:rPr lang="en-US" altLang="en-US"/>
              <a:t>  </a:t>
            </a:r>
            <a:r>
              <a:rPr lang="en-US" altLang="en-US">
                <a:solidFill>
                  <a:srgbClr val="0000FF"/>
                </a:solidFill>
              </a:rPr>
              <a:t>-</a:t>
            </a:r>
            <a:r>
              <a:rPr lang="en-US" altLang="en-US"/>
              <a:t> sequential assignments; </a:t>
            </a:r>
          </a:p>
          <a:p>
            <a:r>
              <a:rPr lang="en-US" altLang="en-US">
                <a:solidFill>
                  <a:srgbClr val="0631BA"/>
                </a:solidFill>
              </a:rPr>
              <a:t> 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- if-else </a:t>
            </a:r>
            <a:r>
              <a:rPr lang="en-US" altLang="en-US"/>
              <a:t>statements;</a:t>
            </a:r>
          </a:p>
          <a:p>
            <a:r>
              <a:rPr lang="en-US" altLang="en-US">
                <a:solidFill>
                  <a:srgbClr val="0631BA"/>
                </a:solidFill>
              </a:rPr>
              <a:t> 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- case </a:t>
            </a:r>
            <a:r>
              <a:rPr lang="en-US" altLang="en-US"/>
              <a:t>statements</a:t>
            </a:r>
          </a:p>
          <a:p>
            <a:r>
              <a:rPr lang="en-US" altLang="en-US">
                <a:solidFill>
                  <a:srgbClr val="0631BA"/>
                </a:solidFill>
              </a:rPr>
              <a:t>  - loop, while, for statements</a:t>
            </a:r>
          </a:p>
          <a:p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end process</a:t>
            </a:r>
            <a:r>
              <a:rPr lang="en-US" altLang="en-US"/>
              <a:t>;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7BBB7E-F3BF-0E4E-893E-28D924137424}"/>
              </a:ext>
            </a:extLst>
          </p:cNvPr>
          <p:cNvSpPr/>
          <p:nvPr/>
        </p:nvSpPr>
        <p:spPr bwMode="auto">
          <a:xfrm>
            <a:off x="4248150" y="3886200"/>
            <a:ext cx="3600450" cy="212725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4833" name="Right Brace 6">
            <a:extLst>
              <a:ext uri="{FF2B5EF4-FFF2-40B4-BE49-F238E27FC236}">
                <a16:creationId xmlns:a16="http://schemas.microsoft.com/office/drawing/2014/main" id="{ED0A49BC-F2B5-4A4F-827D-5DCCC0FC381B}"/>
              </a:ext>
            </a:extLst>
          </p:cNvPr>
          <p:cNvSpPr>
            <a:spLocks/>
          </p:cNvSpPr>
          <p:nvPr/>
        </p:nvSpPr>
        <p:spPr bwMode="auto">
          <a:xfrm flipH="1">
            <a:off x="3851275" y="4495800"/>
            <a:ext cx="304800" cy="1143000"/>
          </a:xfrm>
          <a:prstGeom prst="rightBrace">
            <a:avLst>
              <a:gd name="adj1" fmla="val 8333"/>
              <a:gd name="adj2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4834" name="Rectangle 8">
            <a:extLst>
              <a:ext uri="{FF2B5EF4-FFF2-40B4-BE49-F238E27FC236}">
                <a16:creationId xmlns:a16="http://schemas.microsoft.com/office/drawing/2014/main" id="{22DDD316-4CDF-C74F-B830-6497CED0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4887913"/>
            <a:ext cx="2479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00"/>
                </a:solidFill>
              </a:rPr>
              <a:t>Sequential statements</a:t>
            </a:r>
            <a:endParaRPr lang="en-GB" altLang="en-US">
              <a:solidFill>
                <a:srgbClr val="FF0000"/>
              </a:solidFill>
            </a:endParaRPr>
          </a:p>
        </p:txBody>
      </p:sp>
      <p:sp>
        <p:nvSpPr>
          <p:cNvPr id="34835" name="Slide Number Placeholder 3">
            <a:extLst>
              <a:ext uri="{FF2B5EF4-FFF2-40B4-BE49-F238E27FC236}">
                <a16:creationId xmlns:a16="http://schemas.microsoft.com/office/drawing/2014/main" id="{47CE5385-7137-8848-B600-EBCC9EE94F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694B9974-0F20-B049-987F-DDE9C8190BE9}" type="slidenum">
              <a:rPr lang="de-DE" altLang="en-US" smtClean="0">
                <a:solidFill>
                  <a:srgbClr val="B2B2B2"/>
                </a:solidFill>
                <a:latin typeface="Frutiger LT Com 55 Roman" pitchFamily="1" charset="0"/>
              </a:rPr>
              <a:pPr/>
              <a:t>16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34836" name="Rectangle 25">
            <a:extLst>
              <a:ext uri="{FF2B5EF4-FFF2-40B4-BE49-F238E27FC236}">
                <a16:creationId xmlns:a16="http://schemas.microsoft.com/office/drawing/2014/main" id="{FAAFBF21-9B10-7849-B480-FA897E916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163888"/>
            <a:ext cx="13128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If-then</a:t>
            </a:r>
          </a:p>
          <a:p>
            <a:pPr algn="ctr"/>
            <a:r>
              <a:rPr lang="en-US" altLang="en-US">
                <a:latin typeface="TTE1F17478t00" charset="0"/>
              </a:rPr>
              <a:t>statements</a:t>
            </a:r>
            <a:endParaRPr lang="en-GB" altLang="en-US">
              <a:latin typeface="TTE1F17478t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82"/>
    </mc:Choice>
    <mc:Fallback xmlns="">
      <p:transition spd="slow" advTm="2928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>
            <a:extLst>
              <a:ext uri="{FF2B5EF4-FFF2-40B4-BE49-F238E27FC236}">
                <a16:creationId xmlns:a16="http://schemas.microsoft.com/office/drawing/2014/main" id="{5BD9503C-5336-AD42-B1EA-A06EE7ABB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Sequential assignment</a:t>
            </a:r>
          </a:p>
        </p:txBody>
      </p:sp>
      <p:sp>
        <p:nvSpPr>
          <p:cNvPr id="35843" name="Rectangle 4">
            <a:extLst>
              <a:ext uri="{FF2B5EF4-FFF2-40B4-BE49-F238E27FC236}">
                <a16:creationId xmlns:a16="http://schemas.microsoft.com/office/drawing/2014/main" id="{57081254-6634-3B4F-9822-550CC8A7F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538" y="1600200"/>
            <a:ext cx="2659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altLang="en-US" b="1">
                <a:latin typeface="TTE1F17478t00" charset="0"/>
              </a:rPr>
              <a:t>Sequential Statements</a:t>
            </a:r>
            <a:endParaRPr lang="en-GB" altLang="en-US"/>
          </a:p>
        </p:txBody>
      </p:sp>
      <p:cxnSp>
        <p:nvCxnSpPr>
          <p:cNvPr id="35844" name="Straight Arrow Connector 6">
            <a:extLst>
              <a:ext uri="{FF2B5EF4-FFF2-40B4-BE49-F238E27FC236}">
                <a16:creationId xmlns:a16="http://schemas.microsoft.com/office/drawing/2014/main" id="{9524CDCD-078A-C040-AF2B-B7075B67CCF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88025" y="2030413"/>
            <a:ext cx="2006600" cy="35560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45" name="Straight Arrow Connector 13">
            <a:extLst>
              <a:ext uri="{FF2B5EF4-FFF2-40B4-BE49-F238E27FC236}">
                <a16:creationId xmlns:a16="http://schemas.microsoft.com/office/drawing/2014/main" id="{C57EC99D-A7DF-E64A-A34E-6C78BCAF84F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94250" y="2112963"/>
            <a:ext cx="474663" cy="99377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46" name="Rectangle 23">
            <a:extLst>
              <a:ext uri="{FF2B5EF4-FFF2-40B4-BE49-F238E27FC236}">
                <a16:creationId xmlns:a16="http://schemas.microsoft.com/office/drawing/2014/main" id="{7421C4D3-9B15-A444-92AB-F67437E45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060700"/>
            <a:ext cx="13128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Case</a:t>
            </a:r>
          </a:p>
          <a:p>
            <a:pPr algn="ctr"/>
            <a:r>
              <a:rPr lang="en-US" altLang="en-US">
                <a:latin typeface="TTE1F17478t00" charset="0"/>
              </a:rPr>
              <a:t>statements</a:t>
            </a:r>
            <a:endParaRPr lang="en-GB" altLang="en-US">
              <a:latin typeface="TTE1F17478t00" charset="0"/>
            </a:endParaRPr>
          </a:p>
        </p:txBody>
      </p:sp>
      <p:sp>
        <p:nvSpPr>
          <p:cNvPr id="35847" name="Rectangle 25">
            <a:extLst>
              <a:ext uri="{FF2B5EF4-FFF2-40B4-BE49-F238E27FC236}">
                <a16:creationId xmlns:a16="http://schemas.microsoft.com/office/drawing/2014/main" id="{F2B89E2B-FADB-104D-8E4E-CC24446F0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3176588"/>
            <a:ext cx="13128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If-then</a:t>
            </a:r>
          </a:p>
          <a:p>
            <a:pPr algn="ctr"/>
            <a:r>
              <a:rPr lang="en-US" altLang="en-US">
                <a:latin typeface="TTE1F17478t00" charset="0"/>
              </a:rPr>
              <a:t>statements</a:t>
            </a:r>
            <a:endParaRPr lang="en-GB" altLang="en-US">
              <a:latin typeface="TTE1F17478t00" charset="0"/>
            </a:endParaRPr>
          </a:p>
        </p:txBody>
      </p:sp>
      <p:sp>
        <p:nvSpPr>
          <p:cNvPr id="35848" name="Rectangle 54">
            <a:extLst>
              <a:ext uri="{FF2B5EF4-FFF2-40B4-BE49-F238E27FC236}">
                <a16:creationId xmlns:a16="http://schemas.microsoft.com/office/drawing/2014/main" id="{23B1F2E6-66FA-A649-9113-034F66B9A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401888"/>
            <a:ext cx="1314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Loop</a:t>
            </a:r>
          </a:p>
          <a:p>
            <a:pPr algn="ctr"/>
            <a:r>
              <a:rPr lang="de-DE" altLang="en-US">
                <a:latin typeface="TTE1F17478t00" charset="0"/>
              </a:rPr>
              <a:t>statements</a:t>
            </a:r>
            <a:endParaRPr lang="en-GB" altLang="en-US">
              <a:latin typeface="TTE1F17478t00" charset="0"/>
            </a:endParaRPr>
          </a:p>
        </p:txBody>
      </p:sp>
      <p:cxnSp>
        <p:nvCxnSpPr>
          <p:cNvPr id="35849" name="Straight Arrow Connector 7">
            <a:extLst>
              <a:ext uri="{FF2B5EF4-FFF2-40B4-BE49-F238E27FC236}">
                <a16:creationId xmlns:a16="http://schemas.microsoft.com/office/drawing/2014/main" id="{5BAAB6E3-5428-8441-82F5-58D04AA76C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8000" y="2120900"/>
            <a:ext cx="787400" cy="89217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0" name="Straight Arrow Connector 13">
            <a:extLst>
              <a:ext uri="{FF2B5EF4-FFF2-40B4-BE49-F238E27FC236}">
                <a16:creationId xmlns:a16="http://schemas.microsoft.com/office/drawing/2014/main" id="{843BDD79-26A2-B042-B51F-6A15211297A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282950" y="2044700"/>
            <a:ext cx="1414463" cy="706438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51" name="Rectangle 54">
            <a:extLst>
              <a:ext uri="{FF2B5EF4-FFF2-40B4-BE49-F238E27FC236}">
                <a16:creationId xmlns:a16="http://schemas.microsoft.com/office/drawing/2014/main" id="{8EB0A059-AA53-ED48-8BBF-1659F773E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2530475"/>
            <a:ext cx="340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de-DE" altLang="en-US">
                <a:latin typeface="TTE1F17478t00" charset="0"/>
              </a:rPr>
              <a:t>Sequential assignments</a:t>
            </a:r>
            <a:endParaRPr lang="en-GB" altLang="en-US">
              <a:latin typeface="TTE1F17478t00" charset="0"/>
            </a:endParaRPr>
          </a:p>
        </p:txBody>
      </p:sp>
      <p:cxnSp>
        <p:nvCxnSpPr>
          <p:cNvPr id="35852" name="Straight Arrow Connector 13">
            <a:extLst>
              <a:ext uri="{FF2B5EF4-FFF2-40B4-BE49-F238E27FC236}">
                <a16:creationId xmlns:a16="http://schemas.microsoft.com/office/drawing/2014/main" id="{61B364FF-601B-BC49-A65D-B7D27973C2E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336675" y="2919413"/>
            <a:ext cx="508000" cy="60007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53" name="Rectangle 54">
            <a:extLst>
              <a:ext uri="{FF2B5EF4-FFF2-40B4-BE49-F238E27FC236}">
                <a16:creationId xmlns:a16="http://schemas.microsoft.com/office/drawing/2014/main" id="{D6F165EA-99E6-9847-B135-5122E1545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3443288"/>
            <a:ext cx="19351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de-DE" altLang="en-US">
                <a:solidFill>
                  <a:srgbClr val="FF0000"/>
                </a:solidFill>
                <a:latin typeface="TTE1F17478t00" charset="0"/>
              </a:rPr>
              <a:t>Simple signal assignment</a:t>
            </a:r>
            <a:endParaRPr lang="en-GB" altLang="en-US">
              <a:solidFill>
                <a:srgbClr val="FF0000"/>
              </a:solidFill>
              <a:latin typeface="TTE1F17478t00" charset="0"/>
            </a:endParaRPr>
          </a:p>
        </p:txBody>
      </p:sp>
      <p:cxnSp>
        <p:nvCxnSpPr>
          <p:cNvPr id="35854" name="Straight Arrow Connector 13">
            <a:extLst>
              <a:ext uri="{FF2B5EF4-FFF2-40B4-BE49-F238E27FC236}">
                <a16:creationId xmlns:a16="http://schemas.microsoft.com/office/drawing/2014/main" id="{69CC07C0-E0B0-2D4D-8821-E764B484C4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28875" y="2922588"/>
            <a:ext cx="641350" cy="509587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55" name="Rectangle 54">
            <a:extLst>
              <a:ext uri="{FF2B5EF4-FFF2-40B4-BE49-F238E27FC236}">
                <a16:creationId xmlns:a16="http://schemas.microsoft.com/office/drawing/2014/main" id="{B80BF0A8-860D-0649-B4D3-411C631DF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3395663"/>
            <a:ext cx="1555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de-DE" altLang="en-US">
                <a:solidFill>
                  <a:srgbClr val="FF0000"/>
                </a:solidFill>
                <a:latin typeface="TTE1F17478t00" charset="0"/>
              </a:rPr>
              <a:t>Variable </a:t>
            </a:r>
          </a:p>
          <a:p>
            <a:pPr algn="ctr"/>
            <a:r>
              <a:rPr lang="de-DE" altLang="en-US">
                <a:solidFill>
                  <a:srgbClr val="FF0000"/>
                </a:solidFill>
                <a:latin typeface="TTE1F17478t00" charset="0"/>
              </a:rPr>
              <a:t>assignment</a:t>
            </a:r>
            <a:endParaRPr lang="en-GB" altLang="en-US">
              <a:solidFill>
                <a:srgbClr val="FF0000"/>
              </a:solidFill>
              <a:latin typeface="TTE1F17478t0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44C74B-1C66-B54E-B769-5AE22DA70864}"/>
              </a:ext>
            </a:extLst>
          </p:cNvPr>
          <p:cNvSpPr/>
          <p:nvPr/>
        </p:nvSpPr>
        <p:spPr bwMode="auto">
          <a:xfrm>
            <a:off x="460375" y="1658938"/>
            <a:ext cx="8489950" cy="2379662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96D8FA60-4719-1740-844A-DF658F799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8" y="4129088"/>
            <a:ext cx="799782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defRPr/>
            </a:pPr>
            <a:r>
              <a:rPr lang="en-US" dirty="0">
                <a:latin typeface="TTE1F17478t00"/>
              </a:rPr>
              <a:t>Variable assignment denoted by :=</a:t>
            </a:r>
          </a:p>
          <a:p>
            <a:pPr marL="666750" lvl="2" indent="-266700" eaLnBrk="1">
              <a:spcAft>
                <a:spcPts val="725"/>
              </a:spcAft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Wingdings" pitchFamily="1" charset="2"/>
              <a:buChar char=""/>
              <a:defRPr/>
            </a:pPr>
            <a:r>
              <a:rPr lang="en-US" dirty="0">
                <a:latin typeface="TTE1F17478t00"/>
              </a:rPr>
              <a:t>Executes sequentially; the variable updates immediately.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defRPr/>
            </a:pPr>
            <a:r>
              <a:rPr lang="en-US" dirty="0">
                <a:latin typeface="TTE1F17478t00"/>
              </a:rPr>
              <a:t>Signal assignment denoted by &lt;=</a:t>
            </a:r>
          </a:p>
          <a:p>
            <a:pPr marL="666750" lvl="2" indent="-266700" eaLnBrk="1">
              <a:spcAft>
                <a:spcPts val="725"/>
              </a:spcAft>
              <a:buClr>
                <a:schemeClr val="bg2">
                  <a:lumMod val="40000"/>
                  <a:lumOff val="60000"/>
                </a:schemeClr>
              </a:buClr>
              <a:buSzPct val="100000"/>
              <a:buFont typeface="Wingdings" pitchFamily="1" charset="2"/>
              <a:buChar char=""/>
              <a:defRPr/>
            </a:pPr>
            <a:r>
              <a:rPr lang="en-US" dirty="0">
                <a:latin typeface="TTE1F17478t00"/>
              </a:rPr>
              <a:t>Executes sequentially and schedules an update. With no explicit delay, the signal updates in a later delta cycle after suspension.</a:t>
            </a:r>
          </a:p>
        </p:txBody>
      </p:sp>
      <p:sp>
        <p:nvSpPr>
          <p:cNvPr id="35858" name="Slide Number Placeholder 3">
            <a:extLst>
              <a:ext uri="{FF2B5EF4-FFF2-40B4-BE49-F238E27FC236}">
                <a16:creationId xmlns:a16="http://schemas.microsoft.com/office/drawing/2014/main" id="{DF4EB931-4758-8543-9B8D-8E1877E6C9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C94CF4AF-2274-C241-AC46-63C87ED66DD1}" type="slidenum">
              <a:rPr lang="de-DE" altLang="en-US" smtClean="0">
                <a:solidFill>
                  <a:srgbClr val="B2B2B2"/>
                </a:solidFill>
                <a:latin typeface="Frutiger LT Com 55 Roman" pitchFamily="1" charset="0"/>
              </a:rPr>
              <a:pPr/>
              <a:t>17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18"/>
    </mc:Choice>
    <mc:Fallback xmlns="">
      <p:transition spd="slow" advTm="3961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>
            <a:extLst>
              <a:ext uri="{FF2B5EF4-FFF2-40B4-BE49-F238E27FC236}">
                <a16:creationId xmlns:a16="http://schemas.microsoft.com/office/drawing/2014/main" id="{DFAF6E76-DCAD-684B-87DF-97B790C35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702D031C-5185-5B4F-9BBA-E90A9FB13BBE}" type="slidenum">
              <a:rPr lang="de-DE" altLang="en-US" smtClean="0">
                <a:solidFill>
                  <a:srgbClr val="B2B2B2"/>
                </a:solidFill>
                <a:latin typeface="Frutiger LT Com 55 Roman" pitchFamily="1" charset="0"/>
              </a:rPr>
              <a:pPr/>
              <a:t>18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36867" name="AutoShape 2">
            <a:extLst>
              <a:ext uri="{FF2B5EF4-FFF2-40B4-BE49-F238E27FC236}">
                <a16:creationId xmlns:a16="http://schemas.microsoft.com/office/drawing/2014/main" id="{4A6144D0-1506-FB48-A4FC-1BA2F3AD2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Sequential assignment</a:t>
            </a:r>
          </a:p>
        </p:txBody>
      </p:sp>
      <p:sp>
        <p:nvSpPr>
          <p:cNvPr id="40000" name="one-shot">
            <a:extLst>
              <a:ext uri="{FF2B5EF4-FFF2-40B4-BE49-F238E27FC236}">
                <a16:creationId xmlns:a16="http://schemas.microsoft.com/office/drawing/2014/main" id="{29DCF455-1C74-4FAD-A23A-AA3F6FBB147F}"/>
              </a:ext>
            </a:extLst>
          </p:cNvPr>
          <p:cNvSpPr>
            <a:spLocks noGrp="1"/>
          </p:cNvSpPr>
          <p:nvPr/>
        </p:nvSpPr>
        <p:spPr>
          <a:xfrm>
            <a:off x="381000" y="1666875"/>
            <a:ext cx="838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000000"/>
                </a:solidFill>
              </a:defRPr>
            </a:defPPr>
          </a:lstStyle>
          <a:p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One activation: trigger changes from 0 to 1; initial s_var = s_sig = 2.</a:t>
            </a:r>
          </a:p>
        </p:txBody>
      </p:sp>
      <p:sp>
        <p:nvSpPr>
          <p:cNvPr id="40001" name="trigger-declaration">
            <a:extLst>
              <a:ext uri="{FF2B5EF4-FFF2-40B4-BE49-F238E27FC236}">
                <a16:creationId xmlns:a16="http://schemas.microsoft.com/office/drawing/2014/main" id="{E81EB56B-41E1-4E12-A596-4757A67CD9F1}"/>
              </a:ext>
            </a:extLst>
          </p:cNvPr>
          <p:cNvSpPr>
            <a:spLocks noGrp="1"/>
          </p:cNvSpPr>
          <p:nvPr/>
        </p:nvSpPr>
        <p:spPr>
          <a:xfrm>
            <a:off x="381000" y="1952625"/>
            <a:ext cx="838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000000"/>
                </a:solidFill>
              </a:defRPr>
            </a:defPPr>
          </a:lstStyle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signal trigger : bit := '0';  -- before architecture begin</a:t>
            </a:r>
          </a:p>
        </p:txBody>
      </p:sp>
      <p:sp>
        <p:nvSpPr>
          <p:cNvPr id="40002" name="variable-label">
            <a:extLst>
              <a:ext uri="{FF2B5EF4-FFF2-40B4-BE49-F238E27FC236}">
                <a16:creationId xmlns:a16="http://schemas.microsoft.com/office/drawing/2014/main" id="{D1DE6EDA-2DF6-4E70-9C0C-FD2338E210D6}"/>
              </a:ext>
            </a:extLst>
          </p:cNvPr>
          <p:cNvSpPr>
            <a:spLocks noGrp="1"/>
          </p:cNvSpPr>
          <p:nvPr/>
        </p:nvSpPr>
        <p:spPr>
          <a:xfrm>
            <a:off x="381000" y="230505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003399"/>
                </a:solidFill>
              </a:defRPr>
            </a:defPPr>
          </a:lstStyle>
          <a:p>
            <a:pPr>
              <a:defRPr sz="1725" b="1">
                <a:solidFill>
                  <a:srgbClr val="003399"/>
                </a:solidFill>
              </a:defRPr>
            </a:pPr>
            <a:r>
              <a:rPr sz="1725" b="1">
                <a:solidFill>
                  <a:srgbClr val="003399"/>
                </a:solidFill>
              </a:rPr>
              <a:t>Variable assignment</a:t>
            </a:r>
          </a:p>
        </p:txBody>
      </p:sp>
      <p:sp>
        <p:nvSpPr>
          <p:cNvPr id="40003" name="signal-label">
            <a:extLst>
              <a:ext uri="{FF2B5EF4-FFF2-40B4-BE49-F238E27FC236}">
                <a16:creationId xmlns:a16="http://schemas.microsoft.com/office/drawing/2014/main" id="{393420EB-B599-4F48-9CCB-D914799A68A3}"/>
              </a:ext>
            </a:extLst>
          </p:cNvPr>
          <p:cNvSpPr>
            <a:spLocks noGrp="1"/>
          </p:cNvSpPr>
          <p:nvPr/>
        </p:nvSpPr>
        <p:spPr>
          <a:xfrm>
            <a:off x="4762500" y="230505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003399"/>
                </a:solidFill>
              </a:defRPr>
            </a:defPPr>
          </a:lstStyle>
          <a:p>
            <a:pPr>
              <a:defRPr sz="1725" b="1">
                <a:solidFill>
                  <a:srgbClr val="003399"/>
                </a:solidFill>
              </a:defRPr>
            </a:pPr>
            <a:r>
              <a:rPr sz="1725" b="1">
                <a:solidFill>
                  <a:srgbClr val="003399"/>
                </a:solidFill>
              </a:rPr>
              <a:t>Signal assignment</a:t>
            </a:r>
          </a:p>
        </p:txBody>
      </p:sp>
      <p:sp>
        <p:nvSpPr>
          <p:cNvPr id="40004" name="variable-code">
            <a:extLst>
              <a:ext uri="{FF2B5EF4-FFF2-40B4-BE49-F238E27FC236}">
                <a16:creationId xmlns:a16="http://schemas.microsoft.com/office/drawing/2014/main" id="{BF9FFB07-85FD-4014-8AD3-30B5020EA2D1}"/>
              </a:ext>
            </a:extLst>
          </p:cNvPr>
          <p:cNvSpPr>
            <a:spLocks noGrp="1"/>
          </p:cNvSpPr>
          <p:nvPr/>
        </p:nvSpPr>
        <p:spPr>
          <a:xfrm>
            <a:off x="381000" y="2667000"/>
            <a:ext cx="4000500" cy="2333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000000"/>
                </a:solidFill>
              </a:defRPr>
            </a:defPPr>
          </a:lstStyle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process(trigger)</a:t>
            </a:r>
          </a:p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  variable s_var : integer := 2;</a:t>
            </a:r>
          </a:p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  variable a_var : integer := 0;</a:t>
            </a:r>
          </a:p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begin</a:t>
            </a:r>
          </a:p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  if trigger = '1' then</a:t>
            </a:r>
          </a:p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    s_var := 4;</a:t>
            </a:r>
          </a:p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    a_var := s_var;</a:t>
            </a:r>
          </a:p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  end if;</a:t>
            </a:r>
          </a:p>
          <a:p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end process;</a:t>
            </a:r>
          </a:p>
        </p:txBody>
      </p:sp>
      <p:sp>
        <p:nvSpPr>
          <p:cNvPr id="40005" name="signal-code">
            <a:extLst>
              <a:ext uri="{FF2B5EF4-FFF2-40B4-BE49-F238E27FC236}">
                <a16:creationId xmlns:a16="http://schemas.microsoft.com/office/drawing/2014/main" id="{D23BA8C9-E852-45F1-9135-6274DC0E0327}"/>
              </a:ext>
            </a:extLst>
          </p:cNvPr>
          <p:cNvSpPr>
            <a:spLocks noGrp="1"/>
          </p:cNvSpPr>
          <p:nvPr/>
        </p:nvSpPr>
        <p:spPr>
          <a:xfrm>
            <a:off x="4762500" y="2667000"/>
            <a:ext cx="400050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000000"/>
                </a:solidFill>
              </a:defRPr>
            </a:defPPr>
          </a:lstStyle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-- before architecture begin: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signal s_sig : integer := 2;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signal a_sig : integer := 0;</a:t>
            </a:r>
          </a:p>
          <a:p>
            <a:endParaRPr sz="1275" b="0">
              <a:solidFill>
                <a:srgbClr val="000000"/>
              </a:solidFill>
            </a:endParaRP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-- after architecture begin: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process(trigger)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begin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  if trigger = '1' then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    s_sig &lt;= 4;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    a_sig &lt;= s_sig;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  end if;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end process;</a:t>
            </a:r>
          </a:p>
        </p:txBody>
      </p:sp>
      <p:sp>
        <p:nvSpPr>
          <p:cNvPr id="40006" name="variable-result">
            <a:extLst>
              <a:ext uri="{FF2B5EF4-FFF2-40B4-BE49-F238E27FC236}">
                <a16:creationId xmlns:a16="http://schemas.microsoft.com/office/drawing/2014/main" id="{E8823931-1147-49CF-8DBF-3CB53DEBC320}"/>
              </a:ext>
            </a:extLst>
          </p:cNvPr>
          <p:cNvSpPr>
            <a:spLocks noGrp="1"/>
          </p:cNvSpPr>
          <p:nvPr/>
        </p:nvSpPr>
        <p:spPr>
          <a:xfrm>
            <a:off x="381000" y="52863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003399"/>
                </a:solidFill>
              </a:defRPr>
            </a:defPPr>
          </a:lstStyle>
          <a:p>
            <a:pPr>
              <a:defRPr sz="1725" b="1">
                <a:solidFill>
                  <a:srgbClr val="003399"/>
                </a:solidFill>
              </a:defRPr>
            </a:pPr>
            <a:r>
              <a:rPr sz="1725" b="1">
                <a:solidFill>
                  <a:srgbClr val="003399"/>
                </a:solidFill>
              </a:rPr>
              <a:t>s_var = 4, a_var = 4</a:t>
            </a:r>
          </a:p>
        </p:txBody>
      </p:sp>
      <p:sp>
        <p:nvSpPr>
          <p:cNvPr id="40007" name="signal-result">
            <a:extLst>
              <a:ext uri="{FF2B5EF4-FFF2-40B4-BE49-F238E27FC236}">
                <a16:creationId xmlns:a16="http://schemas.microsoft.com/office/drawing/2014/main" id="{F17C1A14-4AF3-461F-83DA-B9FD223A5B12}"/>
              </a:ext>
            </a:extLst>
          </p:cNvPr>
          <p:cNvSpPr>
            <a:spLocks noGrp="1"/>
          </p:cNvSpPr>
          <p:nvPr/>
        </p:nvSpPr>
        <p:spPr>
          <a:xfrm>
            <a:off x="4762500" y="52863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003399"/>
                </a:solidFill>
              </a:defRPr>
            </a:defPPr>
          </a:lstStyle>
          <a:p>
            <a:pPr>
              <a:defRPr sz="1725" b="1">
                <a:solidFill>
                  <a:srgbClr val="003399"/>
                </a:solidFill>
              </a:defRPr>
            </a:pPr>
            <a:r>
              <a:rPr sz="1725" b="1">
                <a:solidFill>
                  <a:srgbClr val="003399"/>
                </a:solidFill>
              </a:rPr>
              <a:t>s_sig = 4, a_sig = 2</a:t>
            </a:r>
          </a:p>
        </p:txBody>
      </p:sp>
      <p:sp>
        <p:nvSpPr>
          <p:cNvPr id="40008" name="variable-explanation">
            <a:extLst>
              <a:ext uri="{FF2B5EF4-FFF2-40B4-BE49-F238E27FC236}">
                <a16:creationId xmlns:a16="http://schemas.microsoft.com/office/drawing/2014/main" id="{E00B8DA9-8299-4D1B-A4EA-5AD04D85D336}"/>
              </a:ext>
            </a:extLst>
          </p:cNvPr>
          <p:cNvSpPr>
            <a:spLocks noGrp="1"/>
          </p:cNvSpPr>
          <p:nvPr/>
        </p:nvSpPr>
        <p:spPr>
          <a:xfrm>
            <a:off x="381000" y="5638800"/>
            <a:ext cx="4048125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000000"/>
                </a:solidFill>
              </a:defRPr>
            </a:defPPr>
          </a:lstStyle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Variables update immediately.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The second statement reads the new value.</a:t>
            </a:r>
          </a:p>
        </p:txBody>
      </p:sp>
      <p:sp>
        <p:nvSpPr>
          <p:cNvPr id="40009" name="signal-explanation">
            <a:extLst>
              <a:ext uri="{FF2B5EF4-FFF2-40B4-BE49-F238E27FC236}">
                <a16:creationId xmlns:a16="http://schemas.microsoft.com/office/drawing/2014/main" id="{17499763-83F6-4A02-B4D2-3BC342CC87A4}"/>
              </a:ext>
            </a:extLst>
          </p:cNvPr>
          <p:cNvSpPr>
            <a:spLocks noGrp="1"/>
          </p:cNvSpPr>
          <p:nvPr/>
        </p:nvSpPr>
        <p:spPr>
          <a:xfrm>
            <a:off x="4762500" y="5638800"/>
            <a:ext cx="4048125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000000"/>
                </a:solidFill>
              </a:defRPr>
            </a:defPPr>
          </a:lstStyle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Results shown after scheduled updates.</a:t>
            </a:r>
          </a:p>
          <a:p>
            <a:pPr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The second statement reads the current value.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410"/>
    </mc:Choice>
    <mc:Fallback xmlns="">
      <p:transition spd="slow" advTm="8741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38D4009B-8661-BD46-85BD-81ACF419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3654425"/>
            <a:ext cx="1990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process </a:t>
            </a:r>
            <a:r>
              <a:rPr lang="en-US" altLang="en-US"/>
              <a:t>(a , c)</a:t>
            </a:r>
          </a:p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begin</a:t>
            </a:r>
          </a:p>
          <a:p>
            <a:r>
              <a:rPr lang="en-GB" altLang="en-US"/>
              <a:t>d &lt;= a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and </a:t>
            </a:r>
            <a:r>
              <a:rPr lang="en-GB" altLang="en-US"/>
              <a:t>c;</a:t>
            </a:r>
          </a:p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end process</a:t>
            </a:r>
            <a:endParaRPr lang="en-US" altLang="en-US">
              <a:solidFill>
                <a:srgbClr val="0000FF"/>
              </a:solidFill>
              <a:latin typeface="TTE1F17478t00" charset="0"/>
            </a:endParaRP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6B48A7DA-46C3-E545-B081-2D43D891F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40E0E26E-3874-084C-A8BC-E6E8BC9885F3}" type="slidenum">
              <a:rPr lang="de-DE" altLang="en-US" smtClean="0">
                <a:solidFill>
                  <a:srgbClr val="B2B2B2"/>
                </a:solidFill>
                <a:latin typeface="Frutiger LT Com 55 Roman" pitchFamily="1" charset="0"/>
              </a:rPr>
              <a:pPr/>
              <a:t>19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38916" name="AutoShape 2">
            <a:extLst>
              <a:ext uri="{FF2B5EF4-FFF2-40B4-BE49-F238E27FC236}">
                <a16:creationId xmlns:a16="http://schemas.microsoft.com/office/drawing/2014/main" id="{640167BA-0936-CA4A-B96F-22BE43840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>
                <a:latin typeface="Frutiger LT Com 45 Light" charset="0"/>
              </a:rPr>
              <a:t>Overall Code </a:t>
            </a:r>
            <a:r>
              <a:rPr lang="de-DE" altLang="en-US" sz="3200" b="1" dirty="0" err="1">
                <a:latin typeface="Frutiger LT Com 45 Light" charset="0"/>
              </a:rPr>
              <a:t>Parallelism</a:t>
            </a:r>
            <a:endParaRPr lang="de-DE" altLang="en-US" sz="3200" b="1" dirty="0">
              <a:latin typeface="Frutiger LT Com 45 Light" charset="0"/>
            </a:endParaRPr>
          </a:p>
        </p:txBody>
      </p:sp>
      <p:sp>
        <p:nvSpPr>
          <p:cNvPr id="38917" name="Rectangle 71">
            <a:extLst>
              <a:ext uri="{FF2B5EF4-FFF2-40B4-BE49-F238E27FC236}">
                <a16:creationId xmlns:a16="http://schemas.microsoft.com/office/drawing/2014/main" id="{29BCD364-BA0D-DE44-9C39-828481788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1741488"/>
            <a:ext cx="7596187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266700" indent="-2667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Statements inside a process block are evaluated sequentially.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However, all process blocks are evaluated concurrently.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All concurrent signal assignments are evaluated concurrently too.</a:t>
            </a:r>
          </a:p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en-GB" altLang="en-US" b="1" dirty="0">
                <a:solidFill>
                  <a:srgbClr val="000000"/>
                </a:solidFill>
                <a:latin typeface="TTE1F17478t00" charset="0"/>
              </a:rPr>
              <a:t>Example</a:t>
            </a:r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: a &lt;= ‘0’; b &lt;= ‘0’;</a:t>
            </a:r>
            <a:endParaRPr lang="de-DE" altLang="en-US" dirty="0">
              <a:solidFill>
                <a:srgbClr val="000000"/>
              </a:solidFill>
              <a:latin typeface="TTE1F17478t00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85F9021-958D-CB46-BB21-F10D3F29382E}"/>
              </a:ext>
            </a:extLst>
          </p:cNvPr>
          <p:cNvSpPr/>
          <p:nvPr/>
        </p:nvSpPr>
        <p:spPr bwMode="auto">
          <a:xfrm>
            <a:off x="914400" y="3692525"/>
            <a:ext cx="2057400" cy="1095375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B219235-3242-EC4E-9882-D5F7043CE7F5}"/>
              </a:ext>
            </a:extLst>
          </p:cNvPr>
          <p:cNvSpPr/>
          <p:nvPr/>
        </p:nvSpPr>
        <p:spPr bwMode="auto">
          <a:xfrm>
            <a:off x="914400" y="4854575"/>
            <a:ext cx="3778250" cy="1165225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8920" name="Rectangle 1">
            <a:extLst>
              <a:ext uri="{FF2B5EF4-FFF2-40B4-BE49-F238E27FC236}">
                <a16:creationId xmlns:a16="http://schemas.microsoft.com/office/drawing/2014/main" id="{50A4A019-B3BB-4B45-A9D4-D5F42CC46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819650"/>
            <a:ext cx="39147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dirty="0">
                <a:solidFill>
                  <a:srgbClr val="0000FF"/>
                </a:solidFill>
                <a:latin typeface="TTE1F17478t00" charset="0"/>
              </a:rPr>
              <a:t>process </a:t>
            </a:r>
            <a:r>
              <a:rPr lang="en-US" altLang="en-US" dirty="0"/>
              <a:t>(c, d)</a:t>
            </a:r>
          </a:p>
          <a:p>
            <a:r>
              <a:rPr lang="en-GB" altLang="en-US" dirty="0">
                <a:solidFill>
                  <a:srgbClr val="0000FF"/>
                </a:solidFill>
                <a:latin typeface="TTE1F17478t00" charset="0"/>
              </a:rPr>
              <a:t>begin</a:t>
            </a:r>
          </a:p>
          <a:p>
            <a:r>
              <a:rPr lang="en-US" altLang="en-US" dirty="0">
                <a:latin typeface="TTE1F17478t00" charset="0"/>
              </a:rPr>
              <a:t>e &lt;= (</a:t>
            </a:r>
            <a:r>
              <a:rPr lang="en-US" altLang="en-US" dirty="0">
                <a:solidFill>
                  <a:srgbClr val="0000FF"/>
                </a:solidFill>
                <a:latin typeface="TTE1F17478t00" charset="0"/>
              </a:rPr>
              <a:t>not</a:t>
            </a:r>
            <a:r>
              <a:rPr lang="en-US" altLang="en-US" dirty="0">
                <a:latin typeface="TTE1F17478t00" charset="0"/>
              </a:rPr>
              <a:t>(d) </a:t>
            </a:r>
            <a:r>
              <a:rPr lang="en-US" altLang="en-US" dirty="0">
                <a:solidFill>
                  <a:srgbClr val="0000FF"/>
                </a:solidFill>
                <a:latin typeface="TTE1F17478t00" charset="0"/>
              </a:rPr>
              <a:t>and</a:t>
            </a:r>
            <a:r>
              <a:rPr lang="en-US" altLang="en-US" dirty="0">
                <a:latin typeface="TTE1F17478t00" charset="0"/>
              </a:rPr>
              <a:t> c) </a:t>
            </a:r>
            <a:r>
              <a:rPr lang="en-US" altLang="en-US" dirty="0">
                <a:solidFill>
                  <a:srgbClr val="0000FF"/>
                </a:solidFill>
                <a:latin typeface="TTE1F17478t00" charset="0"/>
              </a:rPr>
              <a:t>or</a:t>
            </a:r>
            <a:r>
              <a:rPr lang="en-US" altLang="en-US" dirty="0">
                <a:latin typeface="TTE1F17478t00" charset="0"/>
              </a:rPr>
              <a:t> (d </a:t>
            </a:r>
            <a:r>
              <a:rPr lang="en-US" altLang="en-US" dirty="0">
                <a:solidFill>
                  <a:srgbClr val="0000FF"/>
                </a:solidFill>
                <a:latin typeface="TTE1F17478t00" charset="0"/>
              </a:rPr>
              <a:t>and</a:t>
            </a:r>
            <a:r>
              <a:rPr lang="en-US" altLang="en-US" dirty="0">
                <a:latin typeface="TTE1F17478t00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TTE1F17478t00" charset="0"/>
              </a:rPr>
              <a:t>not</a:t>
            </a:r>
            <a:r>
              <a:rPr lang="en-US" altLang="en-US" dirty="0">
                <a:latin typeface="TTE1F17478t00" charset="0"/>
              </a:rPr>
              <a:t>(c)); </a:t>
            </a:r>
            <a:endParaRPr lang="en-GB" altLang="en-US" dirty="0"/>
          </a:p>
          <a:p>
            <a:r>
              <a:rPr lang="en-GB" altLang="en-US" dirty="0">
                <a:solidFill>
                  <a:srgbClr val="0000FF"/>
                </a:solidFill>
                <a:latin typeface="TTE1F17478t00" charset="0"/>
              </a:rPr>
              <a:t>end process</a:t>
            </a:r>
            <a:endParaRPr lang="en-US" altLang="en-US" dirty="0">
              <a:solidFill>
                <a:srgbClr val="0000FF"/>
              </a:solidFill>
              <a:latin typeface="TTE1F17478t00" charset="0"/>
            </a:endParaRPr>
          </a:p>
        </p:txBody>
      </p:sp>
      <p:sp>
        <p:nvSpPr>
          <p:cNvPr id="38921" name="Rectangle 3">
            <a:extLst>
              <a:ext uri="{FF2B5EF4-FFF2-40B4-BE49-F238E27FC236}">
                <a16:creationId xmlns:a16="http://schemas.microsoft.com/office/drawing/2014/main" id="{886EEF24-30B6-7D47-A74D-9ADA56F5E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26390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 &lt;= a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xor</a:t>
            </a:r>
            <a:r>
              <a:rPr lang="en-US" altLang="en-US"/>
              <a:t> b;</a:t>
            </a:r>
            <a:endParaRPr lang="en-GB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8AAC21-37E0-014F-ACD1-B28D5C857BE0}"/>
              </a:ext>
            </a:extLst>
          </p:cNvPr>
          <p:cNvSpPr/>
          <p:nvPr/>
        </p:nvSpPr>
        <p:spPr bwMode="auto">
          <a:xfrm>
            <a:off x="914400" y="3289300"/>
            <a:ext cx="2057400" cy="3556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cxnSp>
        <p:nvCxnSpPr>
          <p:cNvPr id="38923" name="Straight Arrow Connector 13">
            <a:extLst>
              <a:ext uri="{FF2B5EF4-FFF2-40B4-BE49-F238E27FC236}">
                <a16:creationId xmlns:a16="http://schemas.microsoft.com/office/drawing/2014/main" id="{817219FC-69D3-1844-B1CE-E943011CB11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8" y="3505200"/>
            <a:ext cx="468312" cy="0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4" name="Straight Arrow Connector 13">
            <a:extLst>
              <a:ext uri="{FF2B5EF4-FFF2-40B4-BE49-F238E27FC236}">
                <a16:creationId xmlns:a16="http://schemas.microsoft.com/office/drawing/2014/main" id="{606A2C3A-D359-C74D-A604-9BF80CE767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8" y="4267200"/>
            <a:ext cx="468312" cy="0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5" name="Straight Arrow Connector 13">
            <a:extLst>
              <a:ext uri="{FF2B5EF4-FFF2-40B4-BE49-F238E27FC236}">
                <a16:creationId xmlns:a16="http://schemas.microsoft.com/office/drawing/2014/main" id="{F7A84226-528C-5F47-A76B-A0E0EA7E396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038" y="5410200"/>
            <a:ext cx="468312" cy="0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201ABF-0B35-C84C-9EEE-FED5AC5A34C1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276600"/>
            <a:ext cx="4038600" cy="2008188"/>
            <a:chOff x="4800600" y="3276600"/>
            <a:chExt cx="4038487" cy="2007632"/>
          </a:xfrm>
        </p:grpSpPr>
        <p:grpSp>
          <p:nvGrpSpPr>
            <p:cNvPr id="38928" name="Group 8">
              <a:extLst>
                <a:ext uri="{FF2B5EF4-FFF2-40B4-BE49-F238E27FC236}">
                  <a16:creationId xmlns:a16="http://schemas.microsoft.com/office/drawing/2014/main" id="{770EBF98-DD5E-F847-8507-E44408769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600" y="3352800"/>
              <a:ext cx="4038487" cy="1931432"/>
              <a:chOff x="5029313" y="3478768"/>
              <a:chExt cx="4038487" cy="1931432"/>
            </a:xfrm>
          </p:grpSpPr>
          <p:grpSp>
            <p:nvGrpSpPr>
              <p:cNvPr id="38933" name="Group 6">
                <a:extLst>
                  <a:ext uri="{FF2B5EF4-FFF2-40B4-BE49-F238E27FC236}">
                    <a16:creationId xmlns:a16="http://schemas.microsoft.com/office/drawing/2014/main" id="{01FC5A3E-F0D0-A04E-87E1-1EA45F54D7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29313" y="4662099"/>
                <a:ext cx="1320601" cy="748101"/>
                <a:chOff x="5382899" y="4070868"/>
                <a:chExt cx="1320601" cy="748101"/>
              </a:xfrm>
            </p:grpSpPr>
            <p:grpSp>
              <p:nvGrpSpPr>
                <p:cNvPr id="38948" name="Group 1">
                  <a:extLst>
                    <a:ext uri="{FF2B5EF4-FFF2-40B4-BE49-F238E27FC236}">
                      <a16:creationId xmlns:a16="http://schemas.microsoft.com/office/drawing/2014/main" id="{A02B1649-2E17-7040-B620-8FD75AB42C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-5400000">
                  <a:off x="5896142" y="3808023"/>
                  <a:ext cx="544513" cy="1070203"/>
                  <a:chOff x="4179887" y="4174695"/>
                  <a:chExt cx="544513" cy="1070203"/>
                </a:xfrm>
              </p:grpSpPr>
              <p:sp>
                <p:nvSpPr>
                  <p:cNvPr id="38951" name="Freeform 176">
                    <a:extLst>
                      <a:ext uri="{FF2B5EF4-FFF2-40B4-BE49-F238E27FC236}">
                        <a16:creationId xmlns:a16="http://schemas.microsoft.com/office/drawing/2014/main" id="{F801F74B-1D91-8A4A-A6BB-EEA68B90C8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79887" y="4689273"/>
                    <a:ext cx="544513" cy="555625"/>
                  </a:xfrm>
                  <a:custGeom>
                    <a:avLst/>
                    <a:gdLst>
                      <a:gd name="T0" fmla="*/ 2147483646 w 106"/>
                      <a:gd name="T1" fmla="*/ 2147483646 h 108"/>
                      <a:gd name="T2" fmla="*/ 0 w 106"/>
                      <a:gd name="T3" fmla="*/ 0 h 108"/>
                      <a:gd name="T4" fmla="*/ 2147483646 w 106"/>
                      <a:gd name="T5" fmla="*/ 2147483646 h 108"/>
                      <a:gd name="T6" fmla="*/ 2147483646 w 106"/>
                      <a:gd name="T7" fmla="*/ 2147483646 h 108"/>
                      <a:gd name="T8" fmla="*/ 2147483646 w 106"/>
                      <a:gd name="T9" fmla="*/ 0 h 108"/>
                      <a:gd name="T10" fmla="*/ 2147483646 w 106"/>
                      <a:gd name="T11" fmla="*/ 2147483646 h 10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06"/>
                      <a:gd name="T19" fmla="*/ 0 h 108"/>
                      <a:gd name="T20" fmla="*/ 106 w 106"/>
                      <a:gd name="T21" fmla="*/ 108 h 10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06" h="108">
                        <a:moveTo>
                          <a:pt x="53" y="108"/>
                        </a:moveTo>
                        <a:cubicBezTo>
                          <a:pt x="53" y="108"/>
                          <a:pt x="0" y="83"/>
                          <a:pt x="0" y="0"/>
                        </a:cubicBezTo>
                        <a:cubicBezTo>
                          <a:pt x="0" y="0"/>
                          <a:pt x="5" y="16"/>
                          <a:pt x="52" y="16"/>
                        </a:cubicBezTo>
                        <a:cubicBezTo>
                          <a:pt x="54" y="16"/>
                          <a:pt x="54" y="16"/>
                          <a:pt x="54" y="16"/>
                        </a:cubicBezTo>
                        <a:cubicBezTo>
                          <a:pt x="101" y="16"/>
                          <a:pt x="106" y="0"/>
                          <a:pt x="106" y="0"/>
                        </a:cubicBezTo>
                        <a:cubicBezTo>
                          <a:pt x="106" y="83"/>
                          <a:pt x="53" y="108"/>
                          <a:pt x="53" y="10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875">
                    <a:solidFill>
                      <a:srgbClr val="0079C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8952" name="Freeform 177">
                    <a:extLst>
                      <a:ext uri="{FF2B5EF4-FFF2-40B4-BE49-F238E27FC236}">
                        <a16:creationId xmlns:a16="http://schemas.microsoft.com/office/drawing/2014/main" id="{67EAEE95-CB17-0A4C-BC3E-5020194FB7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79887" y="4643236"/>
                    <a:ext cx="544513" cy="80963"/>
                  </a:xfrm>
                  <a:custGeom>
                    <a:avLst/>
                    <a:gdLst>
                      <a:gd name="T0" fmla="*/ 0 w 106"/>
                      <a:gd name="T1" fmla="*/ 0 h 16"/>
                      <a:gd name="T2" fmla="*/ 2147483646 w 106"/>
                      <a:gd name="T3" fmla="*/ 2147483646 h 16"/>
                      <a:gd name="T4" fmla="*/ 2147483646 w 106"/>
                      <a:gd name="T5" fmla="*/ 2147483646 h 16"/>
                      <a:gd name="T6" fmla="*/ 2147483646 w 106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6"/>
                      <a:gd name="T13" fmla="*/ 0 h 16"/>
                      <a:gd name="T14" fmla="*/ 106 w 106"/>
                      <a:gd name="T15" fmla="*/ 16 h 1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6" h="16">
                        <a:moveTo>
                          <a:pt x="0" y="0"/>
                        </a:moveTo>
                        <a:cubicBezTo>
                          <a:pt x="0" y="0"/>
                          <a:pt x="5" y="16"/>
                          <a:pt x="52" y="16"/>
                        </a:cubicBezTo>
                        <a:cubicBezTo>
                          <a:pt x="54" y="16"/>
                          <a:pt x="54" y="16"/>
                          <a:pt x="54" y="16"/>
                        </a:cubicBezTo>
                        <a:cubicBezTo>
                          <a:pt x="101" y="16"/>
                          <a:pt x="106" y="0"/>
                          <a:pt x="106" y="0"/>
                        </a:cubicBezTo>
                      </a:path>
                    </a:pathLst>
                  </a:custGeom>
                  <a:noFill/>
                  <a:ln w="15875">
                    <a:solidFill>
                      <a:srgbClr val="0079C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8953" name="Line 165">
                    <a:extLst>
                      <a:ext uri="{FF2B5EF4-FFF2-40B4-BE49-F238E27FC236}">
                        <a16:creationId xmlns:a16="http://schemas.microsoft.com/office/drawing/2014/main" id="{D4ACEC48-67E1-FC49-83A0-1618DE60EB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22231" y="4174695"/>
                    <a:ext cx="0" cy="540000"/>
                  </a:xfrm>
                  <a:prstGeom prst="line">
                    <a:avLst/>
                  </a:prstGeom>
                  <a:noFill/>
                  <a:ln w="20638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38954" name="Line 167">
                    <a:extLst>
                      <a:ext uri="{FF2B5EF4-FFF2-40B4-BE49-F238E27FC236}">
                        <a16:creationId xmlns:a16="http://schemas.microsoft.com/office/drawing/2014/main" id="{B00197B5-29E0-304D-BA6F-2A12CDBA37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67200" y="4182297"/>
                    <a:ext cx="1588" cy="504000"/>
                  </a:xfrm>
                  <a:prstGeom prst="line">
                    <a:avLst/>
                  </a:prstGeom>
                  <a:noFill/>
                  <a:ln w="20638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sp>
              <p:nvSpPr>
                <p:cNvPr id="38949" name="Rectangle 3">
                  <a:extLst>
                    <a:ext uri="{FF2B5EF4-FFF2-40B4-BE49-F238E27FC236}">
                      <a16:creationId xmlns:a16="http://schemas.microsoft.com/office/drawing/2014/main" id="{BE4FB131-F683-2745-8AE4-FA49FE1DA4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82899" y="4080305"/>
                  <a:ext cx="31290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a</a:t>
                  </a:r>
                  <a:endParaRPr lang="en-GB" altLang="en-US"/>
                </a:p>
              </p:txBody>
            </p:sp>
            <p:sp>
              <p:nvSpPr>
                <p:cNvPr id="38950" name="Rectangle 4">
                  <a:extLst>
                    <a:ext uri="{FF2B5EF4-FFF2-40B4-BE49-F238E27FC236}">
                      <a16:creationId xmlns:a16="http://schemas.microsoft.com/office/drawing/2014/main" id="{DCF2E175-E33E-C94F-802B-8ADB09A15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82899" y="4449637"/>
                  <a:ext cx="31290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/>
                    <a:t>b</a:t>
                  </a:r>
                  <a:endParaRPr lang="en-GB" altLang="en-US"/>
                </a:p>
              </p:txBody>
            </p:sp>
          </p:grpSp>
          <p:grpSp>
            <p:nvGrpSpPr>
              <p:cNvPr id="38934" name="Group 5">
                <a:extLst>
                  <a:ext uri="{FF2B5EF4-FFF2-40B4-BE49-F238E27FC236}">
                    <a16:creationId xmlns:a16="http://schemas.microsoft.com/office/drawing/2014/main" id="{163707B2-DF2A-AA44-81FE-D4E137856B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400000">
                <a:off x="7072807" y="3290507"/>
                <a:ext cx="555625" cy="1137413"/>
                <a:chOff x="3559175" y="4611486"/>
                <a:chExt cx="555625" cy="1137413"/>
              </a:xfrm>
            </p:grpSpPr>
            <p:sp>
              <p:nvSpPr>
                <p:cNvPr id="38946" name="Freeform 175">
                  <a:extLst>
                    <a:ext uri="{FF2B5EF4-FFF2-40B4-BE49-F238E27FC236}">
                      <a16:creationId xmlns:a16="http://schemas.microsoft.com/office/drawing/2014/main" id="{6E419647-51B0-3B45-88F7-E91C0D49B6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9175" y="4611486"/>
                  <a:ext cx="555625" cy="633413"/>
                </a:xfrm>
                <a:custGeom>
                  <a:avLst/>
                  <a:gdLst>
                    <a:gd name="T0" fmla="*/ 0 w 108"/>
                    <a:gd name="T1" fmla="*/ 0 h 123"/>
                    <a:gd name="T2" fmla="*/ 0 w 108"/>
                    <a:gd name="T3" fmla="*/ 2147483646 h 123"/>
                    <a:gd name="T4" fmla="*/ 2147483646 w 108"/>
                    <a:gd name="T5" fmla="*/ 2147483646 h 123"/>
                    <a:gd name="T6" fmla="*/ 2147483646 w 108"/>
                    <a:gd name="T7" fmla="*/ 2147483646 h 123"/>
                    <a:gd name="T8" fmla="*/ 2147483646 w 108"/>
                    <a:gd name="T9" fmla="*/ 0 h 123"/>
                    <a:gd name="T10" fmla="*/ 0 w 108"/>
                    <a:gd name="T11" fmla="*/ 0 h 1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08"/>
                    <a:gd name="T19" fmla="*/ 0 h 123"/>
                    <a:gd name="T20" fmla="*/ 108 w 108"/>
                    <a:gd name="T21" fmla="*/ 123 h 1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08" h="123">
                      <a:moveTo>
                        <a:pt x="0" y="0"/>
                      </a:move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99"/>
                        <a:pt x="24" y="123"/>
                        <a:pt x="54" y="123"/>
                      </a:cubicBezTo>
                      <a:cubicBezTo>
                        <a:pt x="84" y="123"/>
                        <a:pt x="108" y="99"/>
                        <a:pt x="108" y="69"/>
                      </a:cubicBezTo>
                      <a:cubicBezTo>
                        <a:pt x="108" y="0"/>
                        <a:pt x="108" y="0"/>
                        <a:pt x="108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875">
                  <a:solidFill>
                    <a:srgbClr val="0079C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8947" name="Line 166">
                  <a:extLst>
                    <a:ext uri="{FF2B5EF4-FFF2-40B4-BE49-F238E27FC236}">
                      <a16:creationId xmlns:a16="http://schemas.microsoft.com/office/drawing/2014/main" id="{D04F65DC-0B33-4046-A69E-BC0221F95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36987" y="5244899"/>
                  <a:ext cx="0" cy="504000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8935" name="Freeform 236">
                <a:extLst>
                  <a:ext uri="{FF2B5EF4-FFF2-40B4-BE49-F238E27FC236}">
                    <a16:creationId xmlns:a16="http://schemas.microsoft.com/office/drawing/2014/main" id="{2826AF1C-05CE-0644-927E-353BB20426E6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6123181" y="4262158"/>
                <a:ext cx="915986" cy="462523"/>
              </a:xfrm>
              <a:custGeom>
                <a:avLst/>
                <a:gdLst>
                  <a:gd name="T0" fmla="*/ 0 w 10000"/>
                  <a:gd name="T1" fmla="*/ 0 h 22198"/>
                  <a:gd name="T2" fmla="*/ 0 w 10000"/>
                  <a:gd name="T3" fmla="*/ 1094724494 h 22198"/>
                  <a:gd name="T4" fmla="*/ 2147483646 w 10000"/>
                  <a:gd name="T5" fmla="*/ 1094724494 h 22198"/>
                  <a:gd name="T6" fmla="*/ 2147483646 w 10000"/>
                  <a:gd name="T7" fmla="*/ 2147483646 h 221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00" h="22198">
                    <a:moveTo>
                      <a:pt x="0" y="0"/>
                    </a:moveTo>
                    <a:lnTo>
                      <a:pt x="0" y="5808"/>
                    </a:lnTo>
                    <a:lnTo>
                      <a:pt x="10000" y="5808"/>
                    </a:lnTo>
                    <a:lnTo>
                      <a:pt x="10000" y="22198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936" name="Rectangle 31">
                <a:extLst>
                  <a:ext uri="{FF2B5EF4-FFF2-40B4-BE49-F238E27FC236}">
                    <a16:creationId xmlns:a16="http://schemas.microsoft.com/office/drawing/2014/main" id="{89F4018D-5B88-3E44-A8BE-4B44976D1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7713" y="3478768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d</a:t>
                </a:r>
                <a:endParaRPr lang="en-GB" altLang="en-US"/>
              </a:p>
            </p:txBody>
          </p:sp>
          <p:sp>
            <p:nvSpPr>
              <p:cNvPr id="38937" name="Rectangle 32">
                <a:extLst>
                  <a:ext uri="{FF2B5EF4-FFF2-40B4-BE49-F238E27FC236}">
                    <a16:creationId xmlns:a16="http://schemas.microsoft.com/office/drawing/2014/main" id="{6993719A-1C08-7747-B9B4-0007020E2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599" y="4603441"/>
                <a:ext cx="30008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c</a:t>
                </a:r>
                <a:endParaRPr lang="en-GB" altLang="en-US"/>
              </a:p>
            </p:txBody>
          </p:sp>
          <p:sp>
            <p:nvSpPr>
              <p:cNvPr id="38938" name="Freeform 174">
                <a:extLst>
                  <a:ext uri="{FF2B5EF4-FFF2-40B4-BE49-F238E27FC236}">
                    <a16:creationId xmlns:a16="http://schemas.microsoft.com/office/drawing/2014/main" id="{6ECC870F-7335-B244-83B9-4CF33588FF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452451" y="3694681"/>
                <a:ext cx="1359984" cy="1048225"/>
              </a:xfrm>
              <a:custGeom>
                <a:avLst/>
                <a:gdLst>
                  <a:gd name="T0" fmla="*/ 2147483646 w 551"/>
                  <a:gd name="T1" fmla="*/ 2147483646 h 175"/>
                  <a:gd name="T2" fmla="*/ 2147483646 w 551"/>
                  <a:gd name="T3" fmla="*/ 0 h 175"/>
                  <a:gd name="T4" fmla="*/ 0 w 551"/>
                  <a:gd name="T5" fmla="*/ 0 h 175"/>
                  <a:gd name="T6" fmla="*/ 0 60000 65536"/>
                  <a:gd name="T7" fmla="*/ 0 60000 65536"/>
                  <a:gd name="T8" fmla="*/ 0 60000 65536"/>
                  <a:gd name="T9" fmla="*/ 0 w 551"/>
                  <a:gd name="T10" fmla="*/ 0 h 175"/>
                  <a:gd name="T11" fmla="*/ 551 w 551"/>
                  <a:gd name="T12" fmla="*/ 175 h 1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1" h="175">
                    <a:moveTo>
                      <a:pt x="551" y="175"/>
                    </a:moveTo>
                    <a:lnTo>
                      <a:pt x="551" y="0"/>
                    </a:lnTo>
                    <a:lnTo>
                      <a:pt x="0" y="0"/>
                    </a:lnTo>
                  </a:path>
                </a:pathLst>
              </a:cu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939" name="Line 167">
                <a:extLst>
                  <a:ext uri="{FF2B5EF4-FFF2-40B4-BE49-F238E27FC236}">
                    <a16:creationId xmlns:a16="http://schemas.microsoft.com/office/drawing/2014/main" id="{A127722F-8792-784C-B7D1-D137E7AAA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7156887" y="4466206"/>
                <a:ext cx="1588" cy="97200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940" name="Freeform 243">
                <a:extLst>
                  <a:ext uri="{FF2B5EF4-FFF2-40B4-BE49-F238E27FC236}">
                    <a16:creationId xmlns:a16="http://schemas.microsoft.com/office/drawing/2014/main" id="{1E5A60D5-26FC-D14F-8072-609142D449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-5400000">
                <a:off x="7931033" y="3758210"/>
                <a:ext cx="579067" cy="591313"/>
              </a:xfrm>
              <a:custGeom>
                <a:avLst/>
                <a:gdLst>
                  <a:gd name="T0" fmla="*/ 2147483646 w 106"/>
                  <a:gd name="T1" fmla="*/ 2147483646 h 108"/>
                  <a:gd name="T2" fmla="*/ 0 w 106"/>
                  <a:gd name="T3" fmla="*/ 0 h 108"/>
                  <a:gd name="T4" fmla="*/ 2147483646 w 106"/>
                  <a:gd name="T5" fmla="*/ 2147483646 h 108"/>
                  <a:gd name="T6" fmla="*/ 2147483646 w 106"/>
                  <a:gd name="T7" fmla="*/ 2147483646 h 108"/>
                  <a:gd name="T8" fmla="*/ 2147483646 w 106"/>
                  <a:gd name="T9" fmla="*/ 0 h 108"/>
                  <a:gd name="T10" fmla="*/ 2147483646 w 106"/>
                  <a:gd name="T11" fmla="*/ 2147483646 h 1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6"/>
                  <a:gd name="T19" fmla="*/ 0 h 108"/>
                  <a:gd name="T20" fmla="*/ 106 w 106"/>
                  <a:gd name="T21" fmla="*/ 108 h 1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6" h="108">
                    <a:moveTo>
                      <a:pt x="53" y="108"/>
                    </a:moveTo>
                    <a:cubicBezTo>
                      <a:pt x="53" y="108"/>
                      <a:pt x="0" y="83"/>
                      <a:pt x="0" y="0"/>
                    </a:cubicBezTo>
                    <a:cubicBezTo>
                      <a:pt x="0" y="0"/>
                      <a:pt x="5" y="16"/>
                      <a:pt x="52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101" y="16"/>
                      <a:pt x="106" y="0"/>
                      <a:pt x="106" y="0"/>
                    </a:cubicBezTo>
                    <a:cubicBezTo>
                      <a:pt x="106" y="83"/>
                      <a:pt x="53" y="108"/>
                      <a:pt x="53" y="1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941" name="Oval 214">
                <a:extLst>
                  <a:ext uri="{FF2B5EF4-FFF2-40B4-BE49-F238E27FC236}">
                    <a16:creationId xmlns:a16="http://schemas.microsoft.com/office/drawing/2014/main" id="{7B936B3C-27AC-D442-9B69-0D379CFE4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513" y="48768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altLang="en-US"/>
              </a:p>
            </p:txBody>
          </p:sp>
          <p:sp>
            <p:nvSpPr>
              <p:cNvPr id="38942" name="Oval 214">
                <a:extLst>
                  <a:ext uri="{FF2B5EF4-FFF2-40B4-BE49-F238E27FC236}">
                    <a16:creationId xmlns:a16="http://schemas.microsoft.com/office/drawing/2014/main" id="{8C348711-BD21-D343-8EF8-86A20E4CD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8513" y="4692600"/>
                <a:ext cx="108000" cy="10800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altLang="en-US"/>
              </a:p>
            </p:txBody>
          </p:sp>
          <p:sp>
            <p:nvSpPr>
              <p:cNvPr id="38943" name="Line 166">
                <a:extLst>
                  <a:ext uri="{FF2B5EF4-FFF2-40B4-BE49-F238E27FC236}">
                    <a16:creationId xmlns:a16="http://schemas.microsoft.com/office/drawing/2014/main" id="{9269DCAF-3B00-A749-8231-F6027EE128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8797006" y="3805267"/>
                <a:ext cx="1588" cy="540000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944" name="Rectangle 41">
                <a:extLst>
                  <a:ext uri="{FF2B5EF4-FFF2-40B4-BE49-F238E27FC236}">
                    <a16:creationId xmlns:a16="http://schemas.microsoft.com/office/drawing/2014/main" id="{00EF0D11-F397-C745-A146-405D28652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6913" y="3745468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e</a:t>
                </a:r>
                <a:endParaRPr lang="en-GB" altLang="en-US"/>
              </a:p>
            </p:txBody>
          </p:sp>
          <p:sp>
            <p:nvSpPr>
              <p:cNvPr id="38945" name="Freeform 236">
                <a:extLst>
                  <a:ext uri="{FF2B5EF4-FFF2-40B4-BE49-F238E27FC236}">
                    <a16:creationId xmlns:a16="http://schemas.microsoft.com/office/drawing/2014/main" id="{259C2532-49C6-0943-AB65-270372FA625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362642" y="4397902"/>
                <a:ext cx="656430" cy="456938"/>
              </a:xfrm>
              <a:custGeom>
                <a:avLst/>
                <a:gdLst>
                  <a:gd name="T0" fmla="*/ 0 w 10000"/>
                  <a:gd name="T1" fmla="*/ 0 h 22198"/>
                  <a:gd name="T2" fmla="*/ 0 w 10000"/>
                  <a:gd name="T3" fmla="*/ 1042801495 h 22198"/>
                  <a:gd name="T4" fmla="*/ 2147483646 w 10000"/>
                  <a:gd name="T5" fmla="*/ 1042801495 h 22198"/>
                  <a:gd name="T6" fmla="*/ 2147483646 w 10000"/>
                  <a:gd name="T7" fmla="*/ 2147483646 h 221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00" h="22198">
                    <a:moveTo>
                      <a:pt x="0" y="0"/>
                    </a:moveTo>
                    <a:lnTo>
                      <a:pt x="0" y="5808"/>
                    </a:lnTo>
                    <a:lnTo>
                      <a:pt x="10000" y="5808"/>
                    </a:lnTo>
                    <a:lnTo>
                      <a:pt x="10000" y="22198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8929" name="Freeform 177">
              <a:extLst>
                <a:ext uri="{FF2B5EF4-FFF2-40B4-BE49-F238E27FC236}">
                  <a16:creationId xmlns:a16="http://schemas.microsoft.com/office/drawing/2014/main" id="{583BA38B-1586-CF42-ADA8-4F6D7D65213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7416000" y="3888000"/>
              <a:ext cx="544513" cy="80963"/>
            </a:xfrm>
            <a:custGeom>
              <a:avLst/>
              <a:gdLst>
                <a:gd name="T0" fmla="*/ 0 w 106"/>
                <a:gd name="T1" fmla="*/ 0 h 16"/>
                <a:gd name="T2" fmla="*/ 2147483646 w 106"/>
                <a:gd name="T3" fmla="*/ 2147483646 h 16"/>
                <a:gd name="T4" fmla="*/ 2147483646 w 106"/>
                <a:gd name="T5" fmla="*/ 2147483646 h 16"/>
                <a:gd name="T6" fmla="*/ 2147483646 w 10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0" y="0"/>
                  </a:moveTo>
                  <a:cubicBezTo>
                    <a:pt x="0" y="0"/>
                    <a:pt x="5" y="16"/>
                    <a:pt x="52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101" y="16"/>
                    <a:pt x="106" y="0"/>
                    <a:pt x="106" y="0"/>
                  </a:cubicBezTo>
                </a:path>
              </a:pathLst>
            </a:cu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19D3CA1-50C4-284D-9841-BED66C236ECD}"/>
                </a:ext>
              </a:extLst>
            </p:cNvPr>
            <p:cNvSpPr/>
            <p:nvPr/>
          </p:nvSpPr>
          <p:spPr bwMode="auto">
            <a:xfrm>
              <a:off x="6095964" y="3276600"/>
              <a:ext cx="1422360" cy="787182"/>
            </a:xfrm>
            <a:prstGeom prst="rect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dirty="0">
                <a:latin typeface="Arial" charset="0"/>
                <a:ea typeface="+mn-ea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3F39C8C-C1AC-2847-B204-B43070BC6BBC}"/>
                </a:ext>
              </a:extLst>
            </p:cNvPr>
            <p:cNvSpPr/>
            <p:nvPr/>
          </p:nvSpPr>
          <p:spPr bwMode="auto">
            <a:xfrm>
              <a:off x="5359384" y="4393891"/>
              <a:ext cx="1331876" cy="787182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dirty="0">
                <a:latin typeface="Arial" charset="0"/>
                <a:ea typeface="+mn-ea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41C88EE-275E-EF42-AE0F-81E0049A3A04}"/>
                </a:ext>
              </a:extLst>
            </p:cNvPr>
            <p:cNvSpPr/>
            <p:nvPr/>
          </p:nvSpPr>
          <p:spPr bwMode="auto">
            <a:xfrm>
              <a:off x="7619921" y="3428958"/>
              <a:ext cx="838177" cy="964933"/>
            </a:xfrm>
            <a:prstGeom prst="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dirty="0">
                <a:latin typeface="Arial" charset="0"/>
                <a:ea typeface="+mn-ea"/>
              </a:endParaRPr>
            </a:p>
          </p:txBody>
        </p:sp>
      </p:grpSp>
      <p:sp>
        <p:nvSpPr>
          <p:cNvPr id="48" name="Left-Right Arrow 47">
            <a:extLst>
              <a:ext uri="{FF2B5EF4-FFF2-40B4-BE49-F238E27FC236}">
                <a16:creationId xmlns:a16="http://schemas.microsoft.com/office/drawing/2014/main" id="{922EB10A-EE97-8543-87BA-485095231E50}"/>
              </a:ext>
            </a:extLst>
          </p:cNvPr>
          <p:cNvSpPr/>
          <p:nvPr/>
        </p:nvSpPr>
        <p:spPr bwMode="auto">
          <a:xfrm>
            <a:off x="4038600" y="4100513"/>
            <a:ext cx="695325" cy="333375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79"/>
    </mc:Choice>
    <mc:Fallback xmlns="">
      <p:transition spd="slow" advTm="414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2">
            <a:extLst>
              <a:ext uri="{FF2B5EF4-FFF2-40B4-BE49-F238E27FC236}">
                <a16:creationId xmlns:a16="http://schemas.microsoft.com/office/drawing/2014/main" id="{1231A554-49EF-A04C-810C-DBF2D84D2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5b- VHDL </a:t>
            </a:r>
            <a:r>
              <a:rPr lang="de-DE" altLang="en-US" sz="3200" b="1" dirty="0" err="1">
                <a:latin typeface="Frutiger LT Com 45 Light" charset="0"/>
              </a:rPr>
              <a:t>Testbench</a:t>
            </a:r>
            <a:endParaRPr lang="de-DE" altLang="en-US" sz="3200" b="1" dirty="0">
              <a:latin typeface="Frutiger LT Com 45 Light" charset="0"/>
            </a:endParaRP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EB44F057-9578-6B4B-930E-954C8252BF0E}"/>
              </a:ext>
            </a:extLst>
          </p:cNvPr>
          <p:cNvSpPr txBox="1">
            <a:spLocks/>
          </p:cNvSpPr>
          <p:nvPr/>
        </p:nvSpPr>
        <p:spPr bwMode="auto">
          <a:xfrm>
            <a:off x="460375" y="1908175"/>
            <a:ext cx="7615238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 marL="268288" indent="-268288"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/>
              <a:t>Assigns values to a system's inputs, check that system outputs correct values</a:t>
            </a:r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/>
              <a:t>A key use of HDLs is to simulate system to ensure design is correct</a:t>
            </a:r>
          </a:p>
        </p:txBody>
      </p:sp>
      <p:sp>
        <p:nvSpPr>
          <p:cNvPr id="40964" name="Rectangle 14">
            <a:extLst>
              <a:ext uri="{FF2B5EF4-FFF2-40B4-BE49-F238E27FC236}">
                <a16:creationId xmlns:a16="http://schemas.microsoft.com/office/drawing/2014/main" id="{95F2AE17-3983-194E-B593-6B8A01211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1445F63C-92D5-5E42-B4E7-B7CC64126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de-DE" altLang="en-US" sz="1200">
                <a:solidFill>
                  <a:srgbClr val="B2B2B2"/>
                </a:solidFill>
              </a:rPr>
              <a:t>23</a:t>
            </a:r>
          </a:p>
        </p:txBody>
      </p:sp>
      <p:sp>
        <p:nvSpPr>
          <p:cNvPr id="40966" name="Rectangle 4">
            <a:extLst>
              <a:ext uri="{FF2B5EF4-FFF2-40B4-BE49-F238E27FC236}">
                <a16:creationId xmlns:a16="http://schemas.microsoft.com/office/drawing/2014/main" id="{12C0BBA3-13D9-014E-A2BB-4C655C611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3886200"/>
            <a:ext cx="1930400" cy="1522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System To Test</a:t>
            </a:r>
          </a:p>
        </p:txBody>
      </p:sp>
      <p:sp>
        <p:nvSpPr>
          <p:cNvPr id="40967" name="Rectangle 5">
            <a:extLst>
              <a:ext uri="{FF2B5EF4-FFF2-40B4-BE49-F238E27FC236}">
                <a16:creationId xmlns:a16="http://schemas.microsoft.com/office/drawing/2014/main" id="{C1C816FC-B0D7-DC44-99DE-427AF6193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3429000"/>
            <a:ext cx="4760913" cy="228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Testbench</a:t>
            </a:r>
          </a:p>
        </p:txBody>
      </p:sp>
      <p:sp>
        <p:nvSpPr>
          <p:cNvPr id="40968" name="Rectangle 6">
            <a:extLst>
              <a:ext uri="{FF2B5EF4-FFF2-40B4-BE49-F238E27FC236}">
                <a16:creationId xmlns:a16="http://schemas.microsoft.com/office/drawing/2014/main" id="{D5DD80BD-ADED-FD48-97AC-46B6735D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4038600"/>
            <a:ext cx="2106613" cy="1217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Set input values, Check output values</a:t>
            </a:r>
          </a:p>
        </p:txBody>
      </p:sp>
      <p:sp>
        <p:nvSpPr>
          <p:cNvPr id="40969" name="Line 7">
            <a:extLst>
              <a:ext uri="{FF2B5EF4-FFF2-40B4-BE49-F238E27FC236}">
                <a16:creationId xmlns:a16="http://schemas.microsoft.com/office/drawing/2014/main" id="{81B8442A-DEED-A54C-8CD4-498C2803E6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9713" y="4229100"/>
            <a:ext cx="35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0" name="Line 8">
            <a:extLst>
              <a:ext uri="{FF2B5EF4-FFF2-40B4-BE49-F238E27FC236}">
                <a16:creationId xmlns:a16="http://schemas.microsoft.com/office/drawing/2014/main" id="{4ABC84EE-9AD8-B147-9C10-B12F3A0191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9713" y="4368800"/>
            <a:ext cx="35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1" name="Line 9">
            <a:extLst>
              <a:ext uri="{FF2B5EF4-FFF2-40B4-BE49-F238E27FC236}">
                <a16:creationId xmlns:a16="http://schemas.microsoft.com/office/drawing/2014/main" id="{F38FD987-A498-4345-9C1C-1636C6064F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9713" y="4508500"/>
            <a:ext cx="35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2" name="Line 10">
            <a:extLst>
              <a:ext uri="{FF2B5EF4-FFF2-40B4-BE49-F238E27FC236}">
                <a16:creationId xmlns:a16="http://schemas.microsoft.com/office/drawing/2014/main" id="{34BE5A01-5286-364B-8B25-2B5F2E8C02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24313" y="50419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164"/>
    </mc:Choice>
    <mc:Fallback xmlns="">
      <p:transition spd="slow" advTm="41164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71ECDF1F-C6F8-3745-8BAD-6947410EC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6238" y="1927225"/>
            <a:ext cx="4330700" cy="3133725"/>
          </a:xfrm>
        </p:spPr>
        <p:txBody>
          <a:bodyPr/>
          <a:lstStyle/>
          <a:p>
            <a:pPr lvl="1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sz="2000"/>
              <a:t>Entity of Testbench</a:t>
            </a:r>
          </a:p>
          <a:p>
            <a:pPr lvl="1" eaLnBrk="1" hangingPunct="1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SzTx/>
              <a:buFont typeface="Wingdings" pitchFamily="2" charset="2"/>
              <a:buChar char="n"/>
            </a:pPr>
            <a:r>
              <a:rPr lang="en-US" altLang="en-US"/>
              <a:t>No inputs or outputs</a:t>
            </a:r>
          </a:p>
          <a:p>
            <a:pPr lvl="1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sz="2000"/>
              <a:t>Architecture of Testbench</a:t>
            </a:r>
          </a:p>
          <a:p>
            <a:pPr lvl="1" eaLnBrk="1" hangingPunct="1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SzTx/>
              <a:buFont typeface="Wingdings" pitchFamily="2" charset="2"/>
              <a:buChar char="n"/>
            </a:pPr>
            <a:r>
              <a:rPr lang="en-US" altLang="en-US"/>
              <a:t>Declares component to test, declares signals.</a:t>
            </a:r>
          </a:p>
          <a:p>
            <a:pPr lvl="1" eaLnBrk="1" hangingPunct="1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SzTx/>
              <a:buFont typeface="Wingdings" pitchFamily="2" charset="2"/>
              <a:buChar char="n"/>
            </a:pPr>
            <a:r>
              <a:rPr lang="en-US" altLang="en-US"/>
              <a:t>Instantiates component, connects to signals.</a:t>
            </a:r>
          </a:p>
          <a:p>
            <a:pPr lvl="1" eaLnBrk="1" hangingPunct="1">
              <a:lnSpc>
                <a:spcPct val="90000"/>
              </a:lnSpc>
              <a:spcAft>
                <a:spcPct val="40000"/>
              </a:spcAft>
              <a:buClr>
                <a:srgbClr val="A8AFAF"/>
              </a:buClr>
              <a:buSzTx/>
              <a:buFont typeface="Wingdings" pitchFamily="2" charset="2"/>
              <a:buChar char="n"/>
            </a:pPr>
            <a:r>
              <a:rPr lang="en-US" altLang="en-US"/>
              <a:t>Process writes input signals, checks output signal.</a:t>
            </a:r>
          </a:p>
        </p:txBody>
      </p:sp>
      <p:sp>
        <p:nvSpPr>
          <p:cNvPr id="41987" name="Text Box 89">
            <a:extLst>
              <a:ext uri="{FF2B5EF4-FFF2-40B4-BE49-F238E27FC236}">
                <a16:creationId xmlns:a16="http://schemas.microsoft.com/office/drawing/2014/main" id="{1F9B3BF0-1659-2E48-BB29-FA5A09928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3613" y="2173288"/>
            <a:ext cx="1295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Circuit </a:t>
            </a: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Under Test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235F2982-A7E0-C040-828A-07628C2AB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3519488"/>
            <a:ext cx="1231900" cy="1522412"/>
          </a:xfrm>
          <a:prstGeom prst="rect">
            <a:avLst/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System</a:t>
            </a: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 To Test</a:t>
            </a:r>
          </a:p>
        </p:txBody>
      </p:sp>
      <p:sp>
        <p:nvSpPr>
          <p:cNvPr id="41989" name="Rectangle 6">
            <a:extLst>
              <a:ext uri="{FF2B5EF4-FFF2-40B4-BE49-F238E27FC236}">
                <a16:creationId xmlns:a16="http://schemas.microsoft.com/office/drawing/2014/main" id="{CBEB31D8-4B87-6544-9F13-7F5195E12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175" y="3671888"/>
            <a:ext cx="1692275" cy="1217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Set input values, Check output values</a:t>
            </a:r>
          </a:p>
        </p:txBody>
      </p:sp>
      <p:sp>
        <p:nvSpPr>
          <p:cNvPr id="41990" name="Line 7">
            <a:extLst>
              <a:ext uri="{FF2B5EF4-FFF2-40B4-BE49-F238E27FC236}">
                <a16:creationId xmlns:a16="http://schemas.microsoft.com/office/drawing/2014/main" id="{D9E41489-3F65-1C44-BCDE-47E08F6F76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5450" y="3862388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1" name="Line 8">
            <a:extLst>
              <a:ext uri="{FF2B5EF4-FFF2-40B4-BE49-F238E27FC236}">
                <a16:creationId xmlns:a16="http://schemas.microsoft.com/office/drawing/2014/main" id="{EAE4AA94-2FB4-CA4F-8C8C-628F6D8A93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5450" y="4002088"/>
            <a:ext cx="355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2" name="Line 9">
            <a:extLst>
              <a:ext uri="{FF2B5EF4-FFF2-40B4-BE49-F238E27FC236}">
                <a16:creationId xmlns:a16="http://schemas.microsoft.com/office/drawing/2014/main" id="{79CAECEB-D72A-484A-9CDB-19E27D1797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5450" y="4141788"/>
            <a:ext cx="355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3" name="Line 10">
            <a:extLst>
              <a:ext uri="{FF2B5EF4-FFF2-40B4-BE49-F238E27FC236}">
                <a16:creationId xmlns:a16="http://schemas.microsoft.com/office/drawing/2014/main" id="{8248B7FD-61EE-0A42-8342-3A531792A8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0050" y="4675188"/>
            <a:ext cx="3937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4" name="Text Box 89">
            <a:extLst>
              <a:ext uri="{FF2B5EF4-FFF2-40B4-BE49-F238E27FC236}">
                <a16:creationId xmlns:a16="http://schemas.microsoft.com/office/drawing/2014/main" id="{4B55E12E-1EE8-774B-8782-C16E823DF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9725" y="2451100"/>
            <a:ext cx="1017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Process</a:t>
            </a:r>
          </a:p>
        </p:txBody>
      </p:sp>
      <p:sp>
        <p:nvSpPr>
          <p:cNvPr id="41995" name="Text Box 89">
            <a:extLst>
              <a:ext uri="{FF2B5EF4-FFF2-40B4-BE49-F238E27FC236}">
                <a16:creationId xmlns:a16="http://schemas.microsoft.com/office/drawing/2014/main" id="{F1238CF5-E038-6C44-820F-D2868C33B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648325"/>
            <a:ext cx="1889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Entity-Testbench</a:t>
            </a:r>
          </a:p>
        </p:txBody>
      </p:sp>
      <p:sp>
        <p:nvSpPr>
          <p:cNvPr id="41996" name="Text Box 89">
            <a:extLst>
              <a:ext uri="{FF2B5EF4-FFF2-40B4-BE49-F238E27FC236}">
                <a16:creationId xmlns:a16="http://schemas.microsoft.com/office/drawing/2014/main" id="{FE0FDB49-8001-BF4C-852C-E29DC6DF6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738" y="1754188"/>
            <a:ext cx="1416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TTE1F17478t00" charset="0"/>
              </a:rPr>
              <a:t>Architecture</a:t>
            </a:r>
          </a:p>
        </p:txBody>
      </p:sp>
      <p:sp>
        <p:nvSpPr>
          <p:cNvPr id="41997" name="Text Box 4">
            <a:extLst>
              <a:ext uri="{FF2B5EF4-FFF2-40B4-BE49-F238E27FC236}">
                <a16:creationId xmlns:a16="http://schemas.microsoft.com/office/drawing/2014/main" id="{570A2B68-7758-9040-BE1B-AD0BA7717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de-DE" altLang="en-US" sz="1200">
                <a:solidFill>
                  <a:srgbClr val="B2B2B2"/>
                </a:solidFill>
              </a:rPr>
              <a:t>24</a:t>
            </a:r>
          </a:p>
        </p:txBody>
      </p:sp>
      <p:sp>
        <p:nvSpPr>
          <p:cNvPr id="41998" name="Line 133">
            <a:extLst>
              <a:ext uri="{FF2B5EF4-FFF2-40B4-BE49-F238E27FC236}">
                <a16:creationId xmlns:a16="http://schemas.microsoft.com/office/drawing/2014/main" id="{35DDCB92-4145-8C45-9FD3-9AEFD657510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552407" y="2348706"/>
            <a:ext cx="431800" cy="158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9" name="Freeform 138">
            <a:extLst>
              <a:ext uri="{FF2B5EF4-FFF2-40B4-BE49-F238E27FC236}">
                <a16:creationId xmlns:a16="http://schemas.microsoft.com/office/drawing/2014/main" id="{37158A45-08F6-E543-8E3A-438E789B5EC7}"/>
              </a:ext>
            </a:extLst>
          </p:cNvPr>
          <p:cNvSpPr>
            <a:spLocks/>
          </p:cNvSpPr>
          <p:nvPr/>
        </p:nvSpPr>
        <p:spPr bwMode="auto">
          <a:xfrm rot="5400000">
            <a:off x="6665913" y="2625725"/>
            <a:ext cx="217488" cy="96837"/>
          </a:xfrm>
          <a:custGeom>
            <a:avLst/>
            <a:gdLst>
              <a:gd name="T0" fmla="*/ 2147483646 w 100"/>
              <a:gd name="T1" fmla="*/ 2147483646 h 50"/>
              <a:gd name="T2" fmla="*/ 0 w 100"/>
              <a:gd name="T3" fmla="*/ 0 h 50"/>
              <a:gd name="T4" fmla="*/ 0 w 100"/>
              <a:gd name="T5" fmla="*/ 2147483646 h 50"/>
              <a:gd name="T6" fmla="*/ 2147483646 w 100"/>
              <a:gd name="T7" fmla="*/ 2147483646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0" name="Line 133">
            <a:extLst>
              <a:ext uri="{FF2B5EF4-FFF2-40B4-BE49-F238E27FC236}">
                <a16:creationId xmlns:a16="http://schemas.microsoft.com/office/drawing/2014/main" id="{CBF2E3D8-9503-864F-889E-02961375435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679281" y="3177382"/>
            <a:ext cx="503237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1" name="Freeform 138">
            <a:extLst>
              <a:ext uri="{FF2B5EF4-FFF2-40B4-BE49-F238E27FC236}">
                <a16:creationId xmlns:a16="http://schemas.microsoft.com/office/drawing/2014/main" id="{64C4E4C1-08F2-6B4E-AEE1-B4F5901B1CDD}"/>
              </a:ext>
            </a:extLst>
          </p:cNvPr>
          <p:cNvSpPr>
            <a:spLocks/>
          </p:cNvSpPr>
          <p:nvPr/>
        </p:nvSpPr>
        <p:spPr bwMode="auto">
          <a:xfrm rot="5400000">
            <a:off x="5827713" y="3424238"/>
            <a:ext cx="217487" cy="96837"/>
          </a:xfrm>
          <a:custGeom>
            <a:avLst/>
            <a:gdLst>
              <a:gd name="T0" fmla="*/ 2147483646 w 100"/>
              <a:gd name="T1" fmla="*/ 2147483646 h 50"/>
              <a:gd name="T2" fmla="*/ 0 w 100"/>
              <a:gd name="T3" fmla="*/ 0 h 50"/>
              <a:gd name="T4" fmla="*/ 0 w 100"/>
              <a:gd name="T5" fmla="*/ 2147483646 h 50"/>
              <a:gd name="T6" fmla="*/ 2147483646 w 100"/>
              <a:gd name="T7" fmla="*/ 2147483646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2" name="Line 133">
            <a:extLst>
              <a:ext uri="{FF2B5EF4-FFF2-40B4-BE49-F238E27FC236}">
                <a16:creationId xmlns:a16="http://schemas.microsoft.com/office/drawing/2014/main" id="{20EA52F7-EBEC-C143-903B-2C8D61B7455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677944" y="3059906"/>
            <a:ext cx="431800" cy="1588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3" name="Freeform 138">
            <a:extLst>
              <a:ext uri="{FF2B5EF4-FFF2-40B4-BE49-F238E27FC236}">
                <a16:creationId xmlns:a16="http://schemas.microsoft.com/office/drawing/2014/main" id="{EB4AD29E-5FF6-5540-9D10-FFECE2B81409}"/>
              </a:ext>
            </a:extLst>
          </p:cNvPr>
          <p:cNvSpPr>
            <a:spLocks/>
          </p:cNvSpPr>
          <p:nvPr/>
        </p:nvSpPr>
        <p:spPr bwMode="auto">
          <a:xfrm rot="5400000">
            <a:off x="7793038" y="3336925"/>
            <a:ext cx="217488" cy="96837"/>
          </a:xfrm>
          <a:custGeom>
            <a:avLst/>
            <a:gdLst>
              <a:gd name="T0" fmla="*/ 2147483646 w 100"/>
              <a:gd name="T1" fmla="*/ 2147483646 h 50"/>
              <a:gd name="T2" fmla="*/ 0 w 100"/>
              <a:gd name="T3" fmla="*/ 0 h 50"/>
              <a:gd name="T4" fmla="*/ 0 w 100"/>
              <a:gd name="T5" fmla="*/ 2147483646 h 50"/>
              <a:gd name="T6" fmla="*/ 2147483646 w 100"/>
              <a:gd name="T7" fmla="*/ 2147483646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4" name="Line 133">
            <a:extLst>
              <a:ext uri="{FF2B5EF4-FFF2-40B4-BE49-F238E27FC236}">
                <a16:creationId xmlns:a16="http://schemas.microsoft.com/office/drawing/2014/main" id="{C877BCD1-FB76-404E-AFEA-A277678AF74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580188" y="5534025"/>
            <a:ext cx="252412" cy="1588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5" name="Freeform 138">
            <a:extLst>
              <a:ext uri="{FF2B5EF4-FFF2-40B4-BE49-F238E27FC236}">
                <a16:creationId xmlns:a16="http://schemas.microsoft.com/office/drawing/2014/main" id="{44F9464D-F3BE-8C47-938E-AADF3FC27416}"/>
              </a:ext>
            </a:extLst>
          </p:cNvPr>
          <p:cNvSpPr>
            <a:spLocks/>
          </p:cNvSpPr>
          <p:nvPr/>
        </p:nvSpPr>
        <p:spPr bwMode="auto">
          <a:xfrm rot="-5400000">
            <a:off x="6605588" y="5256213"/>
            <a:ext cx="217487" cy="96837"/>
          </a:xfrm>
          <a:custGeom>
            <a:avLst/>
            <a:gdLst>
              <a:gd name="T0" fmla="*/ 2147483646 w 100"/>
              <a:gd name="T1" fmla="*/ 2147483646 h 50"/>
              <a:gd name="T2" fmla="*/ 0 w 100"/>
              <a:gd name="T3" fmla="*/ 0 h 50"/>
              <a:gd name="T4" fmla="*/ 0 w 100"/>
              <a:gd name="T5" fmla="*/ 2147483646 h 50"/>
              <a:gd name="T6" fmla="*/ 2147483646 w 100"/>
              <a:gd name="T7" fmla="*/ 2147483646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6" name="Rectangle 234">
            <a:extLst>
              <a:ext uri="{FF2B5EF4-FFF2-40B4-BE49-F238E27FC236}">
                <a16:creationId xmlns:a16="http://schemas.microsoft.com/office/drawing/2014/main" id="{6FECAF47-9B73-C243-9C5C-F48770E0E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3148013"/>
            <a:ext cx="3519487" cy="2046287"/>
          </a:xfrm>
          <a:prstGeom prst="rect">
            <a:avLst/>
          </a:prstGeom>
          <a:noFill/>
          <a:ln w="31750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2007" name="Rectangle 234">
            <a:extLst>
              <a:ext uri="{FF2B5EF4-FFF2-40B4-BE49-F238E27FC236}">
                <a16:creationId xmlns:a16="http://schemas.microsoft.com/office/drawing/2014/main" id="{7ECB7A7E-3AB2-F140-88AA-624E072B0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175" y="3684588"/>
            <a:ext cx="1692275" cy="1204912"/>
          </a:xfrm>
          <a:prstGeom prst="rect">
            <a:avLst/>
          </a:prstGeom>
          <a:noFill/>
          <a:ln w="31750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2008" name="Rectangle 234">
            <a:extLst>
              <a:ext uri="{FF2B5EF4-FFF2-40B4-BE49-F238E27FC236}">
                <a16:creationId xmlns:a16="http://schemas.microsoft.com/office/drawing/2014/main" id="{066E7663-02AD-EE4D-9664-D66A700C5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3519488"/>
            <a:ext cx="1231900" cy="1522412"/>
          </a:xfrm>
          <a:prstGeom prst="rect">
            <a:avLst/>
          </a:prstGeom>
          <a:noFill/>
          <a:ln w="17526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2009" name="AutoShape 2">
            <a:extLst>
              <a:ext uri="{FF2B5EF4-FFF2-40B4-BE49-F238E27FC236}">
                <a16:creationId xmlns:a16="http://schemas.microsoft.com/office/drawing/2014/main" id="{42007B73-78A5-8249-BD2D-18489DDC6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5b- VHDL </a:t>
            </a:r>
            <a:r>
              <a:rPr lang="de-DE" altLang="en-US" sz="3200" b="1" dirty="0" err="1">
                <a:latin typeface="Frutiger LT Com 45 Light" charset="0"/>
              </a:rPr>
              <a:t>Testbench</a:t>
            </a:r>
            <a:endParaRPr lang="de-DE" altLang="en-US" sz="3200" b="1" dirty="0">
              <a:latin typeface="Frutiger LT Com 45 Light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06"/>
    </mc:Choice>
    <mc:Fallback xmlns="">
      <p:transition spd="slow" advTm="2720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C1DD-CEC2-C641-9643-08841770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>
              <a:lnSpc>
                <a:spcPct val="100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de-DE" b="1" kern="1200" dirty="0">
                <a:latin typeface="Frutiger LT Com 45 Light" charset="0"/>
              </a:rPr>
              <a:t>Summary</a:t>
            </a:r>
            <a:endParaRPr lang="en-GB" b="1" kern="1200" dirty="0">
              <a:latin typeface="Frutiger LT Com 45 Light" charset="0"/>
            </a:endParaRP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432C69C6-EFAF-8043-9CB0-D52368657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Clr>
                <a:srgbClr val="00B050"/>
              </a:buClr>
            </a:pPr>
            <a:r>
              <a:rPr lang="en-US" altLang="en-US" sz="2000"/>
              <a:t> </a:t>
            </a:r>
            <a:endParaRPr lang="en-US" altLang="en-US" sz="2000" b="1"/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sz="2000"/>
              <a:t> Familiarity with structural description of architecture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sz="2000"/>
              <a:t> Introducing the concept of process in VHDL  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sz="2000"/>
              <a:t> Introducing the Testbench for simulation of circuits</a:t>
            </a:r>
          </a:p>
          <a:p>
            <a:pPr marL="0" lvl="1" indent="0">
              <a:buClr>
                <a:srgbClr val="00B050"/>
              </a:buClr>
            </a:pPr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24EAD7BA-1ED8-6A48-A2E5-D559810F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B2B2B2"/>
                </a:solidFill>
              </a:rPr>
              <a:t>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846"/>
    </mc:Choice>
    <mc:Fallback xmlns="">
      <p:transition spd="slow" advTm="2784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34ED-883F-9A45-A593-80BBC614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Hints for Practical 5a-Exercise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C8B098-16AC-AD4D-A136-0D1B45CD2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00530"/>
            <a:ext cx="5397500" cy="24257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7C1900-ED84-1C40-B486-816BE9D19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019" y="3408680"/>
            <a:ext cx="3568700" cy="1435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5EFE46-5BF9-D548-A7BA-5EDF6CB45F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151" y="4523684"/>
            <a:ext cx="4318000" cy="76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A84BD5-1063-634C-8F4C-BFDD6827DB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509" y="4780539"/>
            <a:ext cx="4178300" cy="1917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20C61C-27D5-A341-B018-E2E3178B63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377045"/>
            <a:ext cx="5816600" cy="3467100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46C86093-D583-C042-AB94-BBF948807B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912" y="3210737"/>
            <a:ext cx="20701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15">
            <a:extLst>
              <a:ext uri="{FF2B5EF4-FFF2-40B4-BE49-F238E27FC236}">
                <a16:creationId xmlns:a16="http://schemas.microsoft.com/office/drawing/2014/main" id="{A9ED53E3-336A-7243-A531-DC0F227A4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38" y="2508023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grpSp>
        <p:nvGrpSpPr>
          <p:cNvPr id="36" name="Group 41">
            <a:extLst>
              <a:ext uri="{FF2B5EF4-FFF2-40B4-BE49-F238E27FC236}">
                <a16:creationId xmlns:a16="http://schemas.microsoft.com/office/drawing/2014/main" id="{194AC827-B305-BC43-97B0-88B9B271E7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92938" y="1988911"/>
            <a:ext cx="1368425" cy="976312"/>
            <a:chOff x="6669" y="160"/>
            <a:chExt cx="1266" cy="896"/>
          </a:xfrm>
        </p:grpSpPr>
        <p:grpSp>
          <p:nvGrpSpPr>
            <p:cNvPr id="37" name="Group 42">
              <a:extLst>
                <a:ext uri="{FF2B5EF4-FFF2-40B4-BE49-F238E27FC236}">
                  <a16:creationId xmlns:a16="http://schemas.microsoft.com/office/drawing/2014/main" id="{F726A548-DEF9-DA40-8215-D21B0890C1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38" y="754"/>
              <a:ext cx="497" cy="2"/>
              <a:chOff x="7438" y="754"/>
              <a:chExt cx="497" cy="2"/>
            </a:xfrm>
          </p:grpSpPr>
          <p:sp>
            <p:nvSpPr>
              <p:cNvPr id="55" name="Freeform 60">
                <a:extLst>
                  <a:ext uri="{FF2B5EF4-FFF2-40B4-BE49-F238E27FC236}">
                    <a16:creationId xmlns:a16="http://schemas.microsoft.com/office/drawing/2014/main" id="{B656E8EA-2027-9C40-9B3A-85CE89EB0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" y="754"/>
                <a:ext cx="497" cy="2"/>
              </a:xfrm>
              <a:custGeom>
                <a:avLst/>
                <a:gdLst>
                  <a:gd name="T0" fmla="*/ 0 w 497"/>
                  <a:gd name="T1" fmla="*/ 0 h 2"/>
                  <a:gd name="T2" fmla="*/ 497 w 49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7" h="2">
                    <a:moveTo>
                      <a:pt x="0" y="0"/>
                    </a:moveTo>
                    <a:lnTo>
                      <a:pt x="497" y="0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8" name="Group 43">
              <a:extLst>
                <a:ext uri="{FF2B5EF4-FFF2-40B4-BE49-F238E27FC236}">
                  <a16:creationId xmlns:a16="http://schemas.microsoft.com/office/drawing/2014/main" id="{DA246F04-0A3D-6B4A-A139-B0DFCB4F76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7" y="469"/>
              <a:ext cx="313" cy="587"/>
              <a:chOff x="7147" y="469"/>
              <a:chExt cx="313" cy="587"/>
            </a:xfrm>
          </p:grpSpPr>
          <p:sp>
            <p:nvSpPr>
              <p:cNvPr id="49" name="Freeform 54">
                <a:extLst>
                  <a:ext uri="{FF2B5EF4-FFF2-40B4-BE49-F238E27FC236}">
                    <a16:creationId xmlns:a16="http://schemas.microsoft.com/office/drawing/2014/main" id="{A1A437EF-E74B-1C44-B931-AEB9E08BD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 w 313"/>
                  <a:gd name="T1" fmla="*/ 469 h 587"/>
                  <a:gd name="T2" fmla="*/ 0 w 313"/>
                  <a:gd name="T3" fmla="*/ 469 h 587"/>
                  <a:gd name="T4" fmla="*/ 0 w 313"/>
                  <a:gd name="T5" fmla="*/ 1056 h 587"/>
                  <a:gd name="T6" fmla="*/ 18 w 313"/>
                  <a:gd name="T7" fmla="*/ 1051 h 587"/>
                  <a:gd name="T8" fmla="*/ 11 w 313"/>
                  <a:gd name="T9" fmla="*/ 1022 h 587"/>
                  <a:gd name="T10" fmla="*/ 30 w 313"/>
                  <a:gd name="T11" fmla="*/ 1018 h 587"/>
                  <a:gd name="T12" fmla="*/ 30 w 313"/>
                  <a:gd name="T13" fmla="*/ 469 h 5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3" h="587">
                    <a:moveTo>
                      <a:pt x="30" y="0"/>
                    </a:moveTo>
                    <a:lnTo>
                      <a:pt x="0" y="0"/>
                    </a:lnTo>
                    <a:lnTo>
                      <a:pt x="0" y="587"/>
                    </a:lnTo>
                    <a:lnTo>
                      <a:pt x="18" y="582"/>
                    </a:lnTo>
                    <a:lnTo>
                      <a:pt x="11" y="553"/>
                    </a:lnTo>
                    <a:lnTo>
                      <a:pt x="30" y="549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0" name="Freeform 55">
                <a:extLst>
                  <a:ext uri="{FF2B5EF4-FFF2-40B4-BE49-F238E27FC236}">
                    <a16:creationId xmlns:a16="http://schemas.microsoft.com/office/drawing/2014/main" id="{F536AF2E-D6D6-204E-8936-FF6509F75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 w 313"/>
                  <a:gd name="T1" fmla="*/ 1018 h 587"/>
                  <a:gd name="T2" fmla="*/ 11 w 313"/>
                  <a:gd name="T3" fmla="*/ 1022 h 587"/>
                  <a:gd name="T4" fmla="*/ 18 w 313"/>
                  <a:gd name="T5" fmla="*/ 1051 h 587"/>
                  <a:gd name="T6" fmla="*/ 30 w 313"/>
                  <a:gd name="T7" fmla="*/ 1037 h 587"/>
                  <a:gd name="T8" fmla="*/ 30 w 313"/>
                  <a:gd name="T9" fmla="*/ 1018 h 5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3" h="587">
                    <a:moveTo>
                      <a:pt x="30" y="549"/>
                    </a:moveTo>
                    <a:lnTo>
                      <a:pt x="11" y="553"/>
                    </a:lnTo>
                    <a:lnTo>
                      <a:pt x="18" y="582"/>
                    </a:lnTo>
                    <a:lnTo>
                      <a:pt x="30" y="568"/>
                    </a:lnTo>
                    <a:lnTo>
                      <a:pt x="30" y="54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1" name="Freeform 56">
                <a:extLst>
                  <a:ext uri="{FF2B5EF4-FFF2-40B4-BE49-F238E27FC236}">
                    <a16:creationId xmlns:a16="http://schemas.microsoft.com/office/drawing/2014/main" id="{910C7806-C915-5045-BF7A-35F9020AC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283 w 313"/>
                  <a:gd name="T1" fmla="*/ 954 h 587"/>
                  <a:gd name="T2" fmla="*/ 30 w 313"/>
                  <a:gd name="T3" fmla="*/ 1018 h 587"/>
                  <a:gd name="T4" fmla="*/ 30 w 313"/>
                  <a:gd name="T5" fmla="*/ 1037 h 587"/>
                  <a:gd name="T6" fmla="*/ 18 w 313"/>
                  <a:gd name="T7" fmla="*/ 1051 h 587"/>
                  <a:gd name="T8" fmla="*/ 301 w 313"/>
                  <a:gd name="T9" fmla="*/ 980 h 587"/>
                  <a:gd name="T10" fmla="*/ 313 w 313"/>
                  <a:gd name="T11" fmla="*/ 977 h 587"/>
                  <a:gd name="T12" fmla="*/ 313 w 313"/>
                  <a:gd name="T13" fmla="*/ 966 h 587"/>
                  <a:gd name="T14" fmla="*/ 283 w 313"/>
                  <a:gd name="T15" fmla="*/ 966 h 587"/>
                  <a:gd name="T16" fmla="*/ 283 w 313"/>
                  <a:gd name="T17" fmla="*/ 954 h 58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13" h="587">
                    <a:moveTo>
                      <a:pt x="283" y="485"/>
                    </a:moveTo>
                    <a:lnTo>
                      <a:pt x="30" y="549"/>
                    </a:lnTo>
                    <a:lnTo>
                      <a:pt x="30" y="568"/>
                    </a:lnTo>
                    <a:lnTo>
                      <a:pt x="18" y="582"/>
                    </a:lnTo>
                    <a:lnTo>
                      <a:pt x="301" y="511"/>
                    </a:lnTo>
                    <a:lnTo>
                      <a:pt x="313" y="508"/>
                    </a:lnTo>
                    <a:lnTo>
                      <a:pt x="313" y="497"/>
                    </a:lnTo>
                    <a:lnTo>
                      <a:pt x="283" y="497"/>
                    </a:lnTo>
                    <a:lnTo>
                      <a:pt x="283" y="48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" name="Freeform 57">
                <a:extLst>
                  <a:ext uri="{FF2B5EF4-FFF2-40B4-BE49-F238E27FC236}">
                    <a16:creationId xmlns:a16="http://schemas.microsoft.com/office/drawing/2014/main" id="{45F7329B-1088-5149-B284-95E5E2714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294 w 313"/>
                  <a:gd name="T1" fmla="*/ 952 h 587"/>
                  <a:gd name="T2" fmla="*/ 283 w 313"/>
                  <a:gd name="T3" fmla="*/ 954 h 587"/>
                  <a:gd name="T4" fmla="*/ 283 w 313"/>
                  <a:gd name="T5" fmla="*/ 966 h 587"/>
                  <a:gd name="T6" fmla="*/ 313 w 313"/>
                  <a:gd name="T7" fmla="*/ 966 h 587"/>
                  <a:gd name="T8" fmla="*/ 294 w 313"/>
                  <a:gd name="T9" fmla="*/ 952 h 5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3" h="587">
                    <a:moveTo>
                      <a:pt x="294" y="483"/>
                    </a:moveTo>
                    <a:lnTo>
                      <a:pt x="283" y="485"/>
                    </a:lnTo>
                    <a:lnTo>
                      <a:pt x="283" y="497"/>
                    </a:lnTo>
                    <a:lnTo>
                      <a:pt x="313" y="497"/>
                    </a:lnTo>
                    <a:lnTo>
                      <a:pt x="294" y="48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" name="Freeform 58">
                <a:extLst>
                  <a:ext uri="{FF2B5EF4-FFF2-40B4-BE49-F238E27FC236}">
                    <a16:creationId xmlns:a16="http://schemas.microsoft.com/office/drawing/2014/main" id="{C3CC0F30-2F49-C946-BA8E-7D8E050EC4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13 w 313"/>
                  <a:gd name="T1" fmla="*/ 952 h 587"/>
                  <a:gd name="T2" fmla="*/ 294 w 313"/>
                  <a:gd name="T3" fmla="*/ 952 h 587"/>
                  <a:gd name="T4" fmla="*/ 313 w 313"/>
                  <a:gd name="T5" fmla="*/ 966 h 587"/>
                  <a:gd name="T6" fmla="*/ 313 w 313"/>
                  <a:gd name="T7" fmla="*/ 952 h 5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3" h="587">
                    <a:moveTo>
                      <a:pt x="313" y="483"/>
                    </a:moveTo>
                    <a:lnTo>
                      <a:pt x="294" y="483"/>
                    </a:lnTo>
                    <a:lnTo>
                      <a:pt x="313" y="497"/>
                    </a:lnTo>
                    <a:lnTo>
                      <a:pt x="313" y="48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4" name="Freeform 59">
                <a:extLst>
                  <a:ext uri="{FF2B5EF4-FFF2-40B4-BE49-F238E27FC236}">
                    <a16:creationId xmlns:a16="http://schemas.microsoft.com/office/drawing/2014/main" id="{83F657AE-6BA9-DE4C-BC79-75FC67ECB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1 w 313"/>
                  <a:gd name="T1" fmla="*/ 527 h 587"/>
                  <a:gd name="T2" fmla="*/ 283 w 313"/>
                  <a:gd name="T3" fmla="*/ 541 h 587"/>
                  <a:gd name="T4" fmla="*/ 283 w 313"/>
                  <a:gd name="T5" fmla="*/ 954 h 587"/>
                  <a:gd name="T6" fmla="*/ 294 w 313"/>
                  <a:gd name="T7" fmla="*/ 952 h 587"/>
                  <a:gd name="T8" fmla="*/ 313 w 313"/>
                  <a:gd name="T9" fmla="*/ 952 h 587"/>
                  <a:gd name="T10" fmla="*/ 313 w 313"/>
                  <a:gd name="T11" fmla="*/ 530 h 587"/>
                  <a:gd name="T12" fmla="*/ 301 w 313"/>
                  <a:gd name="T13" fmla="*/ 527 h 5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3" h="587">
                    <a:moveTo>
                      <a:pt x="301" y="58"/>
                    </a:moveTo>
                    <a:lnTo>
                      <a:pt x="283" y="72"/>
                    </a:lnTo>
                    <a:lnTo>
                      <a:pt x="283" y="485"/>
                    </a:lnTo>
                    <a:lnTo>
                      <a:pt x="294" y="483"/>
                    </a:lnTo>
                    <a:lnTo>
                      <a:pt x="313" y="483"/>
                    </a:lnTo>
                    <a:lnTo>
                      <a:pt x="313" y="61"/>
                    </a:lnTo>
                    <a:lnTo>
                      <a:pt x="301" y="5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9" name="Group 44">
              <a:extLst>
                <a:ext uri="{FF2B5EF4-FFF2-40B4-BE49-F238E27FC236}">
                  <a16:creationId xmlns:a16="http://schemas.microsoft.com/office/drawing/2014/main" id="{6AB0B24C-225C-EB48-9E82-3D1AF512B0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7" y="450"/>
              <a:ext cx="301" cy="106"/>
              <a:chOff x="7147" y="450"/>
              <a:chExt cx="301" cy="106"/>
            </a:xfrm>
          </p:grpSpPr>
          <p:sp>
            <p:nvSpPr>
              <p:cNvPr id="48" name="Freeform 53">
                <a:extLst>
                  <a:ext uri="{FF2B5EF4-FFF2-40B4-BE49-F238E27FC236}">
                    <a16:creationId xmlns:a16="http://schemas.microsoft.com/office/drawing/2014/main" id="{2F0A7AA8-8EB2-2945-8CEE-2939CF9F9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50"/>
                <a:ext cx="301" cy="106"/>
              </a:xfrm>
              <a:custGeom>
                <a:avLst/>
                <a:gdLst>
                  <a:gd name="T0" fmla="*/ 0 w 301"/>
                  <a:gd name="T1" fmla="*/ 450 h 106"/>
                  <a:gd name="T2" fmla="*/ 0 w 301"/>
                  <a:gd name="T3" fmla="*/ 469 h 106"/>
                  <a:gd name="T4" fmla="*/ 11 w 301"/>
                  <a:gd name="T5" fmla="*/ 484 h 106"/>
                  <a:gd name="T6" fmla="*/ 294 w 301"/>
                  <a:gd name="T7" fmla="*/ 556 h 106"/>
                  <a:gd name="T8" fmla="*/ 301 w 301"/>
                  <a:gd name="T9" fmla="*/ 527 h 106"/>
                  <a:gd name="T10" fmla="*/ 18 w 301"/>
                  <a:gd name="T11" fmla="*/ 455 h 106"/>
                  <a:gd name="T12" fmla="*/ 0 w 301"/>
                  <a:gd name="T13" fmla="*/ 45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1" h="106">
                    <a:moveTo>
                      <a:pt x="0" y="0"/>
                    </a:moveTo>
                    <a:lnTo>
                      <a:pt x="0" y="19"/>
                    </a:lnTo>
                    <a:lnTo>
                      <a:pt x="11" y="34"/>
                    </a:lnTo>
                    <a:lnTo>
                      <a:pt x="294" y="106"/>
                    </a:lnTo>
                    <a:lnTo>
                      <a:pt x="301" y="77"/>
                    </a:lnTo>
                    <a:lnTo>
                      <a:pt x="18" y="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0" name="Group 45">
              <a:extLst>
                <a:ext uri="{FF2B5EF4-FFF2-40B4-BE49-F238E27FC236}">
                  <a16:creationId xmlns:a16="http://schemas.microsoft.com/office/drawing/2014/main" id="{9E42FBCB-8C23-6B4E-85C2-5C9CC010C8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642"/>
              <a:ext cx="498" cy="2"/>
              <a:chOff x="6669" y="642"/>
              <a:chExt cx="498" cy="2"/>
            </a:xfrm>
          </p:grpSpPr>
          <p:sp>
            <p:nvSpPr>
              <p:cNvPr id="47" name="Freeform 52">
                <a:extLst>
                  <a:ext uri="{FF2B5EF4-FFF2-40B4-BE49-F238E27FC236}">
                    <a16:creationId xmlns:a16="http://schemas.microsoft.com/office/drawing/2014/main" id="{28773161-2666-5C4F-962C-5369A64EF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642"/>
                <a:ext cx="498" cy="2"/>
              </a:xfrm>
              <a:custGeom>
                <a:avLst/>
                <a:gdLst>
                  <a:gd name="T0" fmla="*/ 0 w 498"/>
                  <a:gd name="T1" fmla="*/ 0 h 2"/>
                  <a:gd name="T2" fmla="*/ 498 w 498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8" h="2">
                    <a:moveTo>
                      <a:pt x="0" y="0"/>
                    </a:moveTo>
                    <a:lnTo>
                      <a:pt x="498" y="0"/>
                    </a:lnTo>
                  </a:path>
                </a:pathLst>
              </a:custGeom>
              <a:noFill/>
              <a:ln w="889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1" name="Group 46">
              <a:extLst>
                <a:ext uri="{FF2B5EF4-FFF2-40B4-BE49-F238E27FC236}">
                  <a16:creationId xmlns:a16="http://schemas.microsoft.com/office/drawing/2014/main" id="{E58D7D42-7D34-E24A-B0FF-DB861434FF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865"/>
              <a:ext cx="498" cy="2"/>
              <a:chOff x="6669" y="865"/>
              <a:chExt cx="498" cy="2"/>
            </a:xfrm>
          </p:grpSpPr>
          <p:sp>
            <p:nvSpPr>
              <p:cNvPr id="46" name="Freeform 51">
                <a:extLst>
                  <a:ext uri="{FF2B5EF4-FFF2-40B4-BE49-F238E27FC236}">
                    <a16:creationId xmlns:a16="http://schemas.microsoft.com/office/drawing/2014/main" id="{AB273053-E2D8-984E-8C05-359EFCD27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865"/>
                <a:ext cx="498" cy="2"/>
              </a:xfrm>
              <a:custGeom>
                <a:avLst/>
                <a:gdLst>
                  <a:gd name="T0" fmla="*/ 0 w 498"/>
                  <a:gd name="T1" fmla="*/ 0 h 2"/>
                  <a:gd name="T2" fmla="*/ 498 w 498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8" h="2">
                    <a:moveTo>
                      <a:pt x="0" y="0"/>
                    </a:moveTo>
                    <a:lnTo>
                      <a:pt x="498" y="0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2" name="Group 47">
              <a:extLst>
                <a:ext uri="{FF2B5EF4-FFF2-40B4-BE49-F238E27FC236}">
                  <a16:creationId xmlns:a16="http://schemas.microsoft.com/office/drawing/2014/main" id="{69FBE29E-196E-6440-A4C0-8534EAD497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5" y="160"/>
              <a:ext cx="2" cy="353"/>
              <a:chOff x="7285" y="160"/>
              <a:chExt cx="2" cy="353"/>
            </a:xfrm>
          </p:grpSpPr>
          <p:sp>
            <p:nvSpPr>
              <p:cNvPr id="45" name="Freeform 50">
                <a:extLst>
                  <a:ext uri="{FF2B5EF4-FFF2-40B4-BE49-F238E27FC236}">
                    <a16:creationId xmlns:a16="http://schemas.microsoft.com/office/drawing/2014/main" id="{F04E372E-DA17-A142-AAE1-A41389D8A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5" y="160"/>
                <a:ext cx="2" cy="353"/>
              </a:xfrm>
              <a:custGeom>
                <a:avLst/>
                <a:gdLst>
                  <a:gd name="T0" fmla="*/ 0 w 2"/>
                  <a:gd name="T1" fmla="*/ 160 h 353"/>
                  <a:gd name="T2" fmla="*/ 0 w 2"/>
                  <a:gd name="T3" fmla="*/ 512 h 3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53">
                    <a:moveTo>
                      <a:pt x="0" y="0"/>
                    </a:moveTo>
                    <a:lnTo>
                      <a:pt x="0" y="352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3" name="Group 48">
              <a:extLst>
                <a:ext uri="{FF2B5EF4-FFF2-40B4-BE49-F238E27FC236}">
                  <a16:creationId xmlns:a16="http://schemas.microsoft.com/office/drawing/2014/main" id="{9B94C6CE-A1D5-4142-AE3C-62B6D92E4D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166"/>
              <a:ext cx="622" cy="2"/>
              <a:chOff x="6669" y="166"/>
              <a:chExt cx="622" cy="2"/>
            </a:xfrm>
          </p:grpSpPr>
          <p:sp>
            <p:nvSpPr>
              <p:cNvPr id="44" name="Freeform 49">
                <a:extLst>
                  <a:ext uri="{FF2B5EF4-FFF2-40B4-BE49-F238E27FC236}">
                    <a16:creationId xmlns:a16="http://schemas.microsoft.com/office/drawing/2014/main" id="{47EE02D6-D423-D648-B630-62C5DE411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166"/>
                <a:ext cx="622" cy="2"/>
              </a:xfrm>
              <a:custGeom>
                <a:avLst/>
                <a:gdLst>
                  <a:gd name="T0" fmla="*/ 0 w 622"/>
                  <a:gd name="T1" fmla="*/ 0 h 2"/>
                  <a:gd name="T2" fmla="*/ 622 w 622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22" h="2">
                    <a:moveTo>
                      <a:pt x="0" y="0"/>
                    </a:moveTo>
                    <a:lnTo>
                      <a:pt x="622" y="0"/>
                    </a:lnTo>
                  </a:path>
                </a:pathLst>
              </a:custGeom>
              <a:noFill/>
              <a:ln w="889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56" name="TextBox 62">
            <a:extLst>
              <a:ext uri="{FF2B5EF4-FFF2-40B4-BE49-F238E27FC236}">
                <a16:creationId xmlns:a16="http://schemas.microsoft.com/office/drawing/2014/main" id="{37F90F9E-02AD-CA4C-B056-59B99EB33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7526" y="1684111"/>
            <a:ext cx="15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57" name="TextBox 63">
            <a:extLst>
              <a:ext uri="{FF2B5EF4-FFF2-40B4-BE49-F238E27FC236}">
                <a16:creationId xmlns:a16="http://schemas.microsoft.com/office/drawing/2014/main" id="{2F05DF64-C031-3A4E-AF32-2083585F3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38" y="2279423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8" name="TextBox 64">
            <a:extLst>
              <a:ext uri="{FF2B5EF4-FFF2-40B4-BE49-F238E27FC236}">
                <a16:creationId xmlns:a16="http://schemas.microsoft.com/office/drawing/2014/main" id="{AA3D233A-560C-9447-B8AF-C9FDECFD7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938" y="2290536"/>
            <a:ext cx="152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59" name="TextBox 63">
            <a:extLst>
              <a:ext uri="{FF2B5EF4-FFF2-40B4-BE49-F238E27FC236}">
                <a16:creationId xmlns:a16="http://schemas.microsoft.com/office/drawing/2014/main" id="{B17D9DE1-BB35-8847-A721-1D70D238A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9737" y="3105479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B7C38437-E5C1-3B47-AFE8-5C1F9E48B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8029" y="4211924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F1D994A5-95A4-7F4C-818B-AFD6CD785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2771" y="4013197"/>
            <a:ext cx="15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568F2E7B-98C5-4A46-A1B2-4C58218CD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3505200"/>
            <a:ext cx="152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59992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9BED99-A792-4345-8D82-5A6D516A8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400"/>
            <a:ext cx="9144000" cy="4217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35379-9CF5-2E42-82D9-10470436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Hints for Practical 5a-Exercise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2068A8-1B73-3847-96DF-9D4869EEA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85" y="1676400"/>
            <a:ext cx="9164782" cy="402917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7CB276-E163-7F4E-8C95-AA3DC330266E}"/>
              </a:ext>
            </a:extLst>
          </p:cNvPr>
          <p:cNvSpPr txBox="1"/>
          <p:nvPr/>
        </p:nvSpPr>
        <p:spPr>
          <a:xfrm>
            <a:off x="2953743" y="5619259"/>
            <a:ext cx="3234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Netlist Viewers -&gt; RTL Viewer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718EE-C739-8C4B-A96B-32D602FFF737}"/>
              </a:ext>
            </a:extLst>
          </p:cNvPr>
          <p:cNvSpPr txBox="1"/>
          <p:nvPr/>
        </p:nvSpPr>
        <p:spPr>
          <a:xfrm>
            <a:off x="1506712" y="5637272"/>
            <a:ext cx="6128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Netlist Viewers -&gt; Technology Map Viewer (Post-Mapping)</a:t>
            </a:r>
          </a:p>
        </p:txBody>
      </p:sp>
    </p:spTree>
    <p:extLst>
      <p:ext uri="{BB962C8B-B14F-4D97-AF65-F5344CB8AC3E}">
        <p14:creationId xmlns:p14="http://schemas.microsoft.com/office/powerpoint/2010/main" val="45554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4742-0B1C-4143-BDC2-262318D3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Hints for Practical 5a-Exercise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2AD3D-9E27-FB4B-B3F7-7A2E8A208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906" y="2667000"/>
            <a:ext cx="4432300" cy="3403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A6B78-2321-CC41-98E3-BB953FB98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6" y="4334741"/>
            <a:ext cx="4622800" cy="1638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B91CDC-A20C-5246-AE19-BA95F7393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4" y="1705547"/>
            <a:ext cx="9144000" cy="251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3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4742-0B1C-4143-BDC2-262318D3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Hints for Practical 5a-Exercise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B51460-F415-D142-8990-B9C5644BA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506" y="2024063"/>
            <a:ext cx="58674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3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4742-0B1C-4143-BDC2-262318D3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Hints for Practical 5a-Exercise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460BC-9ABE-C449-B2AF-83E01C0D8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4" y="1555393"/>
            <a:ext cx="9144000" cy="530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62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4742-0B1C-4143-BDC2-262318D3C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8228013" cy="1479550"/>
          </a:xfrm>
        </p:spPr>
        <p:txBody>
          <a:bodyPr/>
          <a:lstStyle/>
          <a:p>
            <a:r>
              <a:rPr lang="en-GB" dirty="0"/>
              <a:t>Hints for Practical 5a-Exercise 2</a:t>
            </a:r>
            <a:br>
              <a:rPr lang="en-GB" dirty="0"/>
            </a:br>
            <a:r>
              <a:rPr lang="en-GB" sz="2400" dirty="0"/>
              <a:t>(defined using “simple signal assignment”)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3B1EC-0C49-A342-9BB2-5473F3749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2600"/>
            <a:ext cx="9144000" cy="41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33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4742-0B1C-4143-BDC2-262318D3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Hints for Practical 5a-Exercise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87FDD-6EF3-DD44-AA57-FFE7C5D61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778" y="1752600"/>
            <a:ext cx="4822855" cy="428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42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DC9CD559-4AAC-F343-8483-E5B80C453A1B}"/>
              </a:ext>
            </a:extLst>
          </p:cNvPr>
          <p:cNvGrpSpPr/>
          <p:nvPr/>
        </p:nvGrpSpPr>
        <p:grpSpPr>
          <a:xfrm>
            <a:off x="1209457" y="1869802"/>
            <a:ext cx="6867743" cy="4086264"/>
            <a:chOff x="1209457" y="1869802"/>
            <a:chExt cx="6867743" cy="408626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1D4D569-BA8D-164F-82D3-6E0382A28E12}"/>
                </a:ext>
              </a:extLst>
            </p:cNvPr>
            <p:cNvGrpSpPr/>
            <p:nvPr/>
          </p:nvGrpSpPr>
          <p:grpSpPr>
            <a:xfrm>
              <a:off x="1209457" y="1869802"/>
              <a:ext cx="6327875" cy="4086264"/>
              <a:chOff x="2917214" y="1933536"/>
              <a:chExt cx="6327875" cy="408626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28B9F2B-8E89-574F-AD27-83628A1198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33" t="17058" r="15954" b="20140"/>
              <a:stretch/>
            </p:blipFill>
            <p:spPr>
              <a:xfrm>
                <a:off x="2974531" y="2212511"/>
                <a:ext cx="6237288" cy="3295852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CABFD38-1F22-6E46-A188-3259A2544D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111" t="17268" r="15833" b="66792"/>
              <a:stretch/>
            </p:blipFill>
            <p:spPr>
              <a:xfrm>
                <a:off x="2979175" y="3013400"/>
                <a:ext cx="6224559" cy="832786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62E057E-0E89-7A4D-B1D0-190A6BA99D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90" t="17449" r="16611" b="63550"/>
              <a:stretch/>
            </p:blipFill>
            <p:spPr>
              <a:xfrm>
                <a:off x="2917214" y="3988804"/>
                <a:ext cx="6327875" cy="995784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2A376D9-6322-2646-ACAA-8908449D5A97}"/>
                  </a:ext>
                </a:extLst>
              </p:cNvPr>
              <p:cNvSpPr/>
              <p:nvPr/>
            </p:nvSpPr>
            <p:spPr bwMode="auto">
              <a:xfrm>
                <a:off x="2917214" y="1933536"/>
                <a:ext cx="3102586" cy="4086264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49263" rtl="0" eaLnBrk="1" fontAlgn="base" latinLnBrk="0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buNone/>
                  <a:tabLst/>
                </a:pPr>
                <a:endParaRPr kumimoji="0" lang="en-GB" sz="1800" b="0" i="0" u="none" strike="noStrike" cap="none" normalizeH="0" baseline="0">
                  <a:ln>
                    <a:noFill/>
                  </a:ln>
                  <a:effectLst/>
                  <a:latin typeface="Arial" charset="0"/>
                </a:endParaRP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DE48E2-3B4B-9C4B-8A4B-FA64F86BC61C}"/>
                </a:ext>
              </a:extLst>
            </p:cNvPr>
            <p:cNvSpPr/>
            <p:nvPr/>
          </p:nvSpPr>
          <p:spPr bwMode="auto">
            <a:xfrm>
              <a:off x="7467600" y="1933536"/>
              <a:ext cx="609600" cy="362906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1" fontAlgn="base" latinLnBrk="0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effectLst/>
                <a:latin typeface="Arial" charset="0"/>
              </a:endParaRPr>
            </a:p>
          </p:txBody>
        </p:sp>
      </p:grpSp>
      <p:sp>
        <p:nvSpPr>
          <p:cNvPr id="41997" name="Text Box 4">
            <a:extLst>
              <a:ext uri="{FF2B5EF4-FFF2-40B4-BE49-F238E27FC236}">
                <a16:creationId xmlns:a16="http://schemas.microsoft.com/office/drawing/2014/main" id="{570A2B68-7758-9040-BE1B-AD0BA7717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de-DE" altLang="en-US" sz="1200">
                <a:solidFill>
                  <a:srgbClr val="B2B2B2"/>
                </a:solidFill>
              </a:rPr>
              <a:t>24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1ACBD6-40F5-FD4C-900F-9BF926E18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798" y="1907477"/>
            <a:ext cx="1498600" cy="482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39772-FB52-9D4B-BD55-BAEA5AB43A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94" y="2802630"/>
            <a:ext cx="2247900" cy="1752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36D991-A9B2-6748-9084-61B3A06978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14" y="4947469"/>
            <a:ext cx="1943100" cy="1130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C168A5-326D-AF46-B9AF-CEA011493D54}"/>
              </a:ext>
            </a:extLst>
          </p:cNvPr>
          <p:cNvSpPr txBox="1"/>
          <p:nvPr/>
        </p:nvSpPr>
        <p:spPr>
          <a:xfrm>
            <a:off x="1159711" y="1568460"/>
            <a:ext cx="14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EqTest1.vhd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C966C7-8442-9345-AD48-4AEDD387EF56}"/>
              </a:ext>
            </a:extLst>
          </p:cNvPr>
          <p:cNvSpPr txBox="1"/>
          <p:nvPr/>
        </p:nvSpPr>
        <p:spPr>
          <a:xfrm>
            <a:off x="911186" y="2452085"/>
            <a:ext cx="14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EqTest2.vhd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6F6C90-983C-7544-82A8-B082CF565A70}"/>
              </a:ext>
            </a:extLst>
          </p:cNvPr>
          <p:cNvSpPr txBox="1"/>
          <p:nvPr/>
        </p:nvSpPr>
        <p:spPr>
          <a:xfrm>
            <a:off x="1023877" y="4617239"/>
            <a:ext cx="14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EqTest3.vhd</a:t>
            </a:r>
          </a:p>
        </p:txBody>
      </p:sp>
      <p:sp>
        <p:nvSpPr>
          <p:cNvPr id="44" name="AutoShape 2">
            <a:extLst>
              <a:ext uri="{FF2B5EF4-FFF2-40B4-BE49-F238E27FC236}">
                <a16:creationId xmlns:a16="http://schemas.microsoft.com/office/drawing/2014/main" id="{4CDE35CD-7389-D34A-94F4-89CA3DE7C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5b- VHDL </a:t>
            </a:r>
            <a:r>
              <a:rPr lang="de-DE" altLang="en-US" sz="3200" b="1" dirty="0" err="1">
                <a:latin typeface="Frutiger LT Com 45 Light" charset="0"/>
              </a:rPr>
              <a:t>Testbench</a:t>
            </a:r>
            <a:endParaRPr lang="de-DE" altLang="en-US" sz="3200" b="1" dirty="0">
              <a:latin typeface="Frutiger LT Com 45 Light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E0C7B9-9DDD-AE4D-942E-D00E1FC90CE5}"/>
              </a:ext>
            </a:extLst>
          </p:cNvPr>
          <p:cNvSpPr txBox="1"/>
          <p:nvPr/>
        </p:nvSpPr>
        <p:spPr>
          <a:xfrm>
            <a:off x="4048829" y="2299890"/>
            <a:ext cx="26321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a</a:t>
            </a:r>
          </a:p>
          <a:p>
            <a:r>
              <a:rPr lang="en-GB" sz="1100" dirty="0"/>
              <a:t>b</a:t>
            </a:r>
          </a:p>
          <a:p>
            <a:r>
              <a:rPr lang="en-GB" sz="1100" dirty="0"/>
              <a:t>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1EBF64-22C6-B345-80A7-EFD1C1397740}"/>
              </a:ext>
            </a:extLst>
          </p:cNvPr>
          <p:cNvSpPr txBox="1"/>
          <p:nvPr/>
        </p:nvSpPr>
        <p:spPr>
          <a:xfrm>
            <a:off x="4048829" y="3115295"/>
            <a:ext cx="26321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a</a:t>
            </a:r>
          </a:p>
          <a:p>
            <a:r>
              <a:rPr lang="en-GB" sz="1100" dirty="0"/>
              <a:t>b</a:t>
            </a:r>
          </a:p>
          <a:p>
            <a:r>
              <a:rPr lang="en-GB" sz="1100" dirty="0"/>
              <a:t>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8CF33F-69C1-5142-901A-E1A8243A31E1}"/>
              </a:ext>
            </a:extLst>
          </p:cNvPr>
          <p:cNvSpPr txBox="1"/>
          <p:nvPr/>
        </p:nvSpPr>
        <p:spPr>
          <a:xfrm>
            <a:off x="4048829" y="4036001"/>
            <a:ext cx="26321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a</a:t>
            </a:r>
          </a:p>
          <a:p>
            <a:r>
              <a:rPr lang="en-GB" sz="1100" dirty="0"/>
              <a:t>b</a:t>
            </a:r>
          </a:p>
          <a:p>
            <a:r>
              <a:rPr lang="en-GB" sz="1100" dirty="0"/>
              <a:t>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48BCA3E-AB07-334B-9F0F-0BE5DFB9407D}"/>
              </a:ext>
            </a:extLst>
          </p:cNvPr>
          <p:cNvCxnSpPr/>
          <p:nvPr/>
        </p:nvCxnSpPr>
        <p:spPr bwMode="auto">
          <a:xfrm>
            <a:off x="2918398" y="2148777"/>
            <a:ext cx="1130431" cy="442023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BDBEA2B-C1F7-0143-B892-BEB5B452BAA8}"/>
              </a:ext>
            </a:extLst>
          </p:cNvPr>
          <p:cNvCxnSpPr>
            <a:cxnSpLocks/>
            <a:endCxn id="51" idx="1"/>
          </p:cNvCxnSpPr>
          <p:nvPr/>
        </p:nvCxnSpPr>
        <p:spPr bwMode="auto">
          <a:xfrm flipV="1">
            <a:off x="3205443" y="4336083"/>
            <a:ext cx="843386" cy="121266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121AFF-54D4-DC47-9878-FAE55003C315}"/>
              </a:ext>
            </a:extLst>
          </p:cNvPr>
          <p:cNvCxnSpPr>
            <a:cxnSpLocks/>
            <a:endCxn id="50" idx="1"/>
          </p:cNvCxnSpPr>
          <p:nvPr/>
        </p:nvCxnSpPr>
        <p:spPr bwMode="auto">
          <a:xfrm flipV="1">
            <a:off x="3368904" y="3415377"/>
            <a:ext cx="679925" cy="23240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08656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"/>
</p:tagLst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utiger LT Com 55 Roman"/>
        <a:ea typeface="DejaVu Sans"/>
        <a:cs typeface="DejaVu Sans"/>
      </a:majorFont>
      <a:minorFont>
        <a:latin typeface="Frutiger LT Com 55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utiger LT Com 55 Roman"/>
        <a:ea typeface="DejaVu Sans"/>
        <a:cs typeface="DejaVu Sans"/>
      </a:majorFont>
      <a:minorFont>
        <a:latin typeface="Frutiger LT Com 55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utiger LT Com 55 Roman"/>
        <a:ea typeface="DejaVu Sans"/>
        <a:cs typeface="DejaVu Sans"/>
      </a:majorFont>
      <a:minorFont>
        <a:latin typeface="Frutiger LT Com 55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23536</TotalTime>
  <Words>1726</Words>
  <Application>Microsoft Macintosh PowerPoint</Application>
  <PresentationFormat>全屏显示(4:3)</PresentationFormat>
  <Paragraphs>474</Paragraphs>
  <Slides>30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Frutiger LT Com 45 Light</vt:lpstr>
      <vt:lpstr>Frutiger LT Com 55 Roman</vt:lpstr>
      <vt:lpstr>Myriad Roman</vt:lpstr>
      <vt:lpstr>TTE1F17478t00</vt:lpstr>
      <vt:lpstr>Arial</vt:lpstr>
      <vt:lpstr>Helvetica</vt:lpstr>
      <vt:lpstr>Times New Roman</vt:lpstr>
      <vt:lpstr>Wingdings</vt:lpstr>
      <vt:lpstr>Office Theme</vt:lpstr>
      <vt:lpstr>1_Office Theme</vt:lpstr>
      <vt:lpstr>2_Office Theme</vt:lpstr>
      <vt:lpstr>PowerPoint 演示文稿</vt:lpstr>
      <vt:lpstr>PowerPoint 演示文稿</vt:lpstr>
      <vt:lpstr>Objectives</vt:lpstr>
      <vt:lpstr>Structural Description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Hints for Practical 5a-Exercise 1</vt:lpstr>
      <vt:lpstr>Hints for Practical 5a-Exercise 1</vt:lpstr>
      <vt:lpstr>Hints for Practical 5a-Exercise 2</vt:lpstr>
      <vt:lpstr>Hints for Practical 5a-Exercise 2</vt:lpstr>
      <vt:lpstr>Hints for Practical 5a-Exercise 2</vt:lpstr>
      <vt:lpstr>Hints for Practical 5a-Exercise 2 (defined using “simple signal assignment”)</vt:lpstr>
      <vt:lpstr>Hints for Practical 5a-Exercise 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Electronics-ENGR 228</dc:title>
  <cp:lastModifiedBy>Zhang, Zhongming</cp:lastModifiedBy>
  <cp:revision>765</cp:revision>
  <cp:lastPrinted>1601-01-01T00:00:00Z</cp:lastPrinted>
  <dcterms:created xsi:type="dcterms:W3CDTF">1601-01-01T00:00:00Z</dcterms:created>
  <dcterms:modified xsi:type="dcterms:W3CDTF">2026-10-12T04:01:10Z</dcterms:modified>
</cp:coreProperties>
</file>